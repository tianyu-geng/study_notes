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6" r:id="rId1"/>
  </p:sldMasterIdLst>
  <p:notesMasterIdLst>
    <p:notesMasterId r:id="rId100"/>
  </p:notesMasterIdLst>
  <p:sldIdLst>
    <p:sldId id="256" r:id="rId2"/>
    <p:sldId id="287" r:id="rId3"/>
    <p:sldId id="259" r:id="rId4"/>
    <p:sldId id="323" r:id="rId5"/>
    <p:sldId id="324" r:id="rId6"/>
    <p:sldId id="325" r:id="rId7"/>
    <p:sldId id="326" r:id="rId8"/>
    <p:sldId id="327" r:id="rId9"/>
    <p:sldId id="328" r:id="rId10"/>
    <p:sldId id="331" r:id="rId11"/>
    <p:sldId id="333" r:id="rId12"/>
    <p:sldId id="332" r:id="rId13"/>
    <p:sldId id="329" r:id="rId14"/>
    <p:sldId id="334" r:id="rId15"/>
    <p:sldId id="337" r:id="rId16"/>
    <p:sldId id="335" r:id="rId17"/>
    <p:sldId id="338" r:id="rId18"/>
    <p:sldId id="343" r:id="rId19"/>
    <p:sldId id="342" r:id="rId20"/>
    <p:sldId id="344" r:id="rId21"/>
    <p:sldId id="341" r:id="rId22"/>
    <p:sldId id="340" r:id="rId23"/>
    <p:sldId id="350" r:id="rId24"/>
    <p:sldId id="349" r:id="rId25"/>
    <p:sldId id="348" r:id="rId26"/>
    <p:sldId id="347" r:id="rId27"/>
    <p:sldId id="346" r:id="rId28"/>
    <p:sldId id="355" r:id="rId29"/>
    <p:sldId id="354" r:id="rId30"/>
    <p:sldId id="353" r:id="rId31"/>
    <p:sldId id="352" r:id="rId32"/>
    <p:sldId id="351" r:id="rId33"/>
    <p:sldId id="356" r:id="rId34"/>
    <p:sldId id="432" r:id="rId35"/>
    <p:sldId id="433" r:id="rId36"/>
    <p:sldId id="434" r:id="rId37"/>
    <p:sldId id="435" r:id="rId38"/>
    <p:sldId id="436" r:id="rId39"/>
    <p:sldId id="357" r:id="rId40"/>
    <p:sldId id="358" r:id="rId41"/>
    <p:sldId id="367" r:id="rId42"/>
    <p:sldId id="366" r:id="rId43"/>
    <p:sldId id="365" r:id="rId44"/>
    <p:sldId id="364" r:id="rId45"/>
    <p:sldId id="363" r:id="rId46"/>
    <p:sldId id="373" r:id="rId47"/>
    <p:sldId id="368" r:id="rId48"/>
    <p:sldId id="372" r:id="rId49"/>
    <p:sldId id="371" r:id="rId50"/>
    <p:sldId id="370" r:id="rId51"/>
    <p:sldId id="369" r:id="rId52"/>
    <p:sldId id="374" r:id="rId53"/>
    <p:sldId id="375" r:id="rId54"/>
    <p:sldId id="380" r:id="rId55"/>
    <p:sldId id="376" r:id="rId56"/>
    <p:sldId id="379" r:id="rId57"/>
    <p:sldId id="378" r:id="rId58"/>
    <p:sldId id="383" r:id="rId59"/>
    <p:sldId id="382" r:id="rId60"/>
    <p:sldId id="381" r:id="rId61"/>
    <p:sldId id="389" r:id="rId62"/>
    <p:sldId id="377" r:id="rId63"/>
    <p:sldId id="388" r:id="rId64"/>
    <p:sldId id="387" r:id="rId65"/>
    <p:sldId id="386" r:id="rId66"/>
    <p:sldId id="385" r:id="rId67"/>
    <p:sldId id="384" r:id="rId68"/>
    <p:sldId id="390" r:id="rId69"/>
    <p:sldId id="391" r:id="rId70"/>
    <p:sldId id="392" r:id="rId71"/>
    <p:sldId id="395" r:id="rId72"/>
    <p:sldId id="394" r:id="rId73"/>
    <p:sldId id="402" r:id="rId74"/>
    <p:sldId id="408" r:id="rId75"/>
    <p:sldId id="407" r:id="rId76"/>
    <p:sldId id="406" r:id="rId77"/>
    <p:sldId id="405" r:id="rId78"/>
    <p:sldId id="404" r:id="rId79"/>
    <p:sldId id="403" r:id="rId80"/>
    <p:sldId id="411" r:id="rId81"/>
    <p:sldId id="410" r:id="rId82"/>
    <p:sldId id="409" r:id="rId83"/>
    <p:sldId id="414" r:id="rId84"/>
    <p:sldId id="415" r:id="rId85"/>
    <p:sldId id="412" r:id="rId86"/>
    <p:sldId id="418" r:id="rId87"/>
    <p:sldId id="417" r:id="rId88"/>
    <p:sldId id="424" r:id="rId89"/>
    <p:sldId id="423" r:id="rId90"/>
    <p:sldId id="422" r:id="rId91"/>
    <p:sldId id="425" r:id="rId92"/>
    <p:sldId id="421" r:id="rId93"/>
    <p:sldId id="420" r:id="rId94"/>
    <p:sldId id="431" r:id="rId95"/>
    <p:sldId id="430" r:id="rId96"/>
    <p:sldId id="429" r:id="rId97"/>
    <p:sldId id="428" r:id="rId98"/>
    <p:sldId id="427" r:id="rId99"/>
  </p:sldIdLst>
  <p:sldSz cx="9144000" cy="5143500" type="screen16x9"/>
  <p:notesSz cx="6858000" cy="9144000"/>
  <p:custDataLst>
    <p:tags r:id="rId101"/>
  </p:custDataLst>
  <p:defaultTex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6F6F8"/>
    <a:srgbClr val="F9F9FB"/>
    <a:srgbClr val="314865"/>
    <a:srgbClr val="F8F8F7"/>
    <a:srgbClr val="0070C0"/>
    <a:srgbClr val="1B4171"/>
    <a:srgbClr val="004A82"/>
    <a:srgbClr val="0071C1"/>
    <a:srgbClr val="F5F5F5"/>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主题样式 1 - 强调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主题样式 1 - 强调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主题样式 1 - 强调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5758FB7-9AC5-4552-8A53-C91805E547FA}" styleName="主题样式 1 - 强调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91" autoAdjust="0"/>
    <p:restoredTop sz="95396" autoAdjust="0"/>
  </p:normalViewPr>
  <p:slideViewPr>
    <p:cSldViewPr snapToGrid="0">
      <p:cViewPr varScale="1">
        <p:scale>
          <a:sx n="90" d="100"/>
          <a:sy n="90" d="100"/>
        </p:scale>
        <p:origin x="-972" y="-102"/>
      </p:cViewPr>
      <p:guideLst>
        <p:guide orient="horz" pos="1620"/>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105"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20.wmf"/><Relationship Id="rId3" Type="http://schemas.openxmlformats.org/officeDocument/2006/relationships/image" Target="../media/image15.wmf"/><Relationship Id="rId7" Type="http://schemas.openxmlformats.org/officeDocument/2006/relationships/image" Target="../media/image19.wmf"/><Relationship Id="rId2" Type="http://schemas.openxmlformats.org/officeDocument/2006/relationships/image" Target="../media/image14.wmf"/><Relationship Id="rId1" Type="http://schemas.openxmlformats.org/officeDocument/2006/relationships/image" Target="../media/image13.wmf"/><Relationship Id="rId6" Type="http://schemas.openxmlformats.org/officeDocument/2006/relationships/image" Target="../media/image18.wmf"/><Relationship Id="rId11" Type="http://schemas.openxmlformats.org/officeDocument/2006/relationships/image" Target="../media/image23.wmf"/><Relationship Id="rId5" Type="http://schemas.openxmlformats.org/officeDocument/2006/relationships/image" Target="../media/image17.wmf"/><Relationship Id="rId10" Type="http://schemas.openxmlformats.org/officeDocument/2006/relationships/image" Target="../media/image22.wmf"/><Relationship Id="rId4" Type="http://schemas.openxmlformats.org/officeDocument/2006/relationships/image" Target="../media/image16.wmf"/><Relationship Id="rId9"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 Id="rId6" Type="http://schemas.openxmlformats.org/officeDocument/2006/relationships/image" Target="../media/image29.wmf"/><Relationship Id="rId5" Type="http://schemas.openxmlformats.org/officeDocument/2006/relationships/image" Target="../media/image28.wmf"/><Relationship Id="rId4" Type="http://schemas.openxmlformats.org/officeDocument/2006/relationships/image" Target="../media/image2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9.wmf"/><Relationship Id="rId2" Type="http://schemas.openxmlformats.org/officeDocument/2006/relationships/image" Target="../media/image38.wmf"/><Relationship Id="rId1" Type="http://schemas.openxmlformats.org/officeDocument/2006/relationships/image" Target="../media/image37.wmf"/><Relationship Id="rId4" Type="http://schemas.openxmlformats.org/officeDocument/2006/relationships/image" Target="../media/image40.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2.wmf"/><Relationship Id="rId1"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7.wmf"/><Relationship Id="rId3" Type="http://schemas.openxmlformats.org/officeDocument/2006/relationships/image" Target="../media/image52.wmf"/><Relationship Id="rId7" Type="http://schemas.openxmlformats.org/officeDocument/2006/relationships/image" Target="../media/image56.wmf"/><Relationship Id="rId2" Type="http://schemas.openxmlformats.org/officeDocument/2006/relationships/image" Target="../media/image51.wmf"/><Relationship Id="rId1" Type="http://schemas.openxmlformats.org/officeDocument/2006/relationships/image" Target="../media/image50.wmf"/><Relationship Id="rId6" Type="http://schemas.openxmlformats.org/officeDocument/2006/relationships/image" Target="../media/image55.wmf"/><Relationship Id="rId5" Type="http://schemas.openxmlformats.org/officeDocument/2006/relationships/image" Target="../media/image54.wmf"/><Relationship Id="rId4" Type="http://schemas.openxmlformats.org/officeDocument/2006/relationships/image" Target="../media/image53.wmf"/><Relationship Id="rId9"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1.emf"/><Relationship Id="rId2" Type="http://schemas.openxmlformats.org/officeDocument/2006/relationships/image" Target="../media/image60.emf"/><Relationship Id="rId1" Type="http://schemas.openxmlformats.org/officeDocument/2006/relationships/image" Target="../media/image59.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64.emf"/><Relationship Id="rId2" Type="http://schemas.openxmlformats.org/officeDocument/2006/relationships/image" Target="../media/image63.emf"/><Relationship Id="rId1" Type="http://schemas.openxmlformats.org/officeDocument/2006/relationships/image" Target="../media/image62.e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image" Target="../media/image66.emf"/><Relationship Id="rId1" Type="http://schemas.openxmlformats.org/officeDocument/2006/relationships/image" Target="../media/image65.emf"/><Relationship Id="rId4" Type="http://schemas.openxmlformats.org/officeDocument/2006/relationships/image" Target="../media/image68.e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76.wmf"/><Relationship Id="rId3" Type="http://schemas.openxmlformats.org/officeDocument/2006/relationships/image" Target="../media/image71.wmf"/><Relationship Id="rId7" Type="http://schemas.openxmlformats.org/officeDocument/2006/relationships/image" Target="../media/image75.wmf"/><Relationship Id="rId2" Type="http://schemas.openxmlformats.org/officeDocument/2006/relationships/image" Target="../media/image70.wmf"/><Relationship Id="rId1" Type="http://schemas.openxmlformats.org/officeDocument/2006/relationships/image" Target="../media/image69.wmf"/><Relationship Id="rId6" Type="http://schemas.openxmlformats.org/officeDocument/2006/relationships/image" Target="../media/image74.wmf"/><Relationship Id="rId5" Type="http://schemas.openxmlformats.org/officeDocument/2006/relationships/image" Target="../media/image73.wmf"/><Relationship Id="rId4" Type="http://schemas.openxmlformats.org/officeDocument/2006/relationships/image" Target="../media/image72.wmf"/><Relationship Id="rId9" Type="http://schemas.openxmlformats.org/officeDocument/2006/relationships/image" Target="../media/image7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6.wmf"/><Relationship Id="rId7" Type="http://schemas.openxmlformats.org/officeDocument/2006/relationships/image" Target="../media/image90.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9.wmf"/><Relationship Id="rId5" Type="http://schemas.openxmlformats.org/officeDocument/2006/relationships/image" Target="../media/image88.wmf"/><Relationship Id="rId4" Type="http://schemas.openxmlformats.org/officeDocument/2006/relationships/image" Target="../media/image8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3.wmf"/><Relationship Id="rId2" Type="http://schemas.openxmlformats.org/officeDocument/2006/relationships/image" Target="../media/image92.wmf"/><Relationship Id="rId1" Type="http://schemas.openxmlformats.org/officeDocument/2006/relationships/image" Target="../media/image91.wmf"/><Relationship Id="rId5" Type="http://schemas.openxmlformats.org/officeDocument/2006/relationships/image" Target="../media/image95.wmf"/><Relationship Id="rId4" Type="http://schemas.openxmlformats.org/officeDocument/2006/relationships/image" Target="../media/image9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9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01.wmf"/><Relationship Id="rId2" Type="http://schemas.openxmlformats.org/officeDocument/2006/relationships/image" Target="../media/image97.wmf"/><Relationship Id="rId1" Type="http://schemas.openxmlformats.org/officeDocument/2006/relationships/image" Target="../media/image96.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04.wmf"/><Relationship Id="rId2" Type="http://schemas.openxmlformats.org/officeDocument/2006/relationships/image" Target="../media/image103.wmf"/><Relationship Id="rId1" Type="http://schemas.openxmlformats.org/officeDocument/2006/relationships/image" Target="../media/image102.wmf"/><Relationship Id="rId5" Type="http://schemas.openxmlformats.org/officeDocument/2006/relationships/image" Target="../media/image106.wmf"/><Relationship Id="rId4" Type="http://schemas.openxmlformats.org/officeDocument/2006/relationships/image" Target="../media/image105.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07.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15.wmf"/><Relationship Id="rId13" Type="http://schemas.openxmlformats.org/officeDocument/2006/relationships/image" Target="../media/image120.wmf"/><Relationship Id="rId18" Type="http://schemas.openxmlformats.org/officeDocument/2006/relationships/image" Target="../media/image125.wmf"/><Relationship Id="rId26" Type="http://schemas.openxmlformats.org/officeDocument/2006/relationships/image" Target="../media/image133.wmf"/><Relationship Id="rId3" Type="http://schemas.openxmlformats.org/officeDocument/2006/relationships/image" Target="../media/image110.wmf"/><Relationship Id="rId21" Type="http://schemas.openxmlformats.org/officeDocument/2006/relationships/image" Target="../media/image128.wmf"/><Relationship Id="rId7" Type="http://schemas.openxmlformats.org/officeDocument/2006/relationships/image" Target="../media/image114.wmf"/><Relationship Id="rId12" Type="http://schemas.openxmlformats.org/officeDocument/2006/relationships/image" Target="../media/image119.wmf"/><Relationship Id="rId17" Type="http://schemas.openxmlformats.org/officeDocument/2006/relationships/image" Target="../media/image124.wmf"/><Relationship Id="rId25" Type="http://schemas.openxmlformats.org/officeDocument/2006/relationships/image" Target="../media/image132.wmf"/><Relationship Id="rId2" Type="http://schemas.openxmlformats.org/officeDocument/2006/relationships/image" Target="../media/image109.wmf"/><Relationship Id="rId16" Type="http://schemas.openxmlformats.org/officeDocument/2006/relationships/image" Target="../media/image123.wmf"/><Relationship Id="rId20" Type="http://schemas.openxmlformats.org/officeDocument/2006/relationships/image" Target="../media/image127.wmf"/><Relationship Id="rId1" Type="http://schemas.openxmlformats.org/officeDocument/2006/relationships/image" Target="../media/image108.wmf"/><Relationship Id="rId6" Type="http://schemas.openxmlformats.org/officeDocument/2006/relationships/image" Target="../media/image113.wmf"/><Relationship Id="rId11" Type="http://schemas.openxmlformats.org/officeDocument/2006/relationships/image" Target="../media/image118.wmf"/><Relationship Id="rId24" Type="http://schemas.openxmlformats.org/officeDocument/2006/relationships/image" Target="../media/image131.wmf"/><Relationship Id="rId5" Type="http://schemas.openxmlformats.org/officeDocument/2006/relationships/image" Target="../media/image112.wmf"/><Relationship Id="rId15" Type="http://schemas.openxmlformats.org/officeDocument/2006/relationships/image" Target="../media/image122.wmf"/><Relationship Id="rId23" Type="http://schemas.openxmlformats.org/officeDocument/2006/relationships/image" Target="../media/image130.wmf"/><Relationship Id="rId28" Type="http://schemas.openxmlformats.org/officeDocument/2006/relationships/image" Target="../media/image135.wmf"/><Relationship Id="rId10" Type="http://schemas.openxmlformats.org/officeDocument/2006/relationships/image" Target="../media/image117.wmf"/><Relationship Id="rId19" Type="http://schemas.openxmlformats.org/officeDocument/2006/relationships/image" Target="../media/image126.wmf"/><Relationship Id="rId4" Type="http://schemas.openxmlformats.org/officeDocument/2006/relationships/image" Target="../media/image111.wmf"/><Relationship Id="rId9" Type="http://schemas.openxmlformats.org/officeDocument/2006/relationships/image" Target="../media/image116.wmf"/><Relationship Id="rId14" Type="http://schemas.openxmlformats.org/officeDocument/2006/relationships/image" Target="../media/image121.wmf"/><Relationship Id="rId22" Type="http://schemas.openxmlformats.org/officeDocument/2006/relationships/image" Target="../media/image129.wmf"/><Relationship Id="rId27" Type="http://schemas.openxmlformats.org/officeDocument/2006/relationships/image" Target="../media/image134.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8.wmf"/><Relationship Id="rId2" Type="http://schemas.openxmlformats.org/officeDocument/2006/relationships/image" Target="../media/image137.wmf"/><Relationship Id="rId1" Type="http://schemas.openxmlformats.org/officeDocument/2006/relationships/image" Target="../media/image136.wmf"/><Relationship Id="rId4" Type="http://schemas.openxmlformats.org/officeDocument/2006/relationships/image" Target="../media/image139.wmf"/></Relationships>
</file>

<file path=ppt/drawings/_rels/vmlDrawing26.vml.rels><?xml version="1.0" encoding="UTF-8" standalone="yes"?>
<Relationships xmlns="http://schemas.openxmlformats.org/package/2006/relationships"><Relationship Id="rId2" Type="http://schemas.openxmlformats.org/officeDocument/2006/relationships/image" Target="../media/image141.wmf"/><Relationship Id="rId1" Type="http://schemas.openxmlformats.org/officeDocument/2006/relationships/image" Target="../media/image140.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42.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49.w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157.wmf"/><Relationship Id="rId3" Type="http://schemas.openxmlformats.org/officeDocument/2006/relationships/image" Target="../media/image152.wmf"/><Relationship Id="rId7" Type="http://schemas.openxmlformats.org/officeDocument/2006/relationships/image" Target="../media/image156.wmf"/><Relationship Id="rId2" Type="http://schemas.openxmlformats.org/officeDocument/2006/relationships/image" Target="../media/image151.wmf"/><Relationship Id="rId1" Type="http://schemas.openxmlformats.org/officeDocument/2006/relationships/image" Target="../media/image150.wmf"/><Relationship Id="rId6" Type="http://schemas.openxmlformats.org/officeDocument/2006/relationships/image" Target="../media/image155.wmf"/><Relationship Id="rId5" Type="http://schemas.openxmlformats.org/officeDocument/2006/relationships/image" Target="../media/image154.wmf"/><Relationship Id="rId4" Type="http://schemas.openxmlformats.org/officeDocument/2006/relationships/image" Target="../media/image153.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59.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60.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162.wmf"/><Relationship Id="rId1" Type="http://schemas.openxmlformats.org/officeDocument/2006/relationships/image" Target="../media/image161.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63.wmf"/></Relationships>
</file>

<file path=ppt/drawings/_rels/vmlDrawing34.vml.rels><?xml version="1.0" encoding="UTF-8" standalone="yes"?>
<Relationships xmlns="http://schemas.openxmlformats.org/package/2006/relationships"><Relationship Id="rId8" Type="http://schemas.openxmlformats.org/officeDocument/2006/relationships/image" Target="../media/image171.emf"/><Relationship Id="rId3" Type="http://schemas.openxmlformats.org/officeDocument/2006/relationships/image" Target="../media/image166.emf"/><Relationship Id="rId7" Type="http://schemas.openxmlformats.org/officeDocument/2006/relationships/image" Target="../media/image170.emf"/><Relationship Id="rId2" Type="http://schemas.openxmlformats.org/officeDocument/2006/relationships/image" Target="../media/image165.emf"/><Relationship Id="rId1" Type="http://schemas.openxmlformats.org/officeDocument/2006/relationships/image" Target="../media/image164.emf"/><Relationship Id="rId6" Type="http://schemas.openxmlformats.org/officeDocument/2006/relationships/image" Target="../media/image169.emf"/><Relationship Id="rId5" Type="http://schemas.openxmlformats.org/officeDocument/2006/relationships/image" Target="../media/image168.emf"/><Relationship Id="rId4" Type="http://schemas.openxmlformats.org/officeDocument/2006/relationships/image" Target="../media/image167.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 Id="rId4" Type="http://schemas.openxmlformats.org/officeDocument/2006/relationships/image" Target="../media/image175.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178.wmf"/><Relationship Id="rId2" Type="http://schemas.openxmlformats.org/officeDocument/2006/relationships/image" Target="../media/image177.wmf"/><Relationship Id="rId1" Type="http://schemas.openxmlformats.org/officeDocument/2006/relationships/image" Target="../media/image176.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186.wmf"/><Relationship Id="rId3" Type="http://schemas.openxmlformats.org/officeDocument/2006/relationships/image" Target="../media/image181.wmf"/><Relationship Id="rId7" Type="http://schemas.openxmlformats.org/officeDocument/2006/relationships/image" Target="../media/image185.wmf"/><Relationship Id="rId2" Type="http://schemas.openxmlformats.org/officeDocument/2006/relationships/image" Target="../media/image180.wmf"/><Relationship Id="rId1" Type="http://schemas.openxmlformats.org/officeDocument/2006/relationships/image" Target="../media/image179.wmf"/><Relationship Id="rId6" Type="http://schemas.openxmlformats.org/officeDocument/2006/relationships/image" Target="../media/image184.wmf"/><Relationship Id="rId5" Type="http://schemas.openxmlformats.org/officeDocument/2006/relationships/image" Target="../media/image183.wmf"/><Relationship Id="rId10" Type="http://schemas.openxmlformats.org/officeDocument/2006/relationships/image" Target="../media/image188.wmf"/><Relationship Id="rId4" Type="http://schemas.openxmlformats.org/officeDocument/2006/relationships/image" Target="../media/image182.wmf"/><Relationship Id="rId9" Type="http://schemas.openxmlformats.org/officeDocument/2006/relationships/image" Target="../media/image187.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196.wmf"/><Relationship Id="rId3" Type="http://schemas.openxmlformats.org/officeDocument/2006/relationships/image" Target="../media/image191.wmf"/><Relationship Id="rId7" Type="http://schemas.openxmlformats.org/officeDocument/2006/relationships/image" Target="../media/image195.wmf"/><Relationship Id="rId2" Type="http://schemas.openxmlformats.org/officeDocument/2006/relationships/image" Target="../media/image190.wmf"/><Relationship Id="rId1" Type="http://schemas.openxmlformats.org/officeDocument/2006/relationships/image" Target="../media/image189.wmf"/><Relationship Id="rId6" Type="http://schemas.openxmlformats.org/officeDocument/2006/relationships/image" Target="../media/image194.wmf"/><Relationship Id="rId5" Type="http://schemas.openxmlformats.org/officeDocument/2006/relationships/image" Target="../media/image193.wmf"/><Relationship Id="rId4" Type="http://schemas.openxmlformats.org/officeDocument/2006/relationships/image" Target="../media/image192.wmf"/><Relationship Id="rId9" Type="http://schemas.openxmlformats.org/officeDocument/2006/relationships/image" Target="../media/image197.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205.wmf"/><Relationship Id="rId3" Type="http://schemas.openxmlformats.org/officeDocument/2006/relationships/image" Target="../media/image200.wmf"/><Relationship Id="rId7" Type="http://schemas.openxmlformats.org/officeDocument/2006/relationships/image" Target="../media/image204.wmf"/><Relationship Id="rId2" Type="http://schemas.openxmlformats.org/officeDocument/2006/relationships/image" Target="../media/image199.wmf"/><Relationship Id="rId1" Type="http://schemas.openxmlformats.org/officeDocument/2006/relationships/image" Target="../media/image198.wmf"/><Relationship Id="rId6" Type="http://schemas.openxmlformats.org/officeDocument/2006/relationships/image" Target="../media/image203.wmf"/><Relationship Id="rId5" Type="http://schemas.openxmlformats.org/officeDocument/2006/relationships/image" Target="../media/image202.wmf"/><Relationship Id="rId10" Type="http://schemas.openxmlformats.org/officeDocument/2006/relationships/image" Target="../media/image207.wmf"/><Relationship Id="rId4" Type="http://schemas.openxmlformats.org/officeDocument/2006/relationships/image" Target="../media/image201.wmf"/><Relationship Id="rId9" Type="http://schemas.openxmlformats.org/officeDocument/2006/relationships/image" Target="../media/image206.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10.wmf"/><Relationship Id="rId2" Type="http://schemas.openxmlformats.org/officeDocument/2006/relationships/image" Target="../media/image209.wmf"/><Relationship Id="rId1" Type="http://schemas.openxmlformats.org/officeDocument/2006/relationships/image" Target="../media/image208.wmf"/><Relationship Id="rId5" Type="http://schemas.openxmlformats.org/officeDocument/2006/relationships/image" Target="../media/image212.wmf"/><Relationship Id="rId4" Type="http://schemas.openxmlformats.org/officeDocument/2006/relationships/image" Target="../media/image211.w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215.wmf"/><Relationship Id="rId7" Type="http://schemas.openxmlformats.org/officeDocument/2006/relationships/image" Target="../media/image219.wmf"/><Relationship Id="rId2" Type="http://schemas.openxmlformats.org/officeDocument/2006/relationships/image" Target="../media/image214.wmf"/><Relationship Id="rId1" Type="http://schemas.openxmlformats.org/officeDocument/2006/relationships/image" Target="../media/image213.wmf"/><Relationship Id="rId6" Type="http://schemas.openxmlformats.org/officeDocument/2006/relationships/image" Target="../media/image218.wmf"/><Relationship Id="rId5" Type="http://schemas.openxmlformats.org/officeDocument/2006/relationships/image" Target="../media/image217.wmf"/><Relationship Id="rId4" Type="http://schemas.openxmlformats.org/officeDocument/2006/relationships/image" Target="../media/image216.wmf"/></Relationships>
</file>

<file path=ppt/drawings/_rels/vmlDrawing42.vml.rels><?xml version="1.0" encoding="UTF-8" standalone="yes"?>
<Relationships xmlns="http://schemas.openxmlformats.org/package/2006/relationships"><Relationship Id="rId8" Type="http://schemas.openxmlformats.org/officeDocument/2006/relationships/image" Target="../media/image227.wmf"/><Relationship Id="rId3" Type="http://schemas.openxmlformats.org/officeDocument/2006/relationships/image" Target="../media/image222.wmf"/><Relationship Id="rId7" Type="http://schemas.openxmlformats.org/officeDocument/2006/relationships/image" Target="../media/image226.wmf"/><Relationship Id="rId2" Type="http://schemas.openxmlformats.org/officeDocument/2006/relationships/image" Target="../media/image221.wmf"/><Relationship Id="rId1" Type="http://schemas.openxmlformats.org/officeDocument/2006/relationships/image" Target="../media/image220.wmf"/><Relationship Id="rId6" Type="http://schemas.openxmlformats.org/officeDocument/2006/relationships/image" Target="../media/image225.wmf"/><Relationship Id="rId11" Type="http://schemas.openxmlformats.org/officeDocument/2006/relationships/image" Target="../media/image230.wmf"/><Relationship Id="rId5" Type="http://schemas.openxmlformats.org/officeDocument/2006/relationships/image" Target="../media/image224.wmf"/><Relationship Id="rId10" Type="http://schemas.openxmlformats.org/officeDocument/2006/relationships/image" Target="../media/image229.wmf"/><Relationship Id="rId4" Type="http://schemas.openxmlformats.org/officeDocument/2006/relationships/image" Target="../media/image223.wmf"/><Relationship Id="rId9" Type="http://schemas.openxmlformats.org/officeDocument/2006/relationships/image" Target="../media/image228.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238.wmf"/><Relationship Id="rId3" Type="http://schemas.openxmlformats.org/officeDocument/2006/relationships/image" Target="../media/image233.wmf"/><Relationship Id="rId7" Type="http://schemas.openxmlformats.org/officeDocument/2006/relationships/image" Target="../media/image237.wmf"/><Relationship Id="rId2" Type="http://schemas.openxmlformats.org/officeDocument/2006/relationships/image" Target="../media/image232.wmf"/><Relationship Id="rId1" Type="http://schemas.openxmlformats.org/officeDocument/2006/relationships/image" Target="../media/image231.wmf"/><Relationship Id="rId6" Type="http://schemas.openxmlformats.org/officeDocument/2006/relationships/image" Target="../media/image236.wmf"/><Relationship Id="rId11" Type="http://schemas.openxmlformats.org/officeDocument/2006/relationships/image" Target="../media/image241.wmf"/><Relationship Id="rId5" Type="http://schemas.openxmlformats.org/officeDocument/2006/relationships/image" Target="../media/image235.wmf"/><Relationship Id="rId10" Type="http://schemas.openxmlformats.org/officeDocument/2006/relationships/image" Target="../media/image240.wmf"/><Relationship Id="rId4" Type="http://schemas.openxmlformats.org/officeDocument/2006/relationships/image" Target="../media/image234.wmf"/><Relationship Id="rId9" Type="http://schemas.openxmlformats.org/officeDocument/2006/relationships/image" Target="../media/image239.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249.wmf"/><Relationship Id="rId3" Type="http://schemas.openxmlformats.org/officeDocument/2006/relationships/image" Target="../media/image244.wmf"/><Relationship Id="rId7" Type="http://schemas.openxmlformats.org/officeDocument/2006/relationships/image" Target="../media/image248.wmf"/><Relationship Id="rId2" Type="http://schemas.openxmlformats.org/officeDocument/2006/relationships/image" Target="../media/image243.wmf"/><Relationship Id="rId1" Type="http://schemas.openxmlformats.org/officeDocument/2006/relationships/image" Target="../media/image242.wmf"/><Relationship Id="rId6" Type="http://schemas.openxmlformats.org/officeDocument/2006/relationships/image" Target="../media/image247.wmf"/><Relationship Id="rId5" Type="http://schemas.openxmlformats.org/officeDocument/2006/relationships/image" Target="../media/image246.wmf"/><Relationship Id="rId10" Type="http://schemas.openxmlformats.org/officeDocument/2006/relationships/image" Target="../media/image251.wmf"/><Relationship Id="rId4" Type="http://schemas.openxmlformats.org/officeDocument/2006/relationships/image" Target="../media/image245.wmf"/><Relationship Id="rId9" Type="http://schemas.openxmlformats.org/officeDocument/2006/relationships/image" Target="../media/image250.wmf"/></Relationships>
</file>

<file path=ppt/drawings/_rels/vmlDrawing45.vml.rels><?xml version="1.0" encoding="UTF-8" standalone="yes"?>
<Relationships xmlns="http://schemas.openxmlformats.org/package/2006/relationships"><Relationship Id="rId8" Type="http://schemas.openxmlformats.org/officeDocument/2006/relationships/image" Target="../media/image259.wmf"/><Relationship Id="rId13" Type="http://schemas.openxmlformats.org/officeDocument/2006/relationships/image" Target="../media/image264.wmf"/><Relationship Id="rId18" Type="http://schemas.openxmlformats.org/officeDocument/2006/relationships/image" Target="../media/image269.wmf"/><Relationship Id="rId3" Type="http://schemas.openxmlformats.org/officeDocument/2006/relationships/image" Target="../media/image254.wmf"/><Relationship Id="rId7" Type="http://schemas.openxmlformats.org/officeDocument/2006/relationships/image" Target="../media/image258.wmf"/><Relationship Id="rId12" Type="http://schemas.openxmlformats.org/officeDocument/2006/relationships/image" Target="../media/image263.wmf"/><Relationship Id="rId17" Type="http://schemas.openxmlformats.org/officeDocument/2006/relationships/image" Target="../media/image268.wmf"/><Relationship Id="rId2" Type="http://schemas.openxmlformats.org/officeDocument/2006/relationships/image" Target="../media/image253.wmf"/><Relationship Id="rId16" Type="http://schemas.openxmlformats.org/officeDocument/2006/relationships/image" Target="../media/image267.wmf"/><Relationship Id="rId20" Type="http://schemas.openxmlformats.org/officeDocument/2006/relationships/image" Target="../media/image271.wmf"/><Relationship Id="rId1" Type="http://schemas.openxmlformats.org/officeDocument/2006/relationships/image" Target="../media/image252.wmf"/><Relationship Id="rId6" Type="http://schemas.openxmlformats.org/officeDocument/2006/relationships/image" Target="../media/image257.wmf"/><Relationship Id="rId11" Type="http://schemas.openxmlformats.org/officeDocument/2006/relationships/image" Target="../media/image262.wmf"/><Relationship Id="rId5" Type="http://schemas.openxmlformats.org/officeDocument/2006/relationships/image" Target="../media/image256.wmf"/><Relationship Id="rId15" Type="http://schemas.openxmlformats.org/officeDocument/2006/relationships/image" Target="../media/image266.wmf"/><Relationship Id="rId10" Type="http://schemas.openxmlformats.org/officeDocument/2006/relationships/image" Target="../media/image261.wmf"/><Relationship Id="rId19" Type="http://schemas.openxmlformats.org/officeDocument/2006/relationships/image" Target="../media/image270.wmf"/><Relationship Id="rId4" Type="http://schemas.openxmlformats.org/officeDocument/2006/relationships/image" Target="../media/image255.wmf"/><Relationship Id="rId9" Type="http://schemas.openxmlformats.org/officeDocument/2006/relationships/image" Target="../media/image260.wmf"/><Relationship Id="rId14" Type="http://schemas.openxmlformats.org/officeDocument/2006/relationships/image" Target="../media/image265.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53.wmf"/><Relationship Id="rId7" Type="http://schemas.openxmlformats.org/officeDocument/2006/relationships/image" Target="../media/image257.wmf"/><Relationship Id="rId2" Type="http://schemas.openxmlformats.org/officeDocument/2006/relationships/image" Target="../media/image252.wmf"/><Relationship Id="rId1" Type="http://schemas.openxmlformats.org/officeDocument/2006/relationships/image" Target="../media/image272.wmf"/><Relationship Id="rId6" Type="http://schemas.openxmlformats.org/officeDocument/2006/relationships/image" Target="../media/image256.wmf"/><Relationship Id="rId5" Type="http://schemas.openxmlformats.org/officeDocument/2006/relationships/image" Target="../media/image255.wmf"/><Relationship Id="rId4" Type="http://schemas.openxmlformats.org/officeDocument/2006/relationships/image" Target="../media/image254.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75.wmf"/><Relationship Id="rId2" Type="http://schemas.openxmlformats.org/officeDocument/2006/relationships/image" Target="../media/image274.wmf"/><Relationship Id="rId1" Type="http://schemas.openxmlformats.org/officeDocument/2006/relationships/image" Target="../media/image273.wmf"/><Relationship Id="rId4" Type="http://schemas.openxmlformats.org/officeDocument/2006/relationships/image" Target="../media/image276.wmf"/></Relationships>
</file>

<file path=ppt/drawings/_rels/vmlDrawing48.vml.rels><?xml version="1.0" encoding="UTF-8" standalone="yes"?>
<Relationships xmlns="http://schemas.openxmlformats.org/package/2006/relationships"><Relationship Id="rId8" Type="http://schemas.openxmlformats.org/officeDocument/2006/relationships/image" Target="../media/image284.wmf"/><Relationship Id="rId13" Type="http://schemas.openxmlformats.org/officeDocument/2006/relationships/image" Target="../media/image289.wmf"/><Relationship Id="rId3" Type="http://schemas.openxmlformats.org/officeDocument/2006/relationships/image" Target="../media/image279.wmf"/><Relationship Id="rId7" Type="http://schemas.openxmlformats.org/officeDocument/2006/relationships/image" Target="../media/image283.wmf"/><Relationship Id="rId12" Type="http://schemas.openxmlformats.org/officeDocument/2006/relationships/image" Target="../media/image288.wmf"/><Relationship Id="rId2" Type="http://schemas.openxmlformats.org/officeDocument/2006/relationships/image" Target="../media/image278.wmf"/><Relationship Id="rId1" Type="http://schemas.openxmlformats.org/officeDocument/2006/relationships/image" Target="../media/image277.wmf"/><Relationship Id="rId6" Type="http://schemas.openxmlformats.org/officeDocument/2006/relationships/image" Target="../media/image282.wmf"/><Relationship Id="rId11" Type="http://schemas.openxmlformats.org/officeDocument/2006/relationships/image" Target="../media/image287.wmf"/><Relationship Id="rId5" Type="http://schemas.openxmlformats.org/officeDocument/2006/relationships/image" Target="../media/image281.wmf"/><Relationship Id="rId10" Type="http://schemas.openxmlformats.org/officeDocument/2006/relationships/image" Target="../media/image286.wmf"/><Relationship Id="rId4" Type="http://schemas.openxmlformats.org/officeDocument/2006/relationships/image" Target="../media/image280.wmf"/><Relationship Id="rId9" Type="http://schemas.openxmlformats.org/officeDocument/2006/relationships/image" Target="../media/image285.wmf"/><Relationship Id="rId14" Type="http://schemas.openxmlformats.org/officeDocument/2006/relationships/image" Target="../media/image290.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93.wmf"/><Relationship Id="rId2" Type="http://schemas.openxmlformats.org/officeDocument/2006/relationships/image" Target="../media/image292.wmf"/><Relationship Id="rId1" Type="http://schemas.openxmlformats.org/officeDocument/2006/relationships/image" Target="../media/image291.wmf"/><Relationship Id="rId6" Type="http://schemas.openxmlformats.org/officeDocument/2006/relationships/image" Target="../media/image296.wmf"/><Relationship Id="rId5" Type="http://schemas.openxmlformats.org/officeDocument/2006/relationships/image" Target="../media/image295.wmf"/><Relationship Id="rId4" Type="http://schemas.openxmlformats.org/officeDocument/2006/relationships/image" Target="../media/image294.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304.wmf"/><Relationship Id="rId3" Type="http://schemas.openxmlformats.org/officeDocument/2006/relationships/image" Target="../media/image299.wmf"/><Relationship Id="rId7" Type="http://schemas.openxmlformats.org/officeDocument/2006/relationships/image" Target="../media/image303.wmf"/><Relationship Id="rId12" Type="http://schemas.openxmlformats.org/officeDocument/2006/relationships/image" Target="../media/image308.wmf"/><Relationship Id="rId2" Type="http://schemas.openxmlformats.org/officeDocument/2006/relationships/image" Target="../media/image298.wmf"/><Relationship Id="rId1" Type="http://schemas.openxmlformats.org/officeDocument/2006/relationships/image" Target="../media/image297.wmf"/><Relationship Id="rId6" Type="http://schemas.openxmlformats.org/officeDocument/2006/relationships/image" Target="../media/image302.wmf"/><Relationship Id="rId11" Type="http://schemas.openxmlformats.org/officeDocument/2006/relationships/image" Target="../media/image307.wmf"/><Relationship Id="rId5" Type="http://schemas.openxmlformats.org/officeDocument/2006/relationships/image" Target="../media/image301.wmf"/><Relationship Id="rId10" Type="http://schemas.openxmlformats.org/officeDocument/2006/relationships/image" Target="../media/image306.wmf"/><Relationship Id="rId4" Type="http://schemas.openxmlformats.org/officeDocument/2006/relationships/image" Target="../media/image300.wmf"/><Relationship Id="rId9" Type="http://schemas.openxmlformats.org/officeDocument/2006/relationships/image" Target="../media/image305.w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310.wmf"/><Relationship Id="rId7" Type="http://schemas.openxmlformats.org/officeDocument/2006/relationships/image" Target="../media/image314.wmf"/><Relationship Id="rId2" Type="http://schemas.openxmlformats.org/officeDocument/2006/relationships/image" Target="../media/image309.wmf"/><Relationship Id="rId1" Type="http://schemas.openxmlformats.org/officeDocument/2006/relationships/image" Target="../media/image299.wmf"/><Relationship Id="rId6" Type="http://schemas.openxmlformats.org/officeDocument/2006/relationships/image" Target="../media/image313.wmf"/><Relationship Id="rId5" Type="http://schemas.openxmlformats.org/officeDocument/2006/relationships/image" Target="../media/image312.wmf"/><Relationship Id="rId4" Type="http://schemas.openxmlformats.org/officeDocument/2006/relationships/image" Target="../media/image311.w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317.wmf"/><Relationship Id="rId2" Type="http://schemas.openxmlformats.org/officeDocument/2006/relationships/image" Target="../media/image316.wmf"/><Relationship Id="rId1" Type="http://schemas.openxmlformats.org/officeDocument/2006/relationships/image" Target="../media/image315.wmf"/><Relationship Id="rId6" Type="http://schemas.openxmlformats.org/officeDocument/2006/relationships/image" Target="../media/image320.wmf"/><Relationship Id="rId5" Type="http://schemas.openxmlformats.org/officeDocument/2006/relationships/image" Target="../media/image319.wmf"/><Relationship Id="rId4" Type="http://schemas.openxmlformats.org/officeDocument/2006/relationships/image" Target="../media/image318.wmf"/></Relationships>
</file>

<file path=ppt/drawings/_rels/vmlDrawing53.vml.rels><?xml version="1.0" encoding="UTF-8" standalone="yes"?>
<Relationships xmlns="http://schemas.openxmlformats.org/package/2006/relationships"><Relationship Id="rId3" Type="http://schemas.openxmlformats.org/officeDocument/2006/relationships/image" Target="../media/image323.wmf"/><Relationship Id="rId2" Type="http://schemas.openxmlformats.org/officeDocument/2006/relationships/image" Target="../media/image322.wmf"/><Relationship Id="rId1" Type="http://schemas.openxmlformats.org/officeDocument/2006/relationships/image" Target="../media/image321.wmf"/><Relationship Id="rId4" Type="http://schemas.openxmlformats.org/officeDocument/2006/relationships/image" Target="../media/image324.wmf"/></Relationships>
</file>

<file path=ppt/drawings/_rels/vmlDrawing54.vml.rels><?xml version="1.0" encoding="UTF-8" standalone="yes"?>
<Relationships xmlns="http://schemas.openxmlformats.org/package/2006/relationships"><Relationship Id="rId8" Type="http://schemas.openxmlformats.org/officeDocument/2006/relationships/image" Target="../media/image332.wmf"/><Relationship Id="rId13" Type="http://schemas.openxmlformats.org/officeDocument/2006/relationships/image" Target="../media/image337.wmf"/><Relationship Id="rId3" Type="http://schemas.openxmlformats.org/officeDocument/2006/relationships/image" Target="../media/image327.wmf"/><Relationship Id="rId7" Type="http://schemas.openxmlformats.org/officeDocument/2006/relationships/image" Target="../media/image331.wmf"/><Relationship Id="rId12" Type="http://schemas.openxmlformats.org/officeDocument/2006/relationships/image" Target="../media/image336.wmf"/><Relationship Id="rId2" Type="http://schemas.openxmlformats.org/officeDocument/2006/relationships/image" Target="../media/image326.wmf"/><Relationship Id="rId1" Type="http://schemas.openxmlformats.org/officeDocument/2006/relationships/image" Target="../media/image325.wmf"/><Relationship Id="rId6" Type="http://schemas.openxmlformats.org/officeDocument/2006/relationships/image" Target="../media/image330.wmf"/><Relationship Id="rId11" Type="http://schemas.openxmlformats.org/officeDocument/2006/relationships/image" Target="../media/image335.wmf"/><Relationship Id="rId5" Type="http://schemas.openxmlformats.org/officeDocument/2006/relationships/image" Target="../media/image329.wmf"/><Relationship Id="rId15" Type="http://schemas.openxmlformats.org/officeDocument/2006/relationships/image" Target="../media/image339.wmf"/><Relationship Id="rId10" Type="http://schemas.openxmlformats.org/officeDocument/2006/relationships/image" Target="../media/image334.wmf"/><Relationship Id="rId4" Type="http://schemas.openxmlformats.org/officeDocument/2006/relationships/image" Target="../media/image328.wmf"/><Relationship Id="rId9" Type="http://schemas.openxmlformats.org/officeDocument/2006/relationships/image" Target="../media/image333.wmf"/><Relationship Id="rId14" Type="http://schemas.openxmlformats.org/officeDocument/2006/relationships/image" Target="../media/image338.wmf"/></Relationships>
</file>

<file path=ppt/drawings/_rels/vmlDrawing55.vml.rels><?xml version="1.0" encoding="UTF-8" standalone="yes"?>
<Relationships xmlns="http://schemas.openxmlformats.org/package/2006/relationships"><Relationship Id="rId3" Type="http://schemas.openxmlformats.org/officeDocument/2006/relationships/image" Target="../media/image342.wmf"/><Relationship Id="rId2" Type="http://schemas.openxmlformats.org/officeDocument/2006/relationships/image" Target="../media/image341.wmf"/><Relationship Id="rId1" Type="http://schemas.openxmlformats.org/officeDocument/2006/relationships/image" Target="../media/image340.wmf"/><Relationship Id="rId4" Type="http://schemas.openxmlformats.org/officeDocument/2006/relationships/image" Target="../media/image343.wmf"/></Relationships>
</file>

<file path=ppt/drawings/_rels/vmlDrawing56.vml.rels><?xml version="1.0" encoding="UTF-8" standalone="yes"?>
<Relationships xmlns="http://schemas.openxmlformats.org/package/2006/relationships"><Relationship Id="rId3" Type="http://schemas.openxmlformats.org/officeDocument/2006/relationships/image" Target="../media/image346.wmf"/><Relationship Id="rId2" Type="http://schemas.openxmlformats.org/officeDocument/2006/relationships/image" Target="../media/image345.wmf"/><Relationship Id="rId1" Type="http://schemas.openxmlformats.org/officeDocument/2006/relationships/image" Target="../media/image344.wmf"/><Relationship Id="rId5" Type="http://schemas.openxmlformats.org/officeDocument/2006/relationships/image" Target="../media/image348.wmf"/><Relationship Id="rId4" Type="http://schemas.openxmlformats.org/officeDocument/2006/relationships/image" Target="../media/image347.wmf"/></Relationships>
</file>

<file path=ppt/drawings/_rels/vmlDrawing57.vml.rels><?xml version="1.0" encoding="UTF-8" standalone="yes"?>
<Relationships xmlns="http://schemas.openxmlformats.org/package/2006/relationships"><Relationship Id="rId3" Type="http://schemas.openxmlformats.org/officeDocument/2006/relationships/image" Target="../media/image351.wmf"/><Relationship Id="rId2" Type="http://schemas.openxmlformats.org/officeDocument/2006/relationships/image" Target="../media/image350.wmf"/><Relationship Id="rId1" Type="http://schemas.openxmlformats.org/officeDocument/2006/relationships/image" Target="../media/image349.wmf"/><Relationship Id="rId4" Type="http://schemas.openxmlformats.org/officeDocument/2006/relationships/image" Target="../media/image352.wmf"/></Relationships>
</file>

<file path=ppt/drawings/_rels/vmlDrawing58.vml.rels><?xml version="1.0" encoding="UTF-8" standalone="yes"?>
<Relationships xmlns="http://schemas.openxmlformats.org/package/2006/relationships"><Relationship Id="rId3" Type="http://schemas.openxmlformats.org/officeDocument/2006/relationships/image" Target="../media/image355.wmf"/><Relationship Id="rId2" Type="http://schemas.openxmlformats.org/officeDocument/2006/relationships/image" Target="../media/image354.wmf"/><Relationship Id="rId1" Type="http://schemas.openxmlformats.org/officeDocument/2006/relationships/image" Target="../media/image353.wmf"/><Relationship Id="rId4" Type="http://schemas.openxmlformats.org/officeDocument/2006/relationships/image" Target="../media/image356.wmf"/></Relationships>
</file>

<file path=ppt/drawings/_rels/vmlDrawing59.vml.rels><?xml version="1.0" encoding="UTF-8" standalone="yes"?>
<Relationships xmlns="http://schemas.openxmlformats.org/package/2006/relationships"><Relationship Id="rId3" Type="http://schemas.openxmlformats.org/officeDocument/2006/relationships/image" Target="../media/image359.wmf"/><Relationship Id="rId2" Type="http://schemas.openxmlformats.org/officeDocument/2006/relationships/image" Target="../media/image358.wmf"/><Relationship Id="rId1" Type="http://schemas.openxmlformats.org/officeDocument/2006/relationships/image" Target="../media/image357.wmf"/></Relationships>
</file>

<file path=ppt/drawings/_rels/vmlDrawing60.vml.rels><?xml version="1.0" encoding="UTF-8" standalone="yes"?>
<Relationships xmlns="http://schemas.openxmlformats.org/package/2006/relationships"><Relationship Id="rId8" Type="http://schemas.openxmlformats.org/officeDocument/2006/relationships/image" Target="../media/image367.wmf"/><Relationship Id="rId3" Type="http://schemas.openxmlformats.org/officeDocument/2006/relationships/image" Target="../media/image362.wmf"/><Relationship Id="rId7" Type="http://schemas.openxmlformats.org/officeDocument/2006/relationships/image" Target="../media/image366.wmf"/><Relationship Id="rId2" Type="http://schemas.openxmlformats.org/officeDocument/2006/relationships/image" Target="../media/image361.wmf"/><Relationship Id="rId1" Type="http://schemas.openxmlformats.org/officeDocument/2006/relationships/image" Target="../media/image360.wmf"/><Relationship Id="rId6" Type="http://schemas.openxmlformats.org/officeDocument/2006/relationships/image" Target="../media/image365.wmf"/><Relationship Id="rId5" Type="http://schemas.openxmlformats.org/officeDocument/2006/relationships/image" Target="../media/image364.wmf"/><Relationship Id="rId10" Type="http://schemas.openxmlformats.org/officeDocument/2006/relationships/image" Target="../media/image369.wmf"/><Relationship Id="rId4" Type="http://schemas.openxmlformats.org/officeDocument/2006/relationships/image" Target="../media/image363.wmf"/><Relationship Id="rId9" Type="http://schemas.openxmlformats.org/officeDocument/2006/relationships/image" Target="../media/image368.wmf"/></Relationships>
</file>

<file path=ppt/drawings/_rels/vmlDrawing61.vml.rels><?xml version="1.0" encoding="UTF-8" standalone="yes"?>
<Relationships xmlns="http://schemas.openxmlformats.org/package/2006/relationships"><Relationship Id="rId8" Type="http://schemas.openxmlformats.org/officeDocument/2006/relationships/image" Target="../media/image375.wmf"/><Relationship Id="rId3" Type="http://schemas.openxmlformats.org/officeDocument/2006/relationships/image" Target="../media/image372.wmf"/><Relationship Id="rId7" Type="http://schemas.openxmlformats.org/officeDocument/2006/relationships/image" Target="../media/image374.wmf"/><Relationship Id="rId2" Type="http://schemas.openxmlformats.org/officeDocument/2006/relationships/image" Target="../media/image371.wmf"/><Relationship Id="rId1" Type="http://schemas.openxmlformats.org/officeDocument/2006/relationships/image" Target="../media/image370.wmf"/><Relationship Id="rId6" Type="http://schemas.openxmlformats.org/officeDocument/2006/relationships/image" Target="../media/image373.wmf"/><Relationship Id="rId11" Type="http://schemas.openxmlformats.org/officeDocument/2006/relationships/image" Target="../media/image378.wmf"/><Relationship Id="rId5" Type="http://schemas.openxmlformats.org/officeDocument/2006/relationships/image" Target="../media/image364.wmf"/><Relationship Id="rId10" Type="http://schemas.openxmlformats.org/officeDocument/2006/relationships/image" Target="../media/image377.wmf"/><Relationship Id="rId4" Type="http://schemas.openxmlformats.org/officeDocument/2006/relationships/image" Target="../media/image363.wmf"/><Relationship Id="rId9" Type="http://schemas.openxmlformats.org/officeDocument/2006/relationships/image" Target="../media/image376.wmf"/></Relationships>
</file>

<file path=ppt/drawings/_rels/vmlDrawing62.vml.rels><?xml version="1.0" encoding="UTF-8" standalone="yes"?>
<Relationships xmlns="http://schemas.openxmlformats.org/package/2006/relationships"><Relationship Id="rId3" Type="http://schemas.openxmlformats.org/officeDocument/2006/relationships/image" Target="../media/image379.wmf"/><Relationship Id="rId7" Type="http://schemas.openxmlformats.org/officeDocument/2006/relationships/image" Target="../media/image364.wmf"/><Relationship Id="rId2" Type="http://schemas.openxmlformats.org/officeDocument/2006/relationships/image" Target="../media/image361.wmf"/><Relationship Id="rId1" Type="http://schemas.openxmlformats.org/officeDocument/2006/relationships/image" Target="../media/image360.wmf"/><Relationship Id="rId6" Type="http://schemas.openxmlformats.org/officeDocument/2006/relationships/image" Target="../media/image382.wmf"/><Relationship Id="rId5" Type="http://schemas.openxmlformats.org/officeDocument/2006/relationships/image" Target="../media/image381.wmf"/><Relationship Id="rId4" Type="http://schemas.openxmlformats.org/officeDocument/2006/relationships/image" Target="../media/image380.wmf"/></Relationships>
</file>

<file path=ppt/drawings/_rels/vmlDrawing63.vml.rels><?xml version="1.0" encoding="UTF-8" standalone="yes"?>
<Relationships xmlns="http://schemas.openxmlformats.org/package/2006/relationships"><Relationship Id="rId3" Type="http://schemas.openxmlformats.org/officeDocument/2006/relationships/image" Target="../media/image385.wmf"/><Relationship Id="rId2" Type="http://schemas.openxmlformats.org/officeDocument/2006/relationships/image" Target="../media/image384.wmf"/><Relationship Id="rId1" Type="http://schemas.openxmlformats.org/officeDocument/2006/relationships/image" Target="../media/image383.emf"/><Relationship Id="rId5" Type="http://schemas.openxmlformats.org/officeDocument/2006/relationships/image" Target="../media/image387.wmf"/><Relationship Id="rId4" Type="http://schemas.openxmlformats.org/officeDocument/2006/relationships/image" Target="../media/image386.wmf"/></Relationships>
</file>

<file path=ppt/drawings/_rels/vmlDrawing64.vml.rels><?xml version="1.0" encoding="UTF-8" standalone="yes"?>
<Relationships xmlns="http://schemas.openxmlformats.org/package/2006/relationships"><Relationship Id="rId3" Type="http://schemas.openxmlformats.org/officeDocument/2006/relationships/image" Target="../media/image390.wmf"/><Relationship Id="rId2" Type="http://schemas.openxmlformats.org/officeDocument/2006/relationships/image" Target="../media/image389.wmf"/><Relationship Id="rId1" Type="http://schemas.openxmlformats.org/officeDocument/2006/relationships/image" Target="../media/image388.wmf"/><Relationship Id="rId5" Type="http://schemas.openxmlformats.org/officeDocument/2006/relationships/image" Target="../media/image392.wmf"/><Relationship Id="rId4" Type="http://schemas.openxmlformats.org/officeDocument/2006/relationships/image" Target="../media/image391.wmf"/></Relationships>
</file>

<file path=ppt/drawings/_rels/vmlDrawing65.vml.rels><?xml version="1.0" encoding="UTF-8" standalone="yes"?>
<Relationships xmlns="http://schemas.openxmlformats.org/package/2006/relationships"><Relationship Id="rId3" Type="http://schemas.openxmlformats.org/officeDocument/2006/relationships/image" Target="../media/image395.wmf"/><Relationship Id="rId2" Type="http://schemas.openxmlformats.org/officeDocument/2006/relationships/image" Target="../media/image394.wmf"/><Relationship Id="rId1" Type="http://schemas.openxmlformats.org/officeDocument/2006/relationships/image" Target="../media/image393.wmf"/></Relationships>
</file>

<file path=ppt/drawings/_rels/vmlDrawing66.vml.rels><?xml version="1.0" encoding="UTF-8" standalone="yes"?>
<Relationships xmlns="http://schemas.openxmlformats.org/package/2006/relationships"><Relationship Id="rId2" Type="http://schemas.openxmlformats.org/officeDocument/2006/relationships/image" Target="../media/image397.wmf"/><Relationship Id="rId1" Type="http://schemas.openxmlformats.org/officeDocument/2006/relationships/image" Target="../media/image396.wmf"/></Relationships>
</file>

<file path=ppt/drawings/_rels/vmlDrawing67.vml.rels><?xml version="1.0" encoding="UTF-8" standalone="yes"?>
<Relationships xmlns="http://schemas.openxmlformats.org/package/2006/relationships"><Relationship Id="rId3" Type="http://schemas.openxmlformats.org/officeDocument/2006/relationships/image" Target="../media/image400.wmf"/><Relationship Id="rId2" Type="http://schemas.openxmlformats.org/officeDocument/2006/relationships/image" Target="../media/image399.wmf"/><Relationship Id="rId1" Type="http://schemas.openxmlformats.org/officeDocument/2006/relationships/image" Target="../media/image398.wmf"/></Relationships>
</file>

<file path=ppt/drawings/_rels/vmlDrawing68.vml.rels><?xml version="1.0" encoding="UTF-8" standalone="yes"?>
<Relationships xmlns="http://schemas.openxmlformats.org/package/2006/relationships"><Relationship Id="rId8" Type="http://schemas.openxmlformats.org/officeDocument/2006/relationships/image" Target="../media/image408.wmf"/><Relationship Id="rId3" Type="http://schemas.openxmlformats.org/officeDocument/2006/relationships/image" Target="../media/image403.wmf"/><Relationship Id="rId7" Type="http://schemas.openxmlformats.org/officeDocument/2006/relationships/image" Target="../media/image407.wmf"/><Relationship Id="rId12" Type="http://schemas.openxmlformats.org/officeDocument/2006/relationships/image" Target="../media/image412.wmf"/><Relationship Id="rId2" Type="http://schemas.openxmlformats.org/officeDocument/2006/relationships/image" Target="../media/image402.wmf"/><Relationship Id="rId1" Type="http://schemas.openxmlformats.org/officeDocument/2006/relationships/image" Target="../media/image401.wmf"/><Relationship Id="rId6" Type="http://schemas.openxmlformats.org/officeDocument/2006/relationships/image" Target="../media/image406.wmf"/><Relationship Id="rId11" Type="http://schemas.openxmlformats.org/officeDocument/2006/relationships/image" Target="../media/image411.wmf"/><Relationship Id="rId5" Type="http://schemas.openxmlformats.org/officeDocument/2006/relationships/image" Target="../media/image405.wmf"/><Relationship Id="rId10" Type="http://schemas.openxmlformats.org/officeDocument/2006/relationships/image" Target="../media/image410.wmf"/><Relationship Id="rId4" Type="http://schemas.openxmlformats.org/officeDocument/2006/relationships/image" Target="../media/image404.wmf"/><Relationship Id="rId9" Type="http://schemas.openxmlformats.org/officeDocument/2006/relationships/image" Target="../media/image409.wmf"/></Relationships>
</file>

<file path=ppt/drawings/_rels/vmlDrawing69.vml.rels><?xml version="1.0" encoding="UTF-8" standalone="yes"?>
<Relationships xmlns="http://schemas.openxmlformats.org/package/2006/relationships"><Relationship Id="rId3" Type="http://schemas.openxmlformats.org/officeDocument/2006/relationships/image" Target="../media/image415.wmf"/><Relationship Id="rId7" Type="http://schemas.openxmlformats.org/officeDocument/2006/relationships/image" Target="../media/image419.wmf"/><Relationship Id="rId2" Type="http://schemas.openxmlformats.org/officeDocument/2006/relationships/image" Target="../media/image414.wmf"/><Relationship Id="rId1" Type="http://schemas.openxmlformats.org/officeDocument/2006/relationships/image" Target="../media/image413.wmf"/><Relationship Id="rId6" Type="http://schemas.openxmlformats.org/officeDocument/2006/relationships/image" Target="../media/image418.wmf"/><Relationship Id="rId5" Type="http://schemas.openxmlformats.org/officeDocument/2006/relationships/image" Target="../media/image417.wmf"/><Relationship Id="rId4" Type="http://schemas.openxmlformats.org/officeDocument/2006/relationships/image" Target="../media/image416.wmf"/></Relationships>
</file>

<file path=ppt/drawings/_rels/vmlDrawing70.vml.rels><?xml version="1.0" encoding="UTF-8" standalone="yes"?>
<Relationships xmlns="http://schemas.openxmlformats.org/package/2006/relationships"><Relationship Id="rId2" Type="http://schemas.openxmlformats.org/officeDocument/2006/relationships/image" Target="../media/image421.wmf"/><Relationship Id="rId1" Type="http://schemas.openxmlformats.org/officeDocument/2006/relationships/image" Target="../media/image420.wmf"/></Relationships>
</file>

<file path=ppt/drawings/_rels/vmlDrawing71.vml.rels><?xml version="1.0" encoding="UTF-8" standalone="yes"?>
<Relationships xmlns="http://schemas.openxmlformats.org/package/2006/relationships"><Relationship Id="rId3" Type="http://schemas.openxmlformats.org/officeDocument/2006/relationships/image" Target="../media/image400.wmf"/><Relationship Id="rId2" Type="http://schemas.openxmlformats.org/officeDocument/2006/relationships/image" Target="../media/image399.wmf"/><Relationship Id="rId1" Type="http://schemas.openxmlformats.org/officeDocument/2006/relationships/image" Target="../media/image398.wmf"/></Relationships>
</file>

<file path=ppt/drawings/_rels/vmlDrawing72.vml.rels><?xml version="1.0" encoding="UTF-8" standalone="yes"?>
<Relationships xmlns="http://schemas.openxmlformats.org/package/2006/relationships"><Relationship Id="rId3" Type="http://schemas.openxmlformats.org/officeDocument/2006/relationships/image" Target="../media/image424.wmf"/><Relationship Id="rId2" Type="http://schemas.openxmlformats.org/officeDocument/2006/relationships/image" Target="../media/image423.wmf"/><Relationship Id="rId1" Type="http://schemas.openxmlformats.org/officeDocument/2006/relationships/image" Target="../media/image422.wmf"/><Relationship Id="rId5" Type="http://schemas.openxmlformats.org/officeDocument/2006/relationships/image" Target="../media/image426.wmf"/><Relationship Id="rId4" Type="http://schemas.openxmlformats.org/officeDocument/2006/relationships/image" Target="../media/image425.wmf"/></Relationships>
</file>

<file path=ppt/drawings/_rels/vmlDrawing73.vml.rels><?xml version="1.0" encoding="UTF-8" standalone="yes"?>
<Relationships xmlns="http://schemas.openxmlformats.org/package/2006/relationships"><Relationship Id="rId3" Type="http://schemas.openxmlformats.org/officeDocument/2006/relationships/image" Target="../media/image400.wmf"/><Relationship Id="rId2" Type="http://schemas.openxmlformats.org/officeDocument/2006/relationships/image" Target="../media/image399.wmf"/><Relationship Id="rId1" Type="http://schemas.openxmlformats.org/officeDocument/2006/relationships/image" Target="../media/image398.wmf"/></Relationships>
</file>

<file path=ppt/drawings/_rels/vmlDrawing74.vml.rels><?xml version="1.0" encoding="UTF-8" standalone="yes"?>
<Relationships xmlns="http://schemas.openxmlformats.org/package/2006/relationships"><Relationship Id="rId3" Type="http://schemas.openxmlformats.org/officeDocument/2006/relationships/image" Target="../media/image429.wmf"/><Relationship Id="rId2" Type="http://schemas.openxmlformats.org/officeDocument/2006/relationships/image" Target="../media/image428.wmf"/><Relationship Id="rId1" Type="http://schemas.openxmlformats.org/officeDocument/2006/relationships/image" Target="../media/image427.wmf"/><Relationship Id="rId4" Type="http://schemas.openxmlformats.org/officeDocument/2006/relationships/image" Target="../media/image430.wmf"/></Relationships>
</file>

<file path=ppt/drawings/_rels/vmlDrawing75.vml.rels><?xml version="1.0" encoding="UTF-8" standalone="yes"?>
<Relationships xmlns="http://schemas.openxmlformats.org/package/2006/relationships"><Relationship Id="rId3" Type="http://schemas.openxmlformats.org/officeDocument/2006/relationships/image" Target="../media/image433.wmf"/><Relationship Id="rId2" Type="http://schemas.openxmlformats.org/officeDocument/2006/relationships/image" Target="../media/image432.wmf"/><Relationship Id="rId1" Type="http://schemas.openxmlformats.org/officeDocument/2006/relationships/image" Target="../media/image431.wmf"/></Relationships>
</file>

<file path=ppt/drawings/_rels/vmlDrawing76.vml.rels><?xml version="1.0" encoding="UTF-8" standalone="yes"?>
<Relationships xmlns="http://schemas.openxmlformats.org/package/2006/relationships"><Relationship Id="rId3" Type="http://schemas.openxmlformats.org/officeDocument/2006/relationships/image" Target="../media/image436.wmf"/><Relationship Id="rId2" Type="http://schemas.openxmlformats.org/officeDocument/2006/relationships/image" Target="../media/image435.wmf"/><Relationship Id="rId1" Type="http://schemas.openxmlformats.org/officeDocument/2006/relationships/image" Target="../media/image434.wmf"/><Relationship Id="rId6" Type="http://schemas.openxmlformats.org/officeDocument/2006/relationships/image" Target="../media/image439.wmf"/><Relationship Id="rId5" Type="http://schemas.openxmlformats.org/officeDocument/2006/relationships/image" Target="../media/image438.wmf"/><Relationship Id="rId4" Type="http://schemas.openxmlformats.org/officeDocument/2006/relationships/image" Target="../media/image437.wmf"/></Relationships>
</file>

<file path=ppt/drawings/_rels/vmlDrawing77.vml.rels><?xml version="1.0" encoding="UTF-8" standalone="yes"?>
<Relationships xmlns="http://schemas.openxmlformats.org/package/2006/relationships"><Relationship Id="rId3" Type="http://schemas.openxmlformats.org/officeDocument/2006/relationships/image" Target="../media/image442.wmf"/><Relationship Id="rId2" Type="http://schemas.openxmlformats.org/officeDocument/2006/relationships/image" Target="../media/image441.wmf"/><Relationship Id="rId1" Type="http://schemas.openxmlformats.org/officeDocument/2006/relationships/image" Target="../media/image440.wmf"/><Relationship Id="rId4" Type="http://schemas.openxmlformats.org/officeDocument/2006/relationships/image" Target="../media/image443.wmf"/></Relationships>
</file>

<file path=ppt/drawings/_rels/vmlDrawing78.vml.rels><?xml version="1.0" encoding="UTF-8" standalone="yes"?>
<Relationships xmlns="http://schemas.openxmlformats.org/package/2006/relationships"><Relationship Id="rId3" Type="http://schemas.openxmlformats.org/officeDocument/2006/relationships/image" Target="../media/image430.wmf"/><Relationship Id="rId7" Type="http://schemas.openxmlformats.org/officeDocument/2006/relationships/image" Target="../media/image447.wmf"/><Relationship Id="rId2" Type="http://schemas.openxmlformats.org/officeDocument/2006/relationships/image" Target="../media/image429.wmf"/><Relationship Id="rId1" Type="http://schemas.openxmlformats.org/officeDocument/2006/relationships/image" Target="../media/image428.wmf"/><Relationship Id="rId6" Type="http://schemas.openxmlformats.org/officeDocument/2006/relationships/image" Target="../media/image446.wmf"/><Relationship Id="rId5" Type="http://schemas.openxmlformats.org/officeDocument/2006/relationships/image" Target="../media/image445.wmf"/><Relationship Id="rId4" Type="http://schemas.openxmlformats.org/officeDocument/2006/relationships/image" Target="../media/image444.wmf"/></Relationships>
</file>

<file path=ppt/drawings/_rels/vmlDrawing79.vml.rels><?xml version="1.0" encoding="UTF-8" standalone="yes"?>
<Relationships xmlns="http://schemas.openxmlformats.org/package/2006/relationships"><Relationship Id="rId3" Type="http://schemas.openxmlformats.org/officeDocument/2006/relationships/image" Target="../media/image450.wmf"/><Relationship Id="rId7" Type="http://schemas.openxmlformats.org/officeDocument/2006/relationships/image" Target="../media/image454.wmf"/><Relationship Id="rId2" Type="http://schemas.openxmlformats.org/officeDocument/2006/relationships/image" Target="../media/image449.wmf"/><Relationship Id="rId1" Type="http://schemas.openxmlformats.org/officeDocument/2006/relationships/image" Target="../media/image448.wmf"/><Relationship Id="rId6" Type="http://schemas.openxmlformats.org/officeDocument/2006/relationships/image" Target="../media/image453.wmf"/><Relationship Id="rId5" Type="http://schemas.openxmlformats.org/officeDocument/2006/relationships/image" Target="../media/image452.wmf"/><Relationship Id="rId4" Type="http://schemas.openxmlformats.org/officeDocument/2006/relationships/image" Target="../media/image451.wmf"/></Relationships>
</file>

<file path=ppt/drawings/_rels/vmlDrawing80.vml.rels><?xml version="1.0" encoding="UTF-8" standalone="yes"?>
<Relationships xmlns="http://schemas.openxmlformats.org/package/2006/relationships"><Relationship Id="rId3" Type="http://schemas.openxmlformats.org/officeDocument/2006/relationships/image" Target="../media/image457.wmf"/><Relationship Id="rId2" Type="http://schemas.openxmlformats.org/officeDocument/2006/relationships/image" Target="../media/image456.wmf"/><Relationship Id="rId1" Type="http://schemas.openxmlformats.org/officeDocument/2006/relationships/image" Target="../media/image455.wmf"/><Relationship Id="rId4" Type="http://schemas.openxmlformats.org/officeDocument/2006/relationships/image" Target="../media/image458.wmf"/></Relationships>
</file>

<file path=ppt/drawings/_rels/vmlDrawing81.vml.rels><?xml version="1.0" encoding="UTF-8" standalone="yes"?>
<Relationships xmlns="http://schemas.openxmlformats.org/package/2006/relationships"><Relationship Id="rId8" Type="http://schemas.openxmlformats.org/officeDocument/2006/relationships/image" Target="../media/image466.wmf"/><Relationship Id="rId3" Type="http://schemas.openxmlformats.org/officeDocument/2006/relationships/image" Target="../media/image461.wmf"/><Relationship Id="rId7" Type="http://schemas.openxmlformats.org/officeDocument/2006/relationships/image" Target="../media/image465.wmf"/><Relationship Id="rId2" Type="http://schemas.openxmlformats.org/officeDocument/2006/relationships/image" Target="../media/image460.wmf"/><Relationship Id="rId1" Type="http://schemas.openxmlformats.org/officeDocument/2006/relationships/image" Target="../media/image459.wmf"/><Relationship Id="rId6" Type="http://schemas.openxmlformats.org/officeDocument/2006/relationships/image" Target="../media/image464.wmf"/><Relationship Id="rId5" Type="http://schemas.openxmlformats.org/officeDocument/2006/relationships/image" Target="../media/image463.wmf"/><Relationship Id="rId4" Type="http://schemas.openxmlformats.org/officeDocument/2006/relationships/image" Target="../media/image462.wmf"/><Relationship Id="rId9" Type="http://schemas.openxmlformats.org/officeDocument/2006/relationships/image" Target="../media/image467.wmf"/></Relationships>
</file>

<file path=ppt/drawings/_rels/vmlDrawing82.vml.rels><?xml version="1.0" encoding="UTF-8" standalone="yes"?>
<Relationships xmlns="http://schemas.openxmlformats.org/package/2006/relationships"><Relationship Id="rId8" Type="http://schemas.openxmlformats.org/officeDocument/2006/relationships/image" Target="../media/image475.wmf"/><Relationship Id="rId3" Type="http://schemas.openxmlformats.org/officeDocument/2006/relationships/image" Target="../media/image470.wmf"/><Relationship Id="rId7" Type="http://schemas.openxmlformats.org/officeDocument/2006/relationships/image" Target="../media/image474.wmf"/><Relationship Id="rId2" Type="http://schemas.openxmlformats.org/officeDocument/2006/relationships/image" Target="../media/image469.wmf"/><Relationship Id="rId1" Type="http://schemas.openxmlformats.org/officeDocument/2006/relationships/image" Target="../media/image468.wmf"/><Relationship Id="rId6" Type="http://schemas.openxmlformats.org/officeDocument/2006/relationships/image" Target="../media/image473.wmf"/><Relationship Id="rId5" Type="http://schemas.openxmlformats.org/officeDocument/2006/relationships/image" Target="../media/image472.wmf"/><Relationship Id="rId4" Type="http://schemas.openxmlformats.org/officeDocument/2006/relationships/image" Target="../media/image471.wmf"/><Relationship Id="rId9" Type="http://schemas.openxmlformats.org/officeDocument/2006/relationships/image" Target="../media/image476.wmf"/></Relationships>
</file>

<file path=ppt/drawings/_rels/vmlDrawing83.vml.rels><?xml version="1.0" encoding="UTF-8" standalone="yes"?>
<Relationships xmlns="http://schemas.openxmlformats.org/package/2006/relationships"><Relationship Id="rId3" Type="http://schemas.openxmlformats.org/officeDocument/2006/relationships/image" Target="../media/image479.wmf"/><Relationship Id="rId7" Type="http://schemas.openxmlformats.org/officeDocument/2006/relationships/image" Target="../media/image483.wmf"/><Relationship Id="rId2" Type="http://schemas.openxmlformats.org/officeDocument/2006/relationships/image" Target="../media/image478.wmf"/><Relationship Id="rId1" Type="http://schemas.openxmlformats.org/officeDocument/2006/relationships/image" Target="../media/image477.wmf"/><Relationship Id="rId6" Type="http://schemas.openxmlformats.org/officeDocument/2006/relationships/image" Target="../media/image482.wmf"/><Relationship Id="rId5" Type="http://schemas.openxmlformats.org/officeDocument/2006/relationships/image" Target="../media/image481.wmf"/><Relationship Id="rId4" Type="http://schemas.openxmlformats.org/officeDocument/2006/relationships/image" Target="../media/image480.wmf"/></Relationships>
</file>

<file path=ppt/drawings/_rels/vmlDrawing84.vml.rels><?xml version="1.0" encoding="UTF-8" standalone="yes"?>
<Relationships xmlns="http://schemas.openxmlformats.org/package/2006/relationships"><Relationship Id="rId3" Type="http://schemas.openxmlformats.org/officeDocument/2006/relationships/image" Target="../media/image486.wmf"/><Relationship Id="rId7" Type="http://schemas.openxmlformats.org/officeDocument/2006/relationships/image" Target="../media/image490.wmf"/><Relationship Id="rId2" Type="http://schemas.openxmlformats.org/officeDocument/2006/relationships/image" Target="../media/image485.wmf"/><Relationship Id="rId1" Type="http://schemas.openxmlformats.org/officeDocument/2006/relationships/image" Target="../media/image484.wmf"/><Relationship Id="rId6" Type="http://schemas.openxmlformats.org/officeDocument/2006/relationships/image" Target="../media/image489.wmf"/><Relationship Id="rId5" Type="http://schemas.openxmlformats.org/officeDocument/2006/relationships/image" Target="../media/image488.wmf"/><Relationship Id="rId4" Type="http://schemas.openxmlformats.org/officeDocument/2006/relationships/image" Target="../media/image487.wmf"/></Relationships>
</file>

<file path=ppt/drawings/_rels/vmlDrawing85.vml.rels><?xml version="1.0" encoding="UTF-8" standalone="yes"?>
<Relationships xmlns="http://schemas.openxmlformats.org/package/2006/relationships"><Relationship Id="rId8" Type="http://schemas.openxmlformats.org/officeDocument/2006/relationships/image" Target="../media/image498.wmf"/><Relationship Id="rId3" Type="http://schemas.openxmlformats.org/officeDocument/2006/relationships/image" Target="../media/image493.wmf"/><Relationship Id="rId7" Type="http://schemas.openxmlformats.org/officeDocument/2006/relationships/image" Target="../media/image497.wmf"/><Relationship Id="rId2" Type="http://schemas.openxmlformats.org/officeDocument/2006/relationships/image" Target="../media/image492.wmf"/><Relationship Id="rId1" Type="http://schemas.openxmlformats.org/officeDocument/2006/relationships/image" Target="../media/image491.wmf"/><Relationship Id="rId6" Type="http://schemas.openxmlformats.org/officeDocument/2006/relationships/image" Target="../media/image496.wmf"/><Relationship Id="rId5" Type="http://schemas.openxmlformats.org/officeDocument/2006/relationships/image" Target="../media/image495.wmf"/><Relationship Id="rId4" Type="http://schemas.openxmlformats.org/officeDocument/2006/relationships/image" Target="../media/image49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ea typeface="微软雅黑"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ea typeface="微软雅黑" pitchFamily="34" charset="-122"/>
              </a:defRPr>
            </a:lvl1pPr>
          </a:lstStyle>
          <a:p>
            <a:fld id="{7AFACBB1-1174-4432-BE6F-41B3ACC0B83F}" type="datetimeFigureOut">
              <a:rPr lang="zh-CN" altLang="en-US" smtClean="0"/>
              <a:pPr/>
              <a:t>2020/9/5 Saturday</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ea typeface="微软雅黑"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ea typeface="微软雅黑" pitchFamily="34" charset="-122"/>
              </a:defRPr>
            </a:lvl1pPr>
          </a:lstStyle>
          <a:p>
            <a:fld id="{F10490FA-BF50-4B16-B630-490134ED6E9B}" type="slidenum">
              <a:rPr lang="zh-CN" altLang="en-US" smtClean="0"/>
              <a:pPr/>
              <a:t>‹#›</a:t>
            </a:fld>
            <a:endParaRPr lang="zh-CN" altLang="en-US" dirty="0"/>
          </a:p>
        </p:txBody>
      </p:sp>
    </p:spTree>
    <p:extLst>
      <p:ext uri="{BB962C8B-B14F-4D97-AF65-F5344CB8AC3E}">
        <p14:creationId xmlns:p14="http://schemas.microsoft.com/office/powerpoint/2010/main" val="3113704279"/>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微软雅黑" pitchFamily="34" charset="-122"/>
        <a:cs typeface="+mn-cs"/>
      </a:defRPr>
    </a:lvl1pPr>
    <a:lvl2pPr marL="342900" algn="l" defTabSz="685800" rtl="0" eaLnBrk="1" latinLnBrk="0" hangingPunct="1">
      <a:defRPr sz="900" kern="1200">
        <a:solidFill>
          <a:schemeClr val="tx1"/>
        </a:solidFill>
        <a:latin typeface="+mn-lt"/>
        <a:ea typeface="微软雅黑" pitchFamily="34" charset="-122"/>
        <a:cs typeface="+mn-cs"/>
      </a:defRPr>
    </a:lvl2pPr>
    <a:lvl3pPr marL="685800" algn="l" defTabSz="685800" rtl="0" eaLnBrk="1" latinLnBrk="0" hangingPunct="1">
      <a:defRPr sz="900" kern="1200">
        <a:solidFill>
          <a:schemeClr val="tx1"/>
        </a:solidFill>
        <a:latin typeface="+mn-lt"/>
        <a:ea typeface="微软雅黑" pitchFamily="34" charset="-122"/>
        <a:cs typeface="+mn-cs"/>
      </a:defRPr>
    </a:lvl3pPr>
    <a:lvl4pPr marL="1028700" algn="l" defTabSz="685800" rtl="0" eaLnBrk="1" latinLnBrk="0" hangingPunct="1">
      <a:defRPr sz="900" kern="1200">
        <a:solidFill>
          <a:schemeClr val="tx1"/>
        </a:solidFill>
        <a:latin typeface="+mn-lt"/>
        <a:ea typeface="微软雅黑" pitchFamily="34" charset="-122"/>
        <a:cs typeface="+mn-cs"/>
      </a:defRPr>
    </a:lvl4pPr>
    <a:lvl5pPr marL="1371600" algn="l" defTabSz="685800" rtl="0" eaLnBrk="1" latinLnBrk="0" hangingPunct="1">
      <a:defRPr sz="900" kern="1200">
        <a:solidFill>
          <a:schemeClr val="tx1"/>
        </a:solidFill>
        <a:latin typeface="+mn-lt"/>
        <a:ea typeface="微软雅黑" pitchFamily="34" charset="-122"/>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10490FA-BF50-4B16-B630-490134ED6E9B}" type="slidenum">
              <a:rPr lang="zh-CN" altLang="en-US" smtClean="0"/>
              <a:pPr/>
              <a:t>1</a:t>
            </a:fld>
            <a:endParaRPr lang="zh-CN" altLang="en-US"/>
          </a:p>
        </p:txBody>
      </p:sp>
    </p:spTree>
    <p:extLst>
      <p:ext uri="{BB962C8B-B14F-4D97-AF65-F5344CB8AC3E}">
        <p14:creationId xmlns:p14="http://schemas.microsoft.com/office/powerpoint/2010/main" val="25669079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2566730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5C8DB37-21FE-466F-861C-5865DBFB1088}" type="slidenum">
              <a:rPr lang="zh-CN" altLang="en-US" smtClean="0"/>
              <a:pPr/>
              <a:t>3</a:t>
            </a:fld>
            <a:endParaRPr lang="zh-CN" altLang="en-US"/>
          </a:p>
        </p:txBody>
      </p:sp>
    </p:spTree>
    <p:extLst>
      <p:ext uri="{BB962C8B-B14F-4D97-AF65-F5344CB8AC3E}">
        <p14:creationId xmlns:p14="http://schemas.microsoft.com/office/powerpoint/2010/main" val="12468325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ea typeface="微软雅黑" pitchFamily="34" charset="-122"/>
              </a:defRPr>
            </a:lvl1pPr>
          </a:lstStyle>
          <a:p>
            <a:fld id="{86A4963E-0D9B-45DC-9720-FEC0E036E7DC}" type="datetimeFigureOut">
              <a:rPr lang="zh-CN" altLang="en-US" smtClean="0"/>
              <a:pPr/>
              <a:t>2020/9/5 Saturday</a:t>
            </a:fld>
            <a:endParaRPr lang="zh-CN" altLang="en-US" dirty="0"/>
          </a:p>
        </p:txBody>
      </p:sp>
      <p:sp>
        <p:nvSpPr>
          <p:cNvPr id="3" name="Footer Placeholder 2"/>
          <p:cNvSpPr>
            <a:spLocks noGrp="1"/>
          </p:cNvSpPr>
          <p:nvPr>
            <p:ph type="ftr" sz="quarter" idx="11"/>
          </p:nvPr>
        </p:nvSpPr>
        <p:spPr/>
        <p:txBody>
          <a:bodyPr/>
          <a:lstStyle>
            <a:lvl1pPr>
              <a:defRPr>
                <a:ea typeface="微软雅黑" pitchFamily="34" charset="-122"/>
              </a:defRPr>
            </a:lvl1pPr>
          </a:lstStyle>
          <a:p>
            <a:endParaRPr lang="zh-CN" altLang="en-US" dirty="0"/>
          </a:p>
        </p:txBody>
      </p:sp>
      <p:sp>
        <p:nvSpPr>
          <p:cNvPr id="4" name="Slide Number Placeholder 3"/>
          <p:cNvSpPr>
            <a:spLocks noGrp="1"/>
          </p:cNvSpPr>
          <p:nvPr>
            <p:ph type="sldNum" sz="quarter" idx="12"/>
          </p:nvPr>
        </p:nvSpPr>
        <p:spPr/>
        <p:txBody>
          <a:bodyPr/>
          <a:lstStyle>
            <a:lvl1pPr>
              <a:defRPr>
                <a:ea typeface="微软雅黑" pitchFamily="34" charset="-122"/>
              </a:defRPr>
            </a:lvl1pPr>
          </a:lstStyle>
          <a:p>
            <a:fld id="{3C1EF214-A2F4-4BB1-A3DC-69933A723F52}" type="slidenum">
              <a:rPr lang="zh-CN" altLang="en-US" smtClean="0"/>
              <a:pPr/>
              <a:t>‹#›</a:t>
            </a:fld>
            <a:endParaRPr lang="zh-CN" alt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绪论">
    <p:spTree>
      <p:nvGrpSpPr>
        <p:cNvPr id="1" name=""/>
        <p:cNvGrpSpPr/>
        <p:nvPr/>
      </p:nvGrpSpPr>
      <p:grpSpPr>
        <a:xfrm>
          <a:off x="0" y="0"/>
          <a:ext cx="0" cy="0"/>
          <a:chOff x="0" y="0"/>
          <a:chExt cx="0" cy="0"/>
        </a:xfrm>
      </p:grpSpPr>
      <p:sp>
        <p:nvSpPr>
          <p:cNvPr id="7" name="矩形 6"/>
          <p:cNvSpPr/>
          <p:nvPr userDrawn="1"/>
        </p:nvSpPr>
        <p:spPr>
          <a:xfrm>
            <a:off x="0" y="0"/>
            <a:ext cx="126876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aphicFrame>
        <p:nvGraphicFramePr>
          <p:cNvPr id="8" name="表格 7"/>
          <p:cNvGraphicFramePr>
            <a:graphicFrameLocks noGrp="1"/>
          </p:cNvGraphicFramePr>
          <p:nvPr userDrawn="1">
            <p:extLst>
              <p:ext uri="{D42A27DB-BD31-4B8C-83A1-F6EECF244321}">
                <p14:modId xmlns:p14="http://schemas.microsoft.com/office/powerpoint/2010/main" val="1509029353"/>
              </p:ext>
            </p:extLst>
          </p:nvPr>
        </p:nvGraphicFramePr>
        <p:xfrm>
          <a:off x="1" y="951570"/>
          <a:ext cx="1268760" cy="2970000"/>
        </p:xfrm>
        <a:graphic>
          <a:graphicData uri="http://schemas.openxmlformats.org/drawingml/2006/table">
            <a:tbl>
              <a:tblPr>
                <a:tableStyleId>{2D5ABB26-0587-4C30-8999-92F81FD0307C}</a:tableStyleId>
              </a:tblPr>
              <a:tblGrid>
                <a:gridCol w="1268760"/>
              </a:tblGrid>
              <a:tr h="594000">
                <a:tc>
                  <a:txBody>
                    <a:bodyPr/>
                    <a:lstStyle/>
                    <a:p>
                      <a:pPr algn="ctr"/>
                      <a:endParaRPr lang="zh-CN" altLang="en-US" sz="1400" dirty="0"/>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理论基础</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单变量</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浓度预测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多变量</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浓度预测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结论与展望</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sp>
        <p:nvSpPr>
          <p:cNvPr id="11" name="矩形 10"/>
          <p:cNvSpPr/>
          <p:nvPr userDrawn="1"/>
        </p:nvSpPr>
        <p:spPr>
          <a:xfrm>
            <a:off x="0" y="954496"/>
            <a:ext cx="1268760" cy="59114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微软雅黑" panose="020B0503020204020204" pitchFamily="34" charset="-122"/>
                <a:ea typeface="微软雅黑" panose="020B0503020204020204" pitchFamily="34" charset="-122"/>
              </a:rPr>
              <a:t>绪论</a:t>
            </a:r>
            <a:endParaRPr lang="zh-CN" altLang="en-US" sz="1400" dirty="0">
              <a:latin typeface="微软雅黑" panose="020B0503020204020204" pitchFamily="34" charset="-122"/>
              <a:ea typeface="微软雅黑" panose="020B0503020204020204" pitchFamily="34" charset="-122"/>
            </a:endParaRPr>
          </a:p>
        </p:txBody>
      </p:sp>
      <p:sp>
        <p:nvSpPr>
          <p:cNvPr id="12" name="等腰三角形 11"/>
          <p:cNvSpPr/>
          <p:nvPr userDrawn="1"/>
        </p:nvSpPr>
        <p:spPr>
          <a:xfrm rot="16200000">
            <a:off x="1160748" y="1196060"/>
            <a:ext cx="108012" cy="108012"/>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直角三角形 17"/>
          <p:cNvSpPr/>
          <p:nvPr userDrawn="1"/>
        </p:nvSpPr>
        <p:spPr>
          <a:xfrm flipH="1">
            <a:off x="8458200" y="4514851"/>
            <a:ext cx="712721" cy="64007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lvl="0" algn="ctr"/>
            <a:endParaRPr lang="zh-CN" altLang="en-US"/>
          </a:p>
        </p:txBody>
      </p:sp>
      <p:sp>
        <p:nvSpPr>
          <p:cNvPr id="19" name="五边形 18"/>
          <p:cNvSpPr/>
          <p:nvPr userDrawn="1"/>
        </p:nvSpPr>
        <p:spPr>
          <a:xfrm flipH="1">
            <a:off x="8536625" y="4776879"/>
            <a:ext cx="739955" cy="378042"/>
          </a:xfrm>
          <a:prstGeom prst="homePlate">
            <a:avLst/>
          </a:prstGeom>
          <a:no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fld id="{170C0C04-E408-48A9-82A4-3716296300DE}" type="slidenum">
              <a:rPr lang="zh-CN" altLang="en-US" sz="14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endParaRPr lang="zh-CN" altLang="en-US" kern="0" dirty="0">
              <a:solidFill>
                <a:sysClr val="window" lastClr="FFFFFF"/>
              </a:solidFill>
              <a:latin typeface="Calibri"/>
              <a:ea typeface="宋体"/>
            </a:endParaRPr>
          </a:p>
        </p:txBody>
      </p:sp>
    </p:spTree>
    <p:extLst>
      <p:ext uri="{BB962C8B-B14F-4D97-AF65-F5344CB8AC3E}">
        <p14:creationId xmlns:p14="http://schemas.microsoft.com/office/powerpoint/2010/main" val="42507296"/>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研究方法">
    <p:spTree>
      <p:nvGrpSpPr>
        <p:cNvPr id="1" name=""/>
        <p:cNvGrpSpPr/>
        <p:nvPr/>
      </p:nvGrpSpPr>
      <p:grpSpPr>
        <a:xfrm>
          <a:off x="0" y="0"/>
          <a:ext cx="0" cy="0"/>
          <a:chOff x="0" y="0"/>
          <a:chExt cx="0" cy="0"/>
        </a:xfrm>
      </p:grpSpPr>
      <p:sp>
        <p:nvSpPr>
          <p:cNvPr id="7" name="矩形 6"/>
          <p:cNvSpPr/>
          <p:nvPr userDrawn="1"/>
        </p:nvSpPr>
        <p:spPr>
          <a:xfrm>
            <a:off x="0" y="0"/>
            <a:ext cx="126876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aphicFrame>
        <p:nvGraphicFramePr>
          <p:cNvPr id="8" name="表格 7"/>
          <p:cNvGraphicFramePr>
            <a:graphicFrameLocks noGrp="1"/>
          </p:cNvGraphicFramePr>
          <p:nvPr userDrawn="1">
            <p:extLst>
              <p:ext uri="{D42A27DB-BD31-4B8C-83A1-F6EECF244321}">
                <p14:modId xmlns:p14="http://schemas.microsoft.com/office/powerpoint/2010/main" val="2588135532"/>
              </p:ext>
            </p:extLst>
          </p:nvPr>
        </p:nvGraphicFramePr>
        <p:xfrm>
          <a:off x="0" y="951570"/>
          <a:ext cx="1268760" cy="2970000"/>
        </p:xfrm>
        <a:graphic>
          <a:graphicData uri="http://schemas.openxmlformats.org/drawingml/2006/table">
            <a:tbl>
              <a:tblPr>
                <a:tableStyleId>{2D5ABB26-0587-4C30-8999-92F81FD0307C}</a:tableStyleId>
              </a:tblPr>
              <a:tblGrid>
                <a:gridCol w="1268760"/>
              </a:tblGrid>
              <a:tr h="59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研究方法与思路</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单变量</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浓度预测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多变量</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浓度预测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结论与展望</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4" name="组合 13"/>
          <p:cNvGrpSpPr/>
          <p:nvPr userDrawn="1"/>
        </p:nvGrpSpPr>
        <p:grpSpPr>
          <a:xfrm>
            <a:off x="0" y="1545636"/>
            <a:ext cx="1268760" cy="591140"/>
            <a:chOff x="0" y="1272662"/>
            <a:chExt cx="1691680" cy="788186"/>
          </a:xfrm>
        </p:grpSpPr>
        <p:sp>
          <p:nvSpPr>
            <p:cNvPr id="15" name="矩形 1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latin typeface="微软雅黑" panose="020B0503020204020204" pitchFamily="34" charset="-122"/>
                  <a:ea typeface="微软雅黑" panose="020B0503020204020204" pitchFamily="34" charset="-122"/>
                </a:rPr>
                <a:t>理论基础</a:t>
              </a:r>
              <a:endParaRPr lang="zh-CN" altLang="en-US" sz="1400" dirty="0">
                <a:latin typeface="微软雅黑" panose="020B0503020204020204" pitchFamily="34" charset="-122"/>
                <a:ea typeface="微软雅黑" panose="020B0503020204020204" pitchFamily="34" charset="-122"/>
              </a:endParaRPr>
            </a:p>
          </p:txBody>
        </p:sp>
        <p:sp>
          <p:nvSpPr>
            <p:cNvPr id="17" name="等腰三角形 16"/>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直角三角形 11"/>
          <p:cNvSpPr/>
          <p:nvPr userDrawn="1"/>
        </p:nvSpPr>
        <p:spPr>
          <a:xfrm flipH="1">
            <a:off x="8458200" y="4514851"/>
            <a:ext cx="712721" cy="64007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lvl="0" algn="ctr"/>
            <a:endParaRPr lang="zh-CN" altLang="en-US"/>
          </a:p>
        </p:txBody>
      </p:sp>
      <p:sp>
        <p:nvSpPr>
          <p:cNvPr id="18" name="五边形 17"/>
          <p:cNvSpPr/>
          <p:nvPr userDrawn="1"/>
        </p:nvSpPr>
        <p:spPr>
          <a:xfrm flipH="1">
            <a:off x="8536625" y="4776879"/>
            <a:ext cx="739955" cy="378042"/>
          </a:xfrm>
          <a:prstGeom prst="homePlate">
            <a:avLst/>
          </a:prstGeom>
          <a:no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fld id="{170C0C04-E408-48A9-82A4-3716296300DE}" type="slidenum">
              <a:rPr lang="zh-CN" altLang="en-US" sz="14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endParaRPr lang="zh-CN" altLang="en-US" kern="0" dirty="0">
              <a:solidFill>
                <a:sysClr val="window" lastClr="FFFFFF"/>
              </a:solidFill>
              <a:latin typeface="Calibri"/>
              <a:ea typeface="宋体"/>
            </a:endParaRPr>
          </a:p>
        </p:txBody>
      </p:sp>
    </p:spTree>
    <p:extLst>
      <p:ext uri="{BB962C8B-B14F-4D97-AF65-F5344CB8AC3E}">
        <p14:creationId xmlns:p14="http://schemas.microsoft.com/office/powerpoint/2010/main" val="437678755"/>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关键技术">
    <p:spTree>
      <p:nvGrpSpPr>
        <p:cNvPr id="1" name=""/>
        <p:cNvGrpSpPr/>
        <p:nvPr/>
      </p:nvGrpSpPr>
      <p:grpSpPr>
        <a:xfrm>
          <a:off x="0" y="0"/>
          <a:ext cx="0" cy="0"/>
          <a:chOff x="0" y="0"/>
          <a:chExt cx="0" cy="0"/>
        </a:xfrm>
      </p:grpSpPr>
      <p:sp>
        <p:nvSpPr>
          <p:cNvPr id="7" name="矩形 6"/>
          <p:cNvSpPr/>
          <p:nvPr userDrawn="1"/>
        </p:nvSpPr>
        <p:spPr>
          <a:xfrm>
            <a:off x="0" y="0"/>
            <a:ext cx="126876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aphicFrame>
        <p:nvGraphicFramePr>
          <p:cNvPr id="8" name="表格 7"/>
          <p:cNvGraphicFramePr>
            <a:graphicFrameLocks noGrp="1"/>
          </p:cNvGraphicFramePr>
          <p:nvPr userDrawn="1">
            <p:extLst>
              <p:ext uri="{D42A27DB-BD31-4B8C-83A1-F6EECF244321}">
                <p14:modId xmlns:p14="http://schemas.microsoft.com/office/powerpoint/2010/main" val="986067456"/>
              </p:ext>
            </p:extLst>
          </p:nvPr>
        </p:nvGraphicFramePr>
        <p:xfrm>
          <a:off x="0" y="951570"/>
          <a:ext cx="1268760" cy="2970000"/>
        </p:xfrm>
        <a:graphic>
          <a:graphicData uri="http://schemas.openxmlformats.org/drawingml/2006/table">
            <a:tbl>
              <a:tblPr>
                <a:tableStyleId>{2D5ABB26-0587-4C30-8999-92F81FD0307C}</a:tableStyleId>
              </a:tblPr>
              <a:tblGrid>
                <a:gridCol w="1268760"/>
              </a:tblGrid>
              <a:tr h="59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理论基础</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关键技术与难点</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多变量</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浓度预测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总结与展望</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4" name="组合 13"/>
          <p:cNvGrpSpPr/>
          <p:nvPr userDrawn="1"/>
        </p:nvGrpSpPr>
        <p:grpSpPr>
          <a:xfrm>
            <a:off x="0" y="2140705"/>
            <a:ext cx="1268760" cy="591140"/>
            <a:chOff x="0" y="1272662"/>
            <a:chExt cx="1691680" cy="788186"/>
          </a:xfrm>
        </p:grpSpPr>
        <p:sp>
          <p:nvSpPr>
            <p:cNvPr id="15" name="矩形 1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685800" rtl="0" eaLnBrk="1" fontAlgn="auto" latinLnBrk="0" hangingPunct="1">
                <a:lnSpc>
                  <a:spcPct val="100000"/>
                </a:lnSpc>
                <a:spcBef>
                  <a:spcPts val="0"/>
                </a:spcBef>
                <a:spcAft>
                  <a:spcPts val="0"/>
                </a:spcAft>
                <a:buClrTx/>
                <a:buSzTx/>
                <a:buFontTx/>
                <a:buNone/>
                <a:tabLst/>
                <a:defRPr/>
              </a:pPr>
              <a:r>
                <a:rPr lang="zh-CN" altLang="en-US" sz="1400" kern="1200" dirty="0" smtClean="0">
                  <a:solidFill>
                    <a:schemeClr val="lt1"/>
                  </a:solidFill>
                  <a:latin typeface="微软雅黑" panose="020B0503020204020204" pitchFamily="34" charset="-122"/>
                  <a:ea typeface="微软雅黑" panose="020B0503020204020204" pitchFamily="34" charset="-122"/>
                  <a:cs typeface="+mn-cs"/>
                </a:rPr>
                <a:t>单变量</a:t>
              </a:r>
              <a:r>
                <a:rPr lang="en-US" altLang="zh-CN" sz="1400" kern="1200" dirty="0" smtClean="0">
                  <a:solidFill>
                    <a:schemeClr val="lt1"/>
                  </a:solidFill>
                  <a:latin typeface="微软雅黑" panose="020B0503020204020204" pitchFamily="34" charset="-122"/>
                  <a:ea typeface="微软雅黑" panose="020B0503020204020204" pitchFamily="34" charset="-122"/>
                  <a:cs typeface="+mn-cs"/>
                </a:rPr>
                <a:t>PM2.5</a:t>
              </a:r>
              <a:r>
                <a:rPr lang="zh-CN" altLang="en-US" sz="1400" kern="1200" dirty="0" smtClean="0">
                  <a:solidFill>
                    <a:schemeClr val="lt1"/>
                  </a:solidFill>
                  <a:latin typeface="微软雅黑" panose="020B0503020204020204" pitchFamily="34" charset="-122"/>
                  <a:ea typeface="微软雅黑" panose="020B0503020204020204" pitchFamily="34" charset="-122"/>
                  <a:cs typeface="+mn-cs"/>
                </a:rPr>
                <a:t>浓度预测</a:t>
              </a:r>
            </a:p>
          </p:txBody>
        </p:sp>
        <p:sp>
          <p:nvSpPr>
            <p:cNvPr id="17" name="等腰三角形 16"/>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直角三角形 9"/>
          <p:cNvSpPr/>
          <p:nvPr userDrawn="1"/>
        </p:nvSpPr>
        <p:spPr>
          <a:xfrm flipH="1">
            <a:off x="8458200" y="4514851"/>
            <a:ext cx="712721" cy="64007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lvl="0" algn="ctr"/>
            <a:endParaRPr lang="zh-CN" altLang="en-US"/>
          </a:p>
        </p:txBody>
      </p:sp>
      <p:sp>
        <p:nvSpPr>
          <p:cNvPr id="11" name="五边形 10"/>
          <p:cNvSpPr/>
          <p:nvPr userDrawn="1"/>
        </p:nvSpPr>
        <p:spPr>
          <a:xfrm flipH="1">
            <a:off x="8536625" y="4776879"/>
            <a:ext cx="739955" cy="378042"/>
          </a:xfrm>
          <a:prstGeom prst="homePlate">
            <a:avLst/>
          </a:prstGeom>
          <a:no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fld id="{170C0C04-E408-48A9-82A4-3716296300DE}" type="slidenum">
              <a:rPr lang="zh-CN" altLang="en-US" sz="14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endParaRPr lang="zh-CN" altLang="en-US" kern="0" dirty="0">
              <a:solidFill>
                <a:sysClr val="window" lastClr="FFFFFF"/>
              </a:solidFill>
              <a:latin typeface="Calibri"/>
              <a:ea typeface="宋体"/>
            </a:endParaRPr>
          </a:p>
        </p:txBody>
      </p:sp>
    </p:spTree>
    <p:extLst>
      <p:ext uri="{BB962C8B-B14F-4D97-AF65-F5344CB8AC3E}">
        <p14:creationId xmlns:p14="http://schemas.microsoft.com/office/powerpoint/2010/main" val="1496997503"/>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成果与应用">
    <p:spTree>
      <p:nvGrpSpPr>
        <p:cNvPr id="1" name=""/>
        <p:cNvGrpSpPr/>
        <p:nvPr/>
      </p:nvGrpSpPr>
      <p:grpSpPr>
        <a:xfrm>
          <a:off x="0" y="0"/>
          <a:ext cx="0" cy="0"/>
          <a:chOff x="0" y="0"/>
          <a:chExt cx="0" cy="0"/>
        </a:xfrm>
      </p:grpSpPr>
      <p:sp>
        <p:nvSpPr>
          <p:cNvPr id="7" name="矩形 6"/>
          <p:cNvSpPr/>
          <p:nvPr userDrawn="1"/>
        </p:nvSpPr>
        <p:spPr>
          <a:xfrm>
            <a:off x="0" y="0"/>
            <a:ext cx="126876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aphicFrame>
        <p:nvGraphicFramePr>
          <p:cNvPr id="8" name="表格 7"/>
          <p:cNvGraphicFramePr>
            <a:graphicFrameLocks noGrp="1"/>
          </p:cNvGraphicFramePr>
          <p:nvPr userDrawn="1">
            <p:extLst>
              <p:ext uri="{D42A27DB-BD31-4B8C-83A1-F6EECF244321}">
                <p14:modId xmlns:p14="http://schemas.microsoft.com/office/powerpoint/2010/main" val="3174407928"/>
              </p:ext>
            </p:extLst>
          </p:nvPr>
        </p:nvGraphicFramePr>
        <p:xfrm>
          <a:off x="0" y="951570"/>
          <a:ext cx="1268760" cy="2970000"/>
        </p:xfrm>
        <a:graphic>
          <a:graphicData uri="http://schemas.openxmlformats.org/drawingml/2006/table">
            <a:tbl>
              <a:tblPr>
                <a:tableStyleId>{2D5ABB26-0587-4C30-8999-92F81FD0307C}</a:tableStyleId>
              </a:tblPr>
              <a:tblGrid>
                <a:gridCol w="1268760"/>
              </a:tblGrid>
              <a:tr h="59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理论基础</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单变量</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浓度预测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成果与应用</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总结与展望</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0" name="组合 9"/>
          <p:cNvGrpSpPr/>
          <p:nvPr userDrawn="1"/>
        </p:nvGrpSpPr>
        <p:grpSpPr>
          <a:xfrm>
            <a:off x="0" y="2736195"/>
            <a:ext cx="1268760" cy="591140"/>
            <a:chOff x="0" y="1272662"/>
            <a:chExt cx="1691680" cy="788186"/>
          </a:xfrm>
        </p:grpSpPr>
        <p:sp>
          <p:nvSpPr>
            <p:cNvPr id="11" name="矩形 10"/>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685800" rtl="0" eaLnBrk="1" fontAlgn="auto" latinLnBrk="0" hangingPunct="1">
                <a:lnSpc>
                  <a:spcPct val="100000"/>
                </a:lnSpc>
                <a:spcBef>
                  <a:spcPts val="0"/>
                </a:spcBef>
                <a:spcAft>
                  <a:spcPts val="0"/>
                </a:spcAft>
                <a:buClrTx/>
                <a:buSzTx/>
                <a:buFontTx/>
                <a:buNone/>
                <a:tabLst/>
                <a:defRPr/>
              </a:pPr>
              <a:r>
                <a:rPr lang="zh-CN" altLang="en-US" sz="1400" b="0" kern="1200" dirty="0" smtClean="0">
                  <a:solidFill>
                    <a:schemeClr val="lt1"/>
                  </a:solidFill>
                  <a:latin typeface="微软雅黑" panose="020B0503020204020204" pitchFamily="34" charset="-122"/>
                  <a:ea typeface="微软雅黑" panose="020B0503020204020204" pitchFamily="34" charset="-122"/>
                  <a:cs typeface="+mn-cs"/>
                </a:rPr>
                <a:t>多变量</a:t>
              </a:r>
              <a:r>
                <a:rPr lang="en-US" altLang="zh-CN" sz="1400" b="0" kern="1200" dirty="0" smtClean="0">
                  <a:solidFill>
                    <a:schemeClr val="lt1"/>
                  </a:solidFill>
                  <a:latin typeface="微软雅黑" panose="020B0503020204020204" pitchFamily="34" charset="-122"/>
                  <a:ea typeface="微软雅黑" panose="020B0503020204020204" pitchFamily="34" charset="-122"/>
                  <a:cs typeface="+mn-cs"/>
                </a:rPr>
                <a:t>PM2.5</a:t>
              </a:r>
              <a:r>
                <a:rPr lang="zh-CN" altLang="en-US" sz="1400" b="0" kern="1200" dirty="0" smtClean="0">
                  <a:solidFill>
                    <a:schemeClr val="lt1"/>
                  </a:solidFill>
                  <a:latin typeface="微软雅黑" panose="020B0503020204020204" pitchFamily="34" charset="-122"/>
                  <a:ea typeface="微软雅黑" panose="020B0503020204020204" pitchFamily="34" charset="-122"/>
                  <a:cs typeface="+mn-cs"/>
                </a:rPr>
                <a:t>浓度预测</a:t>
              </a:r>
            </a:p>
          </p:txBody>
        </p:sp>
        <p:sp>
          <p:nvSpPr>
            <p:cNvPr id="12" name="等腰三角形 11"/>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直角三角形 13"/>
          <p:cNvSpPr/>
          <p:nvPr userDrawn="1"/>
        </p:nvSpPr>
        <p:spPr>
          <a:xfrm flipH="1">
            <a:off x="8458200" y="4514851"/>
            <a:ext cx="712721" cy="64007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lvl="0" algn="ctr"/>
            <a:endParaRPr lang="zh-CN" altLang="en-US"/>
          </a:p>
        </p:txBody>
      </p:sp>
      <p:sp>
        <p:nvSpPr>
          <p:cNvPr id="15" name="五边形 14"/>
          <p:cNvSpPr/>
          <p:nvPr userDrawn="1"/>
        </p:nvSpPr>
        <p:spPr>
          <a:xfrm flipH="1">
            <a:off x="8536625" y="4776879"/>
            <a:ext cx="739955" cy="378042"/>
          </a:xfrm>
          <a:prstGeom prst="homePlate">
            <a:avLst/>
          </a:prstGeom>
          <a:no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fld id="{170C0C04-E408-48A9-82A4-3716296300DE}" type="slidenum">
              <a:rPr lang="zh-CN" altLang="en-US" sz="14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endParaRPr lang="zh-CN" altLang="en-US" kern="0" dirty="0">
              <a:solidFill>
                <a:sysClr val="window" lastClr="FFFFFF"/>
              </a:solidFill>
              <a:latin typeface="Calibri"/>
              <a:ea typeface="宋体"/>
            </a:endParaRPr>
          </a:p>
        </p:txBody>
      </p:sp>
    </p:spTree>
    <p:extLst>
      <p:ext uri="{BB962C8B-B14F-4D97-AF65-F5344CB8AC3E}">
        <p14:creationId xmlns:p14="http://schemas.microsoft.com/office/powerpoint/2010/main" val="1562433414"/>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相关建议">
    <p:spTree>
      <p:nvGrpSpPr>
        <p:cNvPr id="1" name=""/>
        <p:cNvGrpSpPr/>
        <p:nvPr/>
      </p:nvGrpSpPr>
      <p:grpSpPr>
        <a:xfrm>
          <a:off x="0" y="0"/>
          <a:ext cx="0" cy="0"/>
          <a:chOff x="0" y="0"/>
          <a:chExt cx="0" cy="0"/>
        </a:xfrm>
      </p:grpSpPr>
      <p:sp>
        <p:nvSpPr>
          <p:cNvPr id="7" name="矩形 6"/>
          <p:cNvSpPr/>
          <p:nvPr userDrawn="1"/>
        </p:nvSpPr>
        <p:spPr>
          <a:xfrm>
            <a:off x="0" y="0"/>
            <a:ext cx="126876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aphicFrame>
        <p:nvGraphicFramePr>
          <p:cNvPr id="8" name="表格 7"/>
          <p:cNvGraphicFramePr>
            <a:graphicFrameLocks noGrp="1"/>
          </p:cNvGraphicFramePr>
          <p:nvPr userDrawn="1">
            <p:extLst>
              <p:ext uri="{D42A27DB-BD31-4B8C-83A1-F6EECF244321}">
                <p14:modId xmlns:p14="http://schemas.microsoft.com/office/powerpoint/2010/main" val="2232474330"/>
              </p:ext>
            </p:extLst>
          </p:nvPr>
        </p:nvGraphicFramePr>
        <p:xfrm>
          <a:off x="0" y="951570"/>
          <a:ext cx="1268760" cy="2970000"/>
        </p:xfrm>
        <a:graphic>
          <a:graphicData uri="http://schemas.openxmlformats.org/drawingml/2006/table">
            <a:tbl>
              <a:tblPr>
                <a:tableStyleId>{2D5ABB26-0587-4C30-8999-92F81FD0307C}</a:tableStyleId>
              </a:tblPr>
              <a:tblGrid>
                <a:gridCol w="1268760"/>
              </a:tblGrid>
              <a:tr h="59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理论基础</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单变量</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浓度预测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多变量</a:t>
                      </a:r>
                      <a:r>
                        <a:rPr lang="en-US" altLang="zh-CN" sz="1200" dirty="0" smtClean="0">
                          <a:solidFill>
                            <a:schemeClr val="tx1">
                              <a:lumMod val="65000"/>
                              <a:lumOff val="35000"/>
                            </a:schemeClr>
                          </a:solidFill>
                          <a:latin typeface="微软雅黑" panose="020B0503020204020204" pitchFamily="34" charset="-122"/>
                          <a:ea typeface="微软雅黑" panose="020B0503020204020204" pitchFamily="34" charset="-122"/>
                        </a:rPr>
                        <a:t>PM2.5</a:t>
                      </a: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浓度预测</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相关建议</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4" name="组合 13"/>
          <p:cNvGrpSpPr/>
          <p:nvPr userDrawn="1"/>
        </p:nvGrpSpPr>
        <p:grpSpPr>
          <a:xfrm>
            <a:off x="0" y="3329985"/>
            <a:ext cx="1268760" cy="591140"/>
            <a:chOff x="0" y="1272662"/>
            <a:chExt cx="1691680" cy="788186"/>
          </a:xfrm>
        </p:grpSpPr>
        <p:sp>
          <p:nvSpPr>
            <p:cNvPr id="15" name="矩形 1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kern="1200" dirty="0" smtClean="0">
                  <a:solidFill>
                    <a:schemeClr val="lt1"/>
                  </a:solidFill>
                  <a:latin typeface="微软雅黑" panose="020B0503020204020204" pitchFamily="34" charset="-122"/>
                  <a:ea typeface="微软雅黑" panose="020B0503020204020204" pitchFamily="34" charset="-122"/>
                  <a:cs typeface="+mn-cs"/>
                </a:rPr>
                <a:t>总结与展望</a:t>
              </a:r>
              <a:endParaRPr lang="zh-CN" altLang="en-US" sz="1400" kern="1200" dirty="0">
                <a:solidFill>
                  <a:schemeClr val="lt1"/>
                </a:solidFill>
                <a:latin typeface="微软雅黑" panose="020B0503020204020204" pitchFamily="34" charset="-122"/>
                <a:ea typeface="微软雅黑" panose="020B0503020204020204" pitchFamily="34" charset="-122"/>
                <a:cs typeface="+mn-cs"/>
              </a:endParaRPr>
            </a:p>
          </p:txBody>
        </p:sp>
        <p:sp>
          <p:nvSpPr>
            <p:cNvPr id="17" name="等腰三角形 16"/>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直角三角形 9"/>
          <p:cNvSpPr/>
          <p:nvPr userDrawn="1"/>
        </p:nvSpPr>
        <p:spPr>
          <a:xfrm flipH="1">
            <a:off x="8458200" y="4514851"/>
            <a:ext cx="712721" cy="64007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lvl="0" algn="ctr"/>
            <a:endParaRPr lang="zh-CN" altLang="en-US"/>
          </a:p>
        </p:txBody>
      </p:sp>
      <p:sp>
        <p:nvSpPr>
          <p:cNvPr id="11" name="五边形 10"/>
          <p:cNvSpPr/>
          <p:nvPr userDrawn="1"/>
        </p:nvSpPr>
        <p:spPr>
          <a:xfrm flipH="1">
            <a:off x="8536625" y="4776879"/>
            <a:ext cx="739955" cy="378042"/>
          </a:xfrm>
          <a:prstGeom prst="homePlate">
            <a:avLst/>
          </a:prstGeom>
          <a:no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fld id="{170C0C04-E408-48A9-82A4-3716296300DE}" type="slidenum">
              <a:rPr lang="zh-CN" altLang="en-US" sz="14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endParaRPr lang="zh-CN" altLang="en-US" kern="0" dirty="0">
              <a:solidFill>
                <a:sysClr val="window" lastClr="FFFFFF"/>
              </a:solidFill>
              <a:latin typeface="Calibri"/>
              <a:ea typeface="宋体"/>
            </a:endParaRPr>
          </a:p>
        </p:txBody>
      </p:sp>
    </p:spTree>
    <p:extLst>
      <p:ext uri="{BB962C8B-B14F-4D97-AF65-F5344CB8AC3E}">
        <p14:creationId xmlns:p14="http://schemas.microsoft.com/office/powerpoint/2010/main" val="1892591870"/>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论文总结">
    <p:spTree>
      <p:nvGrpSpPr>
        <p:cNvPr id="1" name=""/>
        <p:cNvGrpSpPr/>
        <p:nvPr/>
      </p:nvGrpSpPr>
      <p:grpSpPr>
        <a:xfrm>
          <a:off x="0" y="0"/>
          <a:ext cx="0" cy="0"/>
          <a:chOff x="0" y="0"/>
          <a:chExt cx="0" cy="0"/>
        </a:xfrm>
      </p:grpSpPr>
      <p:sp>
        <p:nvSpPr>
          <p:cNvPr id="7" name="矩形 6"/>
          <p:cNvSpPr/>
          <p:nvPr userDrawn="1"/>
        </p:nvSpPr>
        <p:spPr>
          <a:xfrm>
            <a:off x="0" y="0"/>
            <a:ext cx="126876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p>
        </p:txBody>
      </p:sp>
      <p:graphicFrame>
        <p:nvGraphicFramePr>
          <p:cNvPr id="8" name="表格 7"/>
          <p:cNvGraphicFramePr>
            <a:graphicFrameLocks noGrp="1"/>
          </p:cNvGraphicFramePr>
          <p:nvPr userDrawn="1">
            <p:extLst>
              <p:ext uri="{D42A27DB-BD31-4B8C-83A1-F6EECF244321}">
                <p14:modId xmlns:p14="http://schemas.microsoft.com/office/powerpoint/2010/main" val="3694027346"/>
              </p:ext>
            </p:extLst>
          </p:nvPr>
        </p:nvGraphicFramePr>
        <p:xfrm>
          <a:off x="0" y="951570"/>
          <a:ext cx="1268760" cy="3564000"/>
        </p:xfrm>
        <a:graphic>
          <a:graphicData uri="http://schemas.openxmlformats.org/drawingml/2006/table">
            <a:tbl>
              <a:tblPr>
                <a:tableStyleId>{2D5ABB26-0587-4C30-8999-92F81FD0307C}</a:tableStyleId>
              </a:tblPr>
              <a:tblGrid>
                <a:gridCol w="1268760"/>
              </a:tblGrid>
              <a:tr h="594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1200" kern="1200" dirty="0" smtClean="0">
                          <a:solidFill>
                            <a:schemeClr val="tx1">
                              <a:lumMod val="65000"/>
                              <a:lumOff val="35000"/>
                            </a:schemeClr>
                          </a:solidFill>
                          <a:latin typeface="微软雅黑" panose="020B0503020204020204" pitchFamily="34" charset="-122"/>
                          <a:ea typeface="微软雅黑" panose="020B0503020204020204" pitchFamily="34" charset="-122"/>
                          <a:cs typeface="+mn-cs"/>
                        </a:rPr>
                        <a:t>绪论</a:t>
                      </a: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意义与内容</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思路与方法</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重点与难点</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成果与运用</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r h="594000">
                <a:tc>
                  <a:txBody>
                    <a:bodyPr/>
                    <a:lstStyle/>
                    <a:p>
                      <a:pPr algn="ctr"/>
                      <a:r>
                        <a:rPr lang="zh-CN" altLang="en-US" sz="1200" dirty="0" smtClean="0">
                          <a:solidFill>
                            <a:schemeClr val="tx1">
                              <a:lumMod val="65000"/>
                              <a:lumOff val="35000"/>
                            </a:schemeClr>
                          </a:solidFill>
                          <a:latin typeface="微软雅黑" panose="020B0503020204020204" pitchFamily="34" charset="-122"/>
                          <a:ea typeface="微软雅黑" panose="020B0503020204020204" pitchFamily="34" charset="-122"/>
                        </a:rPr>
                        <a:t>论文总结</a:t>
                      </a:r>
                      <a:endParaRPr lang="zh-CN" altLang="en-US" sz="1200" dirty="0">
                        <a:solidFill>
                          <a:schemeClr val="tx1">
                            <a:lumMod val="65000"/>
                            <a:lumOff val="35000"/>
                          </a:schemeClr>
                        </a:solidFill>
                        <a:latin typeface="微软雅黑" panose="020B0503020204020204" pitchFamily="34" charset="-122"/>
                        <a:ea typeface="微软雅黑" panose="020B0503020204020204" pitchFamily="34" charset="-122"/>
                      </a:endParaRPr>
                    </a:p>
                  </a:txBody>
                  <a:tcPr marL="68580" marR="68580" marT="34290" marB="3429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tcPr>
                </a:tc>
              </a:tr>
            </a:tbl>
          </a:graphicData>
        </a:graphic>
      </p:graphicFrame>
      <p:grpSp>
        <p:nvGrpSpPr>
          <p:cNvPr id="14" name="组合 13"/>
          <p:cNvGrpSpPr/>
          <p:nvPr userDrawn="1"/>
        </p:nvGrpSpPr>
        <p:grpSpPr>
          <a:xfrm>
            <a:off x="0" y="3923711"/>
            <a:ext cx="1268760" cy="591140"/>
            <a:chOff x="0" y="1272662"/>
            <a:chExt cx="1691680" cy="788186"/>
          </a:xfrm>
        </p:grpSpPr>
        <p:sp>
          <p:nvSpPr>
            <p:cNvPr id="15" name="矩形 14"/>
            <p:cNvSpPr/>
            <p:nvPr userDrawn="1"/>
          </p:nvSpPr>
          <p:spPr>
            <a:xfrm>
              <a:off x="0" y="1272662"/>
              <a:ext cx="1691680" cy="788186"/>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kern="1200" dirty="0" smtClean="0">
                  <a:solidFill>
                    <a:schemeClr val="lt1"/>
                  </a:solidFill>
                  <a:latin typeface="微软雅黑" panose="020B0503020204020204" pitchFamily="34" charset="-122"/>
                  <a:ea typeface="微软雅黑" panose="020B0503020204020204" pitchFamily="34" charset="-122"/>
                  <a:cs typeface="+mn-cs"/>
                </a:rPr>
                <a:t>建议与总结</a:t>
              </a:r>
              <a:endParaRPr lang="zh-CN" altLang="en-US" sz="1400" kern="1200" dirty="0">
                <a:solidFill>
                  <a:schemeClr val="lt1"/>
                </a:solidFill>
                <a:latin typeface="微软雅黑" panose="020B0503020204020204" pitchFamily="34" charset="-122"/>
                <a:ea typeface="微软雅黑" panose="020B0503020204020204" pitchFamily="34" charset="-122"/>
                <a:cs typeface="+mn-cs"/>
              </a:endParaRPr>
            </a:p>
          </p:txBody>
        </p:sp>
        <p:sp>
          <p:nvSpPr>
            <p:cNvPr id="17" name="等腰三角形 16"/>
            <p:cNvSpPr/>
            <p:nvPr userDrawn="1"/>
          </p:nvSpPr>
          <p:spPr>
            <a:xfrm rot="16200000">
              <a:off x="1547664" y="1594748"/>
              <a:ext cx="144016" cy="144016"/>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0" name="直角三角形 9"/>
          <p:cNvSpPr/>
          <p:nvPr userDrawn="1"/>
        </p:nvSpPr>
        <p:spPr>
          <a:xfrm flipH="1">
            <a:off x="8458200" y="4514851"/>
            <a:ext cx="712721" cy="640070"/>
          </a:xfrm>
          <a:prstGeom prst="rtTriangle">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lvl="0" algn="ctr"/>
            <a:endParaRPr lang="zh-CN" altLang="en-US"/>
          </a:p>
        </p:txBody>
      </p:sp>
      <p:sp>
        <p:nvSpPr>
          <p:cNvPr id="11" name="五边形 10"/>
          <p:cNvSpPr/>
          <p:nvPr userDrawn="1"/>
        </p:nvSpPr>
        <p:spPr>
          <a:xfrm flipH="1">
            <a:off x="8536625" y="4776879"/>
            <a:ext cx="739955" cy="378042"/>
          </a:xfrm>
          <a:prstGeom prst="homePlate">
            <a:avLst/>
          </a:prstGeom>
          <a:noFill/>
          <a:ln w="25400" cap="flat" cmpd="sng" algn="ctr">
            <a:noFill/>
            <a:prstDash val="solid"/>
          </a:ln>
          <a:effectLst/>
        </p:spPr>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fld id="{170C0C04-E408-48A9-82A4-3716296300DE}" type="slidenum">
              <a:rPr lang="zh-CN" altLang="en-US" sz="1400"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rPr>
              <a:pPr algn="ctr"/>
              <a:t>‹#›</a:t>
            </a:fld>
            <a:endParaRPr lang="zh-CN" altLang="en-US" kern="0" dirty="0">
              <a:solidFill>
                <a:sysClr val="window" lastClr="FFFFFF"/>
              </a:solidFill>
              <a:latin typeface="Calibri"/>
              <a:ea typeface="宋体"/>
            </a:endParaRPr>
          </a:p>
        </p:txBody>
      </p:sp>
    </p:spTree>
    <p:extLst>
      <p:ext uri="{BB962C8B-B14F-4D97-AF65-F5344CB8AC3E}">
        <p14:creationId xmlns:p14="http://schemas.microsoft.com/office/powerpoint/2010/main" val="3161844105"/>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2543841"/>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14539"/>
            <a:ext cx="5791200" cy="1028700"/>
          </a:xfrm>
          <a:prstGeom prst="rect">
            <a:avLst/>
          </a:prstGeom>
        </p:spPr>
        <p:txBody>
          <a:bodyPr vert="horz" lIns="91440" tIns="45720" rIns="91440" bIns="45720" rtlCol="0" anchor="b">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457200" y="1314451"/>
            <a:ext cx="7620000" cy="3280172"/>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457200" y="4629151"/>
            <a:ext cx="3429000" cy="228600"/>
          </a:xfrm>
          <a:prstGeom prst="rect">
            <a:avLst/>
          </a:prstGeom>
        </p:spPr>
        <p:txBody>
          <a:bodyPr vert="horz" lIns="91440" tIns="45720" rIns="91440" bIns="0" rtlCol="0" anchor="b"/>
          <a:lstStyle>
            <a:lvl1pPr algn="l">
              <a:defRPr sz="1000">
                <a:solidFill>
                  <a:schemeClr val="tx1"/>
                </a:solidFill>
              </a:defRPr>
            </a:lvl1pPr>
          </a:lstStyle>
          <a:p>
            <a:fld id="{B0C4986D-6BE9-4264-908F-02DB36FD8D6C}" type="datetime1">
              <a:rPr lang="en-US" smtClean="0"/>
              <a:pPr/>
              <a:t>9/5/2020</a:t>
            </a:fld>
            <a:endParaRPr lang="en-US" dirty="0"/>
          </a:p>
        </p:txBody>
      </p:sp>
      <p:sp>
        <p:nvSpPr>
          <p:cNvPr id="5" name="Footer Placeholder 4"/>
          <p:cNvSpPr>
            <a:spLocks noGrp="1"/>
          </p:cNvSpPr>
          <p:nvPr>
            <p:ph type="ftr" sz="quarter" idx="3"/>
          </p:nvPr>
        </p:nvSpPr>
        <p:spPr>
          <a:xfrm>
            <a:off x="457200" y="4869657"/>
            <a:ext cx="3429000" cy="212884"/>
          </a:xfrm>
          <a:prstGeom prst="rect">
            <a:avLst/>
          </a:prstGeom>
        </p:spPr>
        <p:txBody>
          <a:bodyPr vert="horz" lIns="91440" tIns="45720" rIns="91440" bIns="45720" rtlCol="0" anchor="t"/>
          <a:lstStyle>
            <a:lvl1pPr algn="l">
              <a:defRPr sz="1000">
                <a:solidFill>
                  <a:schemeClr val="tx1"/>
                </a:solidFill>
              </a:defRPr>
            </a:lvl1pPr>
          </a:lstStyle>
          <a:p>
            <a:r>
              <a:rPr lang="en-US" smtClean="0"/>
              <a:t>Footer Text</a:t>
            </a:r>
            <a:endParaRPr lang="en-US" dirty="0"/>
          </a:p>
        </p:txBody>
      </p:sp>
      <p:sp>
        <p:nvSpPr>
          <p:cNvPr id="6" name="Slide Number Placeholder 5"/>
          <p:cNvSpPr>
            <a:spLocks noGrp="1"/>
          </p:cNvSpPr>
          <p:nvPr>
            <p:ph type="sldNum" sz="quarter" idx="4"/>
          </p:nvPr>
        </p:nvSpPr>
        <p:spPr>
          <a:xfrm rot="16200000">
            <a:off x="8391843" y="4368483"/>
            <a:ext cx="986791" cy="365125"/>
          </a:xfrm>
          <a:prstGeom prst="rect">
            <a:avLst/>
          </a:prstGeom>
        </p:spPr>
        <p:txBody>
          <a:bodyPr vert="horz" lIns="91440" tIns="45720" rIns="91440" bIns="45720" rtlCol="0" anchor="ctr"/>
          <a:lstStyle>
            <a:lvl1pPr algn="l">
              <a:defRPr sz="2400" b="1">
                <a:solidFill>
                  <a:schemeClr val="tx2"/>
                </a:solidFill>
              </a:defRPr>
            </a:lvl1pPr>
          </a:lstStyle>
          <a:p>
            <a:fld id="{BA9B540C-44DA-4F69-89C9-7C84606640D3}" type="slidenum">
              <a:rPr lang="en-US" smtClean="0"/>
              <a:pPr/>
              <a:t>‹#›</a:t>
            </a:fld>
            <a:endParaRPr lang="en-US" dirty="0"/>
          </a:p>
        </p:txBody>
      </p:sp>
      <p:sp>
        <p:nvSpPr>
          <p:cNvPr id="7" name="Rectangle 6"/>
          <p:cNvSpPr/>
          <p:nvPr/>
        </p:nvSpPr>
        <p:spPr>
          <a:xfrm>
            <a:off x="9001124" y="0"/>
            <a:ext cx="142876" cy="10287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001124" y="1028700"/>
            <a:ext cx="142876" cy="4114800"/>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圆角矩形 8"/>
          <p:cNvSpPr/>
          <p:nvPr userDrawn="1"/>
        </p:nvSpPr>
        <p:spPr>
          <a:xfrm>
            <a:off x="0" y="4867274"/>
            <a:ext cx="7048500" cy="276225"/>
          </a:xfrm>
          <a:prstGeom prst="roundRect">
            <a:avLst>
              <a:gd name="adj" fmla="val 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ea typeface="微软雅黑" pitchFamily="34" charset="-122"/>
            </a:endParaRPr>
          </a:p>
        </p:txBody>
      </p:sp>
      <p:sp>
        <p:nvSpPr>
          <p:cNvPr id="10" name="圆角矩形 9"/>
          <p:cNvSpPr/>
          <p:nvPr userDrawn="1"/>
        </p:nvSpPr>
        <p:spPr>
          <a:xfrm>
            <a:off x="8124825" y="4867273"/>
            <a:ext cx="1019175" cy="276225"/>
          </a:xfrm>
          <a:prstGeom prst="roundRect">
            <a:avLst>
              <a:gd name="adj" fmla="val 0"/>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b="1" dirty="0">
              <a:ea typeface="微软雅黑" pitchFamily="34" charset="-122"/>
            </a:endParaRPr>
          </a:p>
        </p:txBody>
      </p:sp>
      <p:sp>
        <p:nvSpPr>
          <p:cNvPr id="11" name="文本框 9"/>
          <p:cNvSpPr txBox="1"/>
          <p:nvPr userDrawn="1"/>
        </p:nvSpPr>
        <p:spPr>
          <a:xfrm>
            <a:off x="7143753" y="4843416"/>
            <a:ext cx="877163" cy="300082"/>
          </a:xfrm>
          <a:prstGeom prst="rect">
            <a:avLst/>
          </a:prstGeom>
          <a:noFill/>
        </p:spPr>
        <p:txBody>
          <a:bodyPr wrap="none" rtlCol="0">
            <a:spAutoFit/>
          </a:bodyPr>
          <a:lstStyle/>
          <a:p>
            <a:r>
              <a:rPr lang="zh-CN" altLang="en-US" b="0" dirty="0" smtClean="0">
                <a:solidFill>
                  <a:srgbClr val="314865"/>
                </a:solidFill>
                <a:latin typeface="微软雅黑" panose="020B0503020204020204" pitchFamily="34" charset="-122"/>
                <a:ea typeface="微软雅黑" panose="020B0503020204020204" pitchFamily="34" charset="-122"/>
              </a:rPr>
              <a:t>东北大学</a:t>
            </a:r>
            <a:endParaRPr lang="zh-CN" altLang="en-US" b="0" dirty="0">
              <a:solidFill>
                <a:srgbClr val="314865"/>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717" r:id="rId1"/>
    <p:sldLayoutId id="2147483723" r:id="rId2"/>
    <p:sldLayoutId id="2147483728" r:id="rId3"/>
    <p:sldLayoutId id="2147483729" r:id="rId4"/>
    <p:sldLayoutId id="2147483730" r:id="rId5"/>
    <p:sldLayoutId id="2147483731" r:id="rId6"/>
    <p:sldLayoutId id="2147483732" r:id="rId7"/>
    <p:sldLayoutId id="2147483733" r:id="rId8"/>
    <p:sldLayoutId id="2147483734" r:id="rId9"/>
  </p:sldLayoutIdLst>
  <p:timing>
    <p:tnLst>
      <p:par>
        <p:cTn id="1" dur="indefinite" restart="never" nodeType="tmRoot"/>
      </p:par>
    </p:tnLst>
  </p:timing>
  <p:txStyles>
    <p:titleStyle>
      <a:lvl1pPr algn="l" defTabSz="914400" rtl="0" eaLnBrk="1" latinLnBrk="0" hangingPunct="1">
        <a:spcBef>
          <a:spcPct val="0"/>
        </a:spcBef>
        <a:buNone/>
        <a:defRPr sz="3600" kern="1200" cap="all" spc="-60" baseline="0">
          <a:solidFill>
            <a:schemeClr val="tx2"/>
          </a:solidFill>
          <a:latin typeface="+mj-lt"/>
          <a:ea typeface="+mj-ea"/>
          <a:cs typeface="+mj-cs"/>
        </a:defRPr>
      </a:lvl1pPr>
    </p:titleStyle>
    <p:body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微软雅黑" pitchFamily="34" charset="-122"/>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微软雅黑" pitchFamily="34" charset="-122"/>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微软雅黑" pitchFamily="34" charset="-122"/>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微软雅黑" pitchFamily="34" charset="-122"/>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微软雅黑" pitchFamily="34" charset="-122"/>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1.jpeg"/><Relationship Id="rId4" Type="http://schemas.openxmlformats.org/officeDocument/2006/relationships/image" Target="../media/image10.wmf"/></Relationships>
</file>

<file path=ppt/slides/_rels/slide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5.wmf"/><Relationship Id="rId13" Type="http://schemas.openxmlformats.org/officeDocument/2006/relationships/oleObject" Target="../embeddings/oleObject10.bin"/><Relationship Id="rId18" Type="http://schemas.openxmlformats.org/officeDocument/2006/relationships/image" Target="../media/image20.wmf"/><Relationship Id="rId3" Type="http://schemas.openxmlformats.org/officeDocument/2006/relationships/oleObject" Target="../embeddings/oleObject5.bin"/><Relationship Id="rId21" Type="http://schemas.openxmlformats.org/officeDocument/2006/relationships/oleObject" Target="../embeddings/oleObject14.bin"/><Relationship Id="rId7" Type="http://schemas.openxmlformats.org/officeDocument/2006/relationships/oleObject" Target="../embeddings/oleObject7.bin"/><Relationship Id="rId12" Type="http://schemas.openxmlformats.org/officeDocument/2006/relationships/image" Target="../media/image17.wmf"/><Relationship Id="rId17" Type="http://schemas.openxmlformats.org/officeDocument/2006/relationships/oleObject" Target="../embeddings/oleObject12.bin"/><Relationship Id="rId2" Type="http://schemas.openxmlformats.org/officeDocument/2006/relationships/slideLayout" Target="../slideLayouts/slideLayout2.xml"/><Relationship Id="rId16" Type="http://schemas.openxmlformats.org/officeDocument/2006/relationships/image" Target="../media/image19.wmf"/><Relationship Id="rId20" Type="http://schemas.openxmlformats.org/officeDocument/2006/relationships/image" Target="../media/image21.wmf"/><Relationship Id="rId1" Type="http://schemas.openxmlformats.org/officeDocument/2006/relationships/vmlDrawing" Target="../drawings/vmlDrawing3.vml"/><Relationship Id="rId6" Type="http://schemas.openxmlformats.org/officeDocument/2006/relationships/image" Target="../media/image14.wmf"/><Relationship Id="rId11" Type="http://schemas.openxmlformats.org/officeDocument/2006/relationships/oleObject" Target="../embeddings/oleObject9.bin"/><Relationship Id="rId24" Type="http://schemas.openxmlformats.org/officeDocument/2006/relationships/image" Target="../media/image23.wmf"/><Relationship Id="rId5" Type="http://schemas.openxmlformats.org/officeDocument/2006/relationships/oleObject" Target="../embeddings/oleObject6.bin"/><Relationship Id="rId15" Type="http://schemas.openxmlformats.org/officeDocument/2006/relationships/oleObject" Target="../embeddings/oleObject11.bin"/><Relationship Id="rId23" Type="http://schemas.openxmlformats.org/officeDocument/2006/relationships/oleObject" Target="../embeddings/oleObject15.bin"/><Relationship Id="rId10" Type="http://schemas.openxmlformats.org/officeDocument/2006/relationships/image" Target="../media/image16.wmf"/><Relationship Id="rId19" Type="http://schemas.openxmlformats.org/officeDocument/2006/relationships/oleObject" Target="../embeddings/oleObject13.bin"/><Relationship Id="rId4" Type="http://schemas.openxmlformats.org/officeDocument/2006/relationships/image" Target="../media/image13.wmf"/><Relationship Id="rId9" Type="http://schemas.openxmlformats.org/officeDocument/2006/relationships/oleObject" Target="../embeddings/oleObject8.bin"/><Relationship Id="rId14" Type="http://schemas.openxmlformats.org/officeDocument/2006/relationships/image" Target="../media/image18.wmf"/><Relationship Id="rId22" Type="http://schemas.openxmlformats.org/officeDocument/2006/relationships/image" Target="../media/image22.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18.bin"/><Relationship Id="rId13" Type="http://schemas.openxmlformats.org/officeDocument/2006/relationships/image" Target="../media/image28.wmf"/><Relationship Id="rId3" Type="http://schemas.openxmlformats.org/officeDocument/2006/relationships/oleObject" Target="../embeddings/oleObject16.bin"/><Relationship Id="rId7" Type="http://schemas.openxmlformats.org/officeDocument/2006/relationships/image" Target="../media/image25.wmf"/><Relationship Id="rId12" Type="http://schemas.openxmlformats.org/officeDocument/2006/relationships/oleObject" Target="../embeddings/oleObject20.bin"/><Relationship Id="rId2" Type="http://schemas.openxmlformats.org/officeDocument/2006/relationships/slideLayout" Target="../slideLayouts/slideLayout2.xml"/><Relationship Id="rId16" Type="http://schemas.openxmlformats.org/officeDocument/2006/relationships/oleObject" Target="../embeddings/oleObject22.bin"/><Relationship Id="rId1" Type="http://schemas.openxmlformats.org/officeDocument/2006/relationships/vmlDrawing" Target="../drawings/vmlDrawing4.vml"/><Relationship Id="rId6" Type="http://schemas.openxmlformats.org/officeDocument/2006/relationships/oleObject" Target="../embeddings/oleObject17.bin"/><Relationship Id="rId11" Type="http://schemas.openxmlformats.org/officeDocument/2006/relationships/image" Target="../media/image27.wmf"/><Relationship Id="rId5" Type="http://schemas.openxmlformats.org/officeDocument/2006/relationships/image" Target="../media/image30.jpeg"/><Relationship Id="rId15" Type="http://schemas.openxmlformats.org/officeDocument/2006/relationships/image" Target="../media/image29.wmf"/><Relationship Id="rId10" Type="http://schemas.openxmlformats.org/officeDocument/2006/relationships/oleObject" Target="../embeddings/oleObject19.bin"/><Relationship Id="rId4" Type="http://schemas.openxmlformats.org/officeDocument/2006/relationships/image" Target="../media/image24.wmf"/><Relationship Id="rId9" Type="http://schemas.openxmlformats.org/officeDocument/2006/relationships/image" Target="../media/image26.wmf"/><Relationship Id="rId14" Type="http://schemas.openxmlformats.org/officeDocument/2006/relationships/oleObject" Target="../embeddings/oleObject21.bin"/></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32.jpeg"/><Relationship Id="rId4" Type="http://schemas.openxmlformats.org/officeDocument/2006/relationships/image" Target="../media/image31.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34.jpeg"/><Relationship Id="rId4" Type="http://schemas.openxmlformats.org/officeDocument/2006/relationships/image" Target="../media/image33.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36.jpeg"/><Relationship Id="rId4" Type="http://schemas.openxmlformats.org/officeDocument/2006/relationships/image" Target="../media/image35.wmf"/></Relationships>
</file>

<file path=ppt/slides/_rels/slide13.xml.rels><?xml version="1.0" encoding="UTF-8" standalone="yes"?>
<Relationships xmlns="http://schemas.openxmlformats.org/package/2006/relationships"><Relationship Id="rId8" Type="http://schemas.openxmlformats.org/officeDocument/2006/relationships/image" Target="../media/image39.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8.wmf"/><Relationship Id="rId5" Type="http://schemas.openxmlformats.org/officeDocument/2006/relationships/oleObject" Target="../embeddings/oleObject27.bin"/><Relationship Id="rId10" Type="http://schemas.openxmlformats.org/officeDocument/2006/relationships/image" Target="../media/image40.wmf"/><Relationship Id="rId4" Type="http://schemas.openxmlformats.org/officeDocument/2006/relationships/image" Target="../media/image37.wmf"/><Relationship Id="rId9" Type="http://schemas.openxmlformats.org/officeDocument/2006/relationships/oleObject" Target="../embeddings/oleObject29.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image" Target="../media/image42.wmf"/><Relationship Id="rId5" Type="http://schemas.openxmlformats.org/officeDocument/2006/relationships/oleObject" Target="../embeddings/oleObject31.bin"/><Relationship Id="rId4" Type="http://schemas.openxmlformats.org/officeDocument/2006/relationships/image" Target="../media/image41.wmf"/></Relationships>
</file>

<file path=ppt/slides/_rels/slide15.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37.bin"/><Relationship Id="rId3" Type="http://schemas.openxmlformats.org/officeDocument/2006/relationships/oleObject" Target="../embeddings/oleObject32.bin"/><Relationship Id="rId7" Type="http://schemas.openxmlformats.org/officeDocument/2006/relationships/oleObject" Target="../embeddings/oleObject34.bin"/><Relationship Id="rId12" Type="http://schemas.openxmlformats.org/officeDocument/2006/relationships/image" Target="../media/image48.wmf"/><Relationship Id="rId2" Type="http://schemas.openxmlformats.org/officeDocument/2006/relationships/slideLayout" Target="../slideLayouts/slideLayout2.xml"/><Relationship Id="rId16" Type="http://schemas.openxmlformats.org/officeDocument/2006/relationships/oleObject" Target="../embeddings/oleObject39.bin"/><Relationship Id="rId1" Type="http://schemas.openxmlformats.org/officeDocument/2006/relationships/vmlDrawing" Target="../drawings/vmlDrawing10.vml"/><Relationship Id="rId6" Type="http://schemas.openxmlformats.org/officeDocument/2006/relationships/image" Target="../media/image45.wmf"/><Relationship Id="rId11" Type="http://schemas.openxmlformats.org/officeDocument/2006/relationships/oleObject" Target="../embeddings/oleObject36.bin"/><Relationship Id="rId5" Type="http://schemas.openxmlformats.org/officeDocument/2006/relationships/oleObject" Target="../embeddings/oleObject33.bin"/><Relationship Id="rId15" Type="http://schemas.openxmlformats.org/officeDocument/2006/relationships/oleObject" Target="../embeddings/oleObject38.bin"/><Relationship Id="rId10" Type="http://schemas.openxmlformats.org/officeDocument/2006/relationships/image" Target="../media/image47.wmf"/><Relationship Id="rId4" Type="http://schemas.openxmlformats.org/officeDocument/2006/relationships/image" Target="../media/image44.wmf"/><Relationship Id="rId9" Type="http://schemas.openxmlformats.org/officeDocument/2006/relationships/oleObject" Target="../embeddings/oleObject35.bin"/><Relationship Id="rId14" Type="http://schemas.openxmlformats.org/officeDocument/2006/relationships/image" Target="../media/image49.wmf"/></Relationships>
</file>

<file path=ppt/slides/_rels/slide17.xml.rels><?xml version="1.0" encoding="UTF-8" standalone="yes"?>
<Relationships xmlns="http://schemas.openxmlformats.org/package/2006/relationships"><Relationship Id="rId8" Type="http://schemas.openxmlformats.org/officeDocument/2006/relationships/image" Target="../media/image52.wmf"/><Relationship Id="rId13" Type="http://schemas.openxmlformats.org/officeDocument/2006/relationships/oleObject" Target="../embeddings/oleObject45.bin"/><Relationship Id="rId18" Type="http://schemas.openxmlformats.org/officeDocument/2006/relationships/image" Target="../media/image57.wmf"/><Relationship Id="rId3" Type="http://schemas.openxmlformats.org/officeDocument/2006/relationships/oleObject" Target="../embeddings/oleObject40.bin"/><Relationship Id="rId7" Type="http://schemas.openxmlformats.org/officeDocument/2006/relationships/oleObject" Target="../embeddings/oleObject42.bin"/><Relationship Id="rId12" Type="http://schemas.openxmlformats.org/officeDocument/2006/relationships/image" Target="../media/image54.wmf"/><Relationship Id="rId17" Type="http://schemas.openxmlformats.org/officeDocument/2006/relationships/oleObject" Target="../embeddings/oleObject47.bin"/><Relationship Id="rId2" Type="http://schemas.openxmlformats.org/officeDocument/2006/relationships/slideLayout" Target="../slideLayouts/slideLayout2.xml"/><Relationship Id="rId16" Type="http://schemas.openxmlformats.org/officeDocument/2006/relationships/image" Target="../media/image56.wmf"/><Relationship Id="rId20" Type="http://schemas.openxmlformats.org/officeDocument/2006/relationships/image" Target="../media/image58.wmf"/><Relationship Id="rId1" Type="http://schemas.openxmlformats.org/officeDocument/2006/relationships/vmlDrawing" Target="../drawings/vmlDrawing11.vml"/><Relationship Id="rId6" Type="http://schemas.openxmlformats.org/officeDocument/2006/relationships/image" Target="../media/image51.wmf"/><Relationship Id="rId11" Type="http://schemas.openxmlformats.org/officeDocument/2006/relationships/oleObject" Target="../embeddings/oleObject44.bin"/><Relationship Id="rId5" Type="http://schemas.openxmlformats.org/officeDocument/2006/relationships/oleObject" Target="../embeddings/oleObject41.bin"/><Relationship Id="rId15" Type="http://schemas.openxmlformats.org/officeDocument/2006/relationships/oleObject" Target="../embeddings/oleObject46.bin"/><Relationship Id="rId10" Type="http://schemas.openxmlformats.org/officeDocument/2006/relationships/image" Target="../media/image53.wmf"/><Relationship Id="rId19" Type="http://schemas.openxmlformats.org/officeDocument/2006/relationships/oleObject" Target="../embeddings/oleObject48.bin"/><Relationship Id="rId4" Type="http://schemas.openxmlformats.org/officeDocument/2006/relationships/image" Target="../media/image50.wmf"/><Relationship Id="rId9" Type="http://schemas.openxmlformats.org/officeDocument/2006/relationships/oleObject" Target="../embeddings/oleObject43.bin"/><Relationship Id="rId14" Type="http://schemas.openxmlformats.org/officeDocument/2006/relationships/image" Target="../media/image55.wmf"/></Relationships>
</file>

<file path=ppt/slides/_rels/slide18.xml.rels><?xml version="1.0" encoding="UTF-8" standalone="yes"?>
<Relationships xmlns="http://schemas.openxmlformats.org/package/2006/relationships"><Relationship Id="rId8" Type="http://schemas.openxmlformats.org/officeDocument/2006/relationships/image" Target="../media/image61.emf"/><Relationship Id="rId3" Type="http://schemas.openxmlformats.org/officeDocument/2006/relationships/oleObject" Target="../embeddings/oleObject49.bin"/><Relationship Id="rId7"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60.emf"/><Relationship Id="rId5" Type="http://schemas.openxmlformats.org/officeDocument/2006/relationships/oleObject" Target="../embeddings/oleObject50.bin"/><Relationship Id="rId4" Type="http://schemas.openxmlformats.org/officeDocument/2006/relationships/image" Target="../media/image59.emf"/></Relationships>
</file>

<file path=ppt/slides/_rels/slide19.xml.rels><?xml version="1.0" encoding="UTF-8" standalone="yes"?>
<Relationships xmlns="http://schemas.openxmlformats.org/package/2006/relationships"><Relationship Id="rId8" Type="http://schemas.openxmlformats.org/officeDocument/2006/relationships/image" Target="../media/image64.emf"/><Relationship Id="rId3" Type="http://schemas.openxmlformats.org/officeDocument/2006/relationships/oleObject" Target="../embeddings/oleObject52.bin"/><Relationship Id="rId7"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63.emf"/><Relationship Id="rId5" Type="http://schemas.openxmlformats.org/officeDocument/2006/relationships/oleObject" Target="../embeddings/oleObject53.bin"/><Relationship Id="rId4" Type="http://schemas.openxmlformats.org/officeDocument/2006/relationships/image" Target="../media/image62.emf"/></Relationships>
</file>

<file path=ppt/slides/_rels/slide20.xml.rels><?xml version="1.0" encoding="UTF-8" standalone="yes"?>
<Relationships xmlns="http://schemas.openxmlformats.org/package/2006/relationships"><Relationship Id="rId8" Type="http://schemas.openxmlformats.org/officeDocument/2006/relationships/image" Target="../media/image67.emf"/><Relationship Id="rId3" Type="http://schemas.openxmlformats.org/officeDocument/2006/relationships/oleObject" Target="../embeddings/oleObject55.bin"/><Relationship Id="rId7" Type="http://schemas.openxmlformats.org/officeDocument/2006/relationships/oleObject" Target="../embeddings/oleObject57.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66.emf"/><Relationship Id="rId5" Type="http://schemas.openxmlformats.org/officeDocument/2006/relationships/oleObject" Target="../embeddings/oleObject56.bin"/><Relationship Id="rId10" Type="http://schemas.openxmlformats.org/officeDocument/2006/relationships/image" Target="../media/image68.emf"/><Relationship Id="rId4" Type="http://schemas.openxmlformats.org/officeDocument/2006/relationships/image" Target="../media/image65.emf"/><Relationship Id="rId9" Type="http://schemas.openxmlformats.org/officeDocument/2006/relationships/oleObject" Target="../embeddings/oleObject58.bin"/></Relationships>
</file>

<file path=ppt/slides/_rels/slide21.xml.rels><?xml version="1.0" encoding="UTF-8" standalone="yes"?>
<Relationships xmlns="http://schemas.openxmlformats.org/package/2006/relationships"><Relationship Id="rId8" Type="http://schemas.openxmlformats.org/officeDocument/2006/relationships/image" Target="../media/image71.wmf"/><Relationship Id="rId13" Type="http://schemas.openxmlformats.org/officeDocument/2006/relationships/oleObject" Target="../embeddings/oleObject64.bin"/><Relationship Id="rId18" Type="http://schemas.openxmlformats.org/officeDocument/2006/relationships/image" Target="../media/image76.wmf"/><Relationship Id="rId3" Type="http://schemas.openxmlformats.org/officeDocument/2006/relationships/oleObject" Target="../embeddings/oleObject59.bin"/><Relationship Id="rId7" Type="http://schemas.openxmlformats.org/officeDocument/2006/relationships/oleObject" Target="../embeddings/oleObject61.bin"/><Relationship Id="rId12" Type="http://schemas.openxmlformats.org/officeDocument/2006/relationships/image" Target="../media/image73.wmf"/><Relationship Id="rId17" Type="http://schemas.openxmlformats.org/officeDocument/2006/relationships/oleObject" Target="../embeddings/oleObject66.bin"/><Relationship Id="rId2" Type="http://schemas.openxmlformats.org/officeDocument/2006/relationships/slideLayout" Target="../slideLayouts/slideLayout2.xml"/><Relationship Id="rId16" Type="http://schemas.openxmlformats.org/officeDocument/2006/relationships/image" Target="../media/image75.wmf"/><Relationship Id="rId20" Type="http://schemas.openxmlformats.org/officeDocument/2006/relationships/image" Target="../media/image77.wmf"/><Relationship Id="rId1" Type="http://schemas.openxmlformats.org/officeDocument/2006/relationships/vmlDrawing" Target="../drawings/vmlDrawing15.vml"/><Relationship Id="rId6" Type="http://schemas.openxmlformats.org/officeDocument/2006/relationships/image" Target="../media/image70.wmf"/><Relationship Id="rId11" Type="http://schemas.openxmlformats.org/officeDocument/2006/relationships/oleObject" Target="../embeddings/oleObject63.bin"/><Relationship Id="rId5" Type="http://schemas.openxmlformats.org/officeDocument/2006/relationships/oleObject" Target="../embeddings/oleObject60.bin"/><Relationship Id="rId15" Type="http://schemas.openxmlformats.org/officeDocument/2006/relationships/oleObject" Target="../embeddings/oleObject65.bin"/><Relationship Id="rId10" Type="http://schemas.openxmlformats.org/officeDocument/2006/relationships/image" Target="../media/image72.wmf"/><Relationship Id="rId19" Type="http://schemas.openxmlformats.org/officeDocument/2006/relationships/oleObject" Target="../embeddings/oleObject67.bin"/><Relationship Id="rId4" Type="http://schemas.openxmlformats.org/officeDocument/2006/relationships/image" Target="../media/image69.wmf"/><Relationship Id="rId9" Type="http://schemas.openxmlformats.org/officeDocument/2006/relationships/oleObject" Target="../embeddings/oleObject62.bin"/><Relationship Id="rId14" Type="http://schemas.openxmlformats.org/officeDocument/2006/relationships/image" Target="../media/image74.wmf"/></Relationships>
</file>

<file path=ppt/slides/_rels/slide22.xml.rels><?xml version="1.0" encoding="UTF-8" standalone="yes"?>
<Relationships xmlns="http://schemas.openxmlformats.org/package/2006/relationships"><Relationship Id="rId8" Type="http://schemas.openxmlformats.org/officeDocument/2006/relationships/image" Target="../media/image80.wmf"/><Relationship Id="rId13" Type="http://schemas.openxmlformats.org/officeDocument/2006/relationships/oleObject" Target="../embeddings/oleObject73.bin"/><Relationship Id="rId3" Type="http://schemas.openxmlformats.org/officeDocument/2006/relationships/oleObject" Target="../embeddings/oleObject68.bin"/><Relationship Id="rId7" Type="http://schemas.openxmlformats.org/officeDocument/2006/relationships/oleObject" Target="../embeddings/oleObject70.bin"/><Relationship Id="rId12" Type="http://schemas.openxmlformats.org/officeDocument/2006/relationships/image" Target="../media/image82.wmf"/><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79.wmf"/><Relationship Id="rId11" Type="http://schemas.openxmlformats.org/officeDocument/2006/relationships/oleObject" Target="../embeddings/oleObject72.bin"/><Relationship Id="rId5" Type="http://schemas.openxmlformats.org/officeDocument/2006/relationships/oleObject" Target="../embeddings/oleObject69.bin"/><Relationship Id="rId10" Type="http://schemas.openxmlformats.org/officeDocument/2006/relationships/image" Target="../media/image81.wmf"/><Relationship Id="rId4" Type="http://schemas.openxmlformats.org/officeDocument/2006/relationships/image" Target="../media/image78.wmf"/><Relationship Id="rId9" Type="http://schemas.openxmlformats.org/officeDocument/2006/relationships/oleObject" Target="../embeddings/oleObject71.bin"/><Relationship Id="rId14" Type="http://schemas.openxmlformats.org/officeDocument/2006/relationships/image" Target="../media/image83.wmf"/></Relationships>
</file>

<file path=ppt/slides/_rels/slide23.xml.rels><?xml version="1.0" encoding="UTF-8" standalone="yes"?>
<Relationships xmlns="http://schemas.openxmlformats.org/package/2006/relationships"><Relationship Id="rId8" Type="http://schemas.openxmlformats.org/officeDocument/2006/relationships/image" Target="../media/image86.wmf"/><Relationship Id="rId13" Type="http://schemas.openxmlformats.org/officeDocument/2006/relationships/oleObject" Target="../embeddings/oleObject80.bin"/><Relationship Id="rId18" Type="http://schemas.openxmlformats.org/officeDocument/2006/relationships/image" Target="../media/image90.wmf"/><Relationship Id="rId3" Type="http://schemas.openxmlformats.org/officeDocument/2006/relationships/oleObject" Target="../embeddings/oleObject74.bin"/><Relationship Id="rId7" Type="http://schemas.openxmlformats.org/officeDocument/2006/relationships/oleObject" Target="../embeddings/oleObject76.bin"/><Relationship Id="rId12" Type="http://schemas.openxmlformats.org/officeDocument/2006/relationships/image" Target="../media/image87.wmf"/><Relationship Id="rId17" Type="http://schemas.openxmlformats.org/officeDocument/2006/relationships/oleObject" Target="../embeddings/oleObject82.bin"/><Relationship Id="rId2" Type="http://schemas.openxmlformats.org/officeDocument/2006/relationships/slideLayout" Target="../slideLayouts/slideLayout2.xml"/><Relationship Id="rId16" Type="http://schemas.openxmlformats.org/officeDocument/2006/relationships/image" Target="../media/image89.wmf"/><Relationship Id="rId1" Type="http://schemas.openxmlformats.org/officeDocument/2006/relationships/vmlDrawing" Target="../drawings/vmlDrawing17.vml"/><Relationship Id="rId6" Type="http://schemas.openxmlformats.org/officeDocument/2006/relationships/image" Target="../media/image85.wmf"/><Relationship Id="rId11" Type="http://schemas.openxmlformats.org/officeDocument/2006/relationships/oleObject" Target="../embeddings/oleObject79.bin"/><Relationship Id="rId5" Type="http://schemas.openxmlformats.org/officeDocument/2006/relationships/oleObject" Target="../embeddings/oleObject75.bin"/><Relationship Id="rId15" Type="http://schemas.openxmlformats.org/officeDocument/2006/relationships/oleObject" Target="../embeddings/oleObject81.bin"/><Relationship Id="rId10" Type="http://schemas.openxmlformats.org/officeDocument/2006/relationships/oleObject" Target="../embeddings/oleObject78.bin"/><Relationship Id="rId4" Type="http://schemas.openxmlformats.org/officeDocument/2006/relationships/image" Target="../media/image84.wmf"/><Relationship Id="rId9" Type="http://schemas.openxmlformats.org/officeDocument/2006/relationships/oleObject" Target="../embeddings/oleObject77.bin"/><Relationship Id="rId14" Type="http://schemas.openxmlformats.org/officeDocument/2006/relationships/image" Target="../media/image88.wmf"/></Relationships>
</file>

<file path=ppt/slides/_rels/slide24.xml.rels><?xml version="1.0" encoding="UTF-8" standalone="yes"?>
<Relationships xmlns="http://schemas.openxmlformats.org/package/2006/relationships"><Relationship Id="rId8" Type="http://schemas.openxmlformats.org/officeDocument/2006/relationships/image" Target="../media/image93.wmf"/><Relationship Id="rId3" Type="http://schemas.openxmlformats.org/officeDocument/2006/relationships/oleObject" Target="../embeddings/oleObject83.bin"/><Relationship Id="rId7" Type="http://schemas.openxmlformats.org/officeDocument/2006/relationships/oleObject" Target="../embeddings/oleObject85.bin"/><Relationship Id="rId12" Type="http://schemas.openxmlformats.org/officeDocument/2006/relationships/image" Target="../media/image95.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92.wmf"/><Relationship Id="rId11" Type="http://schemas.openxmlformats.org/officeDocument/2006/relationships/oleObject" Target="../embeddings/oleObject87.bin"/><Relationship Id="rId5" Type="http://schemas.openxmlformats.org/officeDocument/2006/relationships/oleObject" Target="../embeddings/oleObject84.bin"/><Relationship Id="rId10" Type="http://schemas.openxmlformats.org/officeDocument/2006/relationships/image" Target="../media/image94.wmf"/><Relationship Id="rId4" Type="http://schemas.openxmlformats.org/officeDocument/2006/relationships/image" Target="../media/image91.wmf"/><Relationship Id="rId9" Type="http://schemas.openxmlformats.org/officeDocument/2006/relationships/oleObject" Target="../embeddings/oleObject86.bin"/></Relationships>
</file>

<file path=ppt/slides/_rels/slide25.x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97.wmf"/><Relationship Id="rId5" Type="http://schemas.openxmlformats.org/officeDocument/2006/relationships/oleObject" Target="../embeddings/oleObject89.bin"/><Relationship Id="rId4" Type="http://schemas.openxmlformats.org/officeDocument/2006/relationships/image" Target="../media/image96.wmf"/></Relationships>
</file>

<file path=ppt/slides/_rels/slide26.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slideLayout" Target="../slideLayouts/slideLayout2.xml"/><Relationship Id="rId1" Type="http://schemas.openxmlformats.org/officeDocument/2006/relationships/vmlDrawing" Target="../drawings/vmlDrawing20.vml"/><Relationship Id="rId5" Type="http://schemas.openxmlformats.org/officeDocument/2006/relationships/image" Target="../media/image99.wmf"/><Relationship Id="rId4" Type="http://schemas.openxmlformats.org/officeDocument/2006/relationships/oleObject" Target="../embeddings/oleObject91.bin"/></Relationships>
</file>

<file path=ppt/slides/_rels/slide27.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oleObject" Target="../embeddings/oleObject92.bin"/><Relationship Id="rId7" Type="http://schemas.openxmlformats.org/officeDocument/2006/relationships/oleObject" Target="../embeddings/oleObject94.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97.wmf"/><Relationship Id="rId5" Type="http://schemas.openxmlformats.org/officeDocument/2006/relationships/oleObject" Target="../embeddings/oleObject93.bin"/><Relationship Id="rId4" Type="http://schemas.openxmlformats.org/officeDocument/2006/relationships/image" Target="../media/image96.wmf"/></Relationships>
</file>

<file path=ppt/slides/_rels/slide28.xml.rels><?xml version="1.0" encoding="UTF-8" standalone="yes"?>
<Relationships xmlns="http://schemas.openxmlformats.org/package/2006/relationships"><Relationship Id="rId8" Type="http://schemas.openxmlformats.org/officeDocument/2006/relationships/image" Target="../media/image104.wmf"/><Relationship Id="rId3" Type="http://schemas.openxmlformats.org/officeDocument/2006/relationships/oleObject" Target="../embeddings/oleObject95.bin"/><Relationship Id="rId7" Type="http://schemas.openxmlformats.org/officeDocument/2006/relationships/oleObject" Target="../embeddings/oleObject97.bin"/><Relationship Id="rId12" Type="http://schemas.openxmlformats.org/officeDocument/2006/relationships/image" Target="../media/image106.wmf"/><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03.wmf"/><Relationship Id="rId11" Type="http://schemas.openxmlformats.org/officeDocument/2006/relationships/oleObject" Target="../embeddings/oleObject99.bin"/><Relationship Id="rId5" Type="http://schemas.openxmlformats.org/officeDocument/2006/relationships/oleObject" Target="../embeddings/oleObject96.bin"/><Relationship Id="rId10" Type="http://schemas.openxmlformats.org/officeDocument/2006/relationships/image" Target="../media/image105.wmf"/><Relationship Id="rId4" Type="http://schemas.openxmlformats.org/officeDocument/2006/relationships/image" Target="../media/image102.wmf"/><Relationship Id="rId9" Type="http://schemas.openxmlformats.org/officeDocument/2006/relationships/oleObject" Target="../embeddings/oleObject98.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00.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107.wmf"/></Relationships>
</file>

<file path=ppt/slides/_rels/slide30.xml.rels><?xml version="1.0" encoding="UTF-8" standalone="yes"?>
<Relationships xmlns="http://schemas.openxmlformats.org/package/2006/relationships"><Relationship Id="rId13" Type="http://schemas.openxmlformats.org/officeDocument/2006/relationships/oleObject" Target="../embeddings/oleObject106.bin"/><Relationship Id="rId18" Type="http://schemas.openxmlformats.org/officeDocument/2006/relationships/image" Target="../media/image115.wmf"/><Relationship Id="rId26" Type="http://schemas.openxmlformats.org/officeDocument/2006/relationships/image" Target="../media/image119.wmf"/><Relationship Id="rId39" Type="http://schemas.openxmlformats.org/officeDocument/2006/relationships/oleObject" Target="../embeddings/oleObject121.bin"/><Relationship Id="rId21" Type="http://schemas.openxmlformats.org/officeDocument/2006/relationships/oleObject" Target="../embeddings/oleObject110.bin"/><Relationship Id="rId34" Type="http://schemas.openxmlformats.org/officeDocument/2006/relationships/image" Target="../media/image122.wmf"/><Relationship Id="rId42" Type="http://schemas.openxmlformats.org/officeDocument/2006/relationships/image" Target="../media/image125.wmf"/><Relationship Id="rId47" Type="http://schemas.openxmlformats.org/officeDocument/2006/relationships/oleObject" Target="../embeddings/oleObject126.bin"/><Relationship Id="rId50" Type="http://schemas.openxmlformats.org/officeDocument/2006/relationships/image" Target="../media/image128.wmf"/><Relationship Id="rId55" Type="http://schemas.openxmlformats.org/officeDocument/2006/relationships/oleObject" Target="../embeddings/oleObject132.bin"/><Relationship Id="rId63" Type="http://schemas.openxmlformats.org/officeDocument/2006/relationships/oleObject" Target="../embeddings/oleObject137.bin"/><Relationship Id="rId68" Type="http://schemas.openxmlformats.org/officeDocument/2006/relationships/image" Target="../media/image133.wmf"/><Relationship Id="rId76" Type="http://schemas.openxmlformats.org/officeDocument/2006/relationships/oleObject" Target="../embeddings/oleObject146.bin"/><Relationship Id="rId7" Type="http://schemas.openxmlformats.org/officeDocument/2006/relationships/oleObject" Target="../embeddings/oleObject103.bin"/><Relationship Id="rId71" Type="http://schemas.openxmlformats.org/officeDocument/2006/relationships/oleObject" Target="../embeddings/oleObject142.bin"/><Relationship Id="rId2" Type="http://schemas.openxmlformats.org/officeDocument/2006/relationships/slideLayout" Target="../slideLayouts/slideLayout2.xml"/><Relationship Id="rId16" Type="http://schemas.openxmlformats.org/officeDocument/2006/relationships/image" Target="../media/image114.wmf"/><Relationship Id="rId29" Type="http://schemas.openxmlformats.org/officeDocument/2006/relationships/oleObject" Target="../embeddings/oleObject114.bin"/><Relationship Id="rId11" Type="http://schemas.openxmlformats.org/officeDocument/2006/relationships/oleObject" Target="../embeddings/oleObject105.bin"/><Relationship Id="rId24" Type="http://schemas.openxmlformats.org/officeDocument/2006/relationships/image" Target="../media/image118.wmf"/><Relationship Id="rId32" Type="http://schemas.openxmlformats.org/officeDocument/2006/relationships/oleObject" Target="../embeddings/oleObject116.bin"/><Relationship Id="rId37" Type="http://schemas.openxmlformats.org/officeDocument/2006/relationships/oleObject" Target="../embeddings/oleObject119.bin"/><Relationship Id="rId40" Type="http://schemas.openxmlformats.org/officeDocument/2006/relationships/image" Target="../media/image124.wmf"/><Relationship Id="rId45" Type="http://schemas.openxmlformats.org/officeDocument/2006/relationships/oleObject" Target="../embeddings/oleObject125.bin"/><Relationship Id="rId53" Type="http://schemas.openxmlformats.org/officeDocument/2006/relationships/oleObject" Target="../embeddings/oleObject130.bin"/><Relationship Id="rId58" Type="http://schemas.openxmlformats.org/officeDocument/2006/relationships/image" Target="../media/image130.wmf"/><Relationship Id="rId66" Type="http://schemas.openxmlformats.org/officeDocument/2006/relationships/image" Target="../media/image132.wmf"/><Relationship Id="rId74" Type="http://schemas.openxmlformats.org/officeDocument/2006/relationships/oleObject" Target="../embeddings/oleObject144.bin"/><Relationship Id="rId5" Type="http://schemas.openxmlformats.org/officeDocument/2006/relationships/oleObject" Target="../embeddings/oleObject102.bin"/><Relationship Id="rId15" Type="http://schemas.openxmlformats.org/officeDocument/2006/relationships/oleObject" Target="../embeddings/oleObject107.bin"/><Relationship Id="rId23" Type="http://schemas.openxmlformats.org/officeDocument/2006/relationships/oleObject" Target="../embeddings/oleObject111.bin"/><Relationship Id="rId28" Type="http://schemas.openxmlformats.org/officeDocument/2006/relationships/image" Target="../media/image120.wmf"/><Relationship Id="rId36" Type="http://schemas.openxmlformats.org/officeDocument/2006/relationships/image" Target="../media/image123.wmf"/><Relationship Id="rId49" Type="http://schemas.openxmlformats.org/officeDocument/2006/relationships/oleObject" Target="../embeddings/oleObject127.bin"/><Relationship Id="rId57" Type="http://schemas.openxmlformats.org/officeDocument/2006/relationships/oleObject" Target="../embeddings/oleObject133.bin"/><Relationship Id="rId61" Type="http://schemas.openxmlformats.org/officeDocument/2006/relationships/oleObject" Target="../embeddings/oleObject135.bin"/><Relationship Id="rId10" Type="http://schemas.openxmlformats.org/officeDocument/2006/relationships/image" Target="../media/image111.wmf"/><Relationship Id="rId19" Type="http://schemas.openxmlformats.org/officeDocument/2006/relationships/oleObject" Target="../embeddings/oleObject109.bin"/><Relationship Id="rId31" Type="http://schemas.openxmlformats.org/officeDocument/2006/relationships/oleObject" Target="../embeddings/oleObject115.bin"/><Relationship Id="rId44" Type="http://schemas.openxmlformats.org/officeDocument/2006/relationships/oleObject" Target="../embeddings/oleObject124.bin"/><Relationship Id="rId52" Type="http://schemas.openxmlformats.org/officeDocument/2006/relationships/oleObject" Target="../embeddings/oleObject129.bin"/><Relationship Id="rId60" Type="http://schemas.openxmlformats.org/officeDocument/2006/relationships/image" Target="../media/image131.wmf"/><Relationship Id="rId65" Type="http://schemas.openxmlformats.org/officeDocument/2006/relationships/oleObject" Target="../embeddings/oleObject139.bin"/><Relationship Id="rId73" Type="http://schemas.openxmlformats.org/officeDocument/2006/relationships/oleObject" Target="../embeddings/oleObject143.bin"/><Relationship Id="rId4" Type="http://schemas.openxmlformats.org/officeDocument/2006/relationships/image" Target="../media/image108.wmf"/><Relationship Id="rId9" Type="http://schemas.openxmlformats.org/officeDocument/2006/relationships/oleObject" Target="../embeddings/oleObject104.bin"/><Relationship Id="rId14" Type="http://schemas.openxmlformats.org/officeDocument/2006/relationships/image" Target="../media/image113.wmf"/><Relationship Id="rId22" Type="http://schemas.openxmlformats.org/officeDocument/2006/relationships/image" Target="../media/image117.wmf"/><Relationship Id="rId27" Type="http://schemas.openxmlformats.org/officeDocument/2006/relationships/oleObject" Target="../embeddings/oleObject113.bin"/><Relationship Id="rId30" Type="http://schemas.openxmlformats.org/officeDocument/2006/relationships/image" Target="../media/image121.wmf"/><Relationship Id="rId35" Type="http://schemas.openxmlformats.org/officeDocument/2006/relationships/oleObject" Target="../embeddings/oleObject118.bin"/><Relationship Id="rId43" Type="http://schemas.openxmlformats.org/officeDocument/2006/relationships/oleObject" Target="../embeddings/oleObject123.bin"/><Relationship Id="rId48" Type="http://schemas.openxmlformats.org/officeDocument/2006/relationships/image" Target="../media/image127.wmf"/><Relationship Id="rId56" Type="http://schemas.openxmlformats.org/officeDocument/2006/relationships/image" Target="../media/image129.wmf"/><Relationship Id="rId64" Type="http://schemas.openxmlformats.org/officeDocument/2006/relationships/oleObject" Target="../embeddings/oleObject138.bin"/><Relationship Id="rId69" Type="http://schemas.openxmlformats.org/officeDocument/2006/relationships/oleObject" Target="../embeddings/oleObject141.bin"/><Relationship Id="rId8" Type="http://schemas.openxmlformats.org/officeDocument/2006/relationships/image" Target="../media/image110.wmf"/><Relationship Id="rId51" Type="http://schemas.openxmlformats.org/officeDocument/2006/relationships/oleObject" Target="../embeddings/oleObject128.bin"/><Relationship Id="rId72" Type="http://schemas.openxmlformats.org/officeDocument/2006/relationships/image" Target="../media/image135.wmf"/><Relationship Id="rId3" Type="http://schemas.openxmlformats.org/officeDocument/2006/relationships/oleObject" Target="../embeddings/oleObject101.bin"/><Relationship Id="rId12" Type="http://schemas.openxmlformats.org/officeDocument/2006/relationships/image" Target="../media/image112.wmf"/><Relationship Id="rId17" Type="http://schemas.openxmlformats.org/officeDocument/2006/relationships/oleObject" Target="../embeddings/oleObject108.bin"/><Relationship Id="rId25" Type="http://schemas.openxmlformats.org/officeDocument/2006/relationships/oleObject" Target="../embeddings/oleObject112.bin"/><Relationship Id="rId33" Type="http://schemas.openxmlformats.org/officeDocument/2006/relationships/oleObject" Target="../embeddings/oleObject117.bin"/><Relationship Id="rId38" Type="http://schemas.openxmlformats.org/officeDocument/2006/relationships/oleObject" Target="../embeddings/oleObject120.bin"/><Relationship Id="rId46" Type="http://schemas.openxmlformats.org/officeDocument/2006/relationships/image" Target="../media/image126.wmf"/><Relationship Id="rId59" Type="http://schemas.openxmlformats.org/officeDocument/2006/relationships/oleObject" Target="../embeddings/oleObject134.bin"/><Relationship Id="rId67" Type="http://schemas.openxmlformats.org/officeDocument/2006/relationships/oleObject" Target="../embeddings/oleObject140.bin"/><Relationship Id="rId20" Type="http://schemas.openxmlformats.org/officeDocument/2006/relationships/image" Target="../media/image116.wmf"/><Relationship Id="rId41" Type="http://schemas.openxmlformats.org/officeDocument/2006/relationships/oleObject" Target="../embeddings/oleObject122.bin"/><Relationship Id="rId54" Type="http://schemas.openxmlformats.org/officeDocument/2006/relationships/oleObject" Target="../embeddings/oleObject131.bin"/><Relationship Id="rId62" Type="http://schemas.openxmlformats.org/officeDocument/2006/relationships/oleObject" Target="../embeddings/oleObject136.bin"/><Relationship Id="rId70" Type="http://schemas.openxmlformats.org/officeDocument/2006/relationships/image" Target="../media/image134.wmf"/><Relationship Id="rId75" Type="http://schemas.openxmlformats.org/officeDocument/2006/relationships/oleObject" Target="../embeddings/oleObject145.bin"/><Relationship Id="rId1" Type="http://schemas.openxmlformats.org/officeDocument/2006/relationships/vmlDrawing" Target="../drawings/vmlDrawing24.vml"/><Relationship Id="rId6" Type="http://schemas.openxmlformats.org/officeDocument/2006/relationships/image" Target="../media/image109.wmf"/></Relationships>
</file>

<file path=ppt/slides/_rels/slide31.x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oleObject" Target="../embeddings/oleObject147.bin"/><Relationship Id="rId7" Type="http://schemas.openxmlformats.org/officeDocument/2006/relationships/oleObject" Target="../embeddings/oleObject149.bin"/><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image" Target="../media/image137.wmf"/><Relationship Id="rId11" Type="http://schemas.openxmlformats.org/officeDocument/2006/relationships/image" Target="../media/image139.wmf"/><Relationship Id="rId5" Type="http://schemas.openxmlformats.org/officeDocument/2006/relationships/oleObject" Target="../embeddings/oleObject148.bin"/><Relationship Id="rId10" Type="http://schemas.openxmlformats.org/officeDocument/2006/relationships/oleObject" Target="../embeddings/oleObject151.bin"/><Relationship Id="rId4" Type="http://schemas.openxmlformats.org/officeDocument/2006/relationships/image" Target="../media/image136.wmf"/><Relationship Id="rId9" Type="http://schemas.openxmlformats.org/officeDocument/2006/relationships/oleObject" Target="../embeddings/oleObject150.bin"/></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52.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141.wmf"/><Relationship Id="rId5" Type="http://schemas.openxmlformats.org/officeDocument/2006/relationships/oleObject" Target="../embeddings/oleObject153.bin"/><Relationship Id="rId4" Type="http://schemas.openxmlformats.org/officeDocument/2006/relationships/image" Target="../media/image140.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154.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142.emf"/></Relationships>
</file>

<file path=ppt/slides/_rels/slide34.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8.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55.bin"/><Relationship Id="rId2" Type="http://schemas.openxmlformats.org/officeDocument/2006/relationships/slideLayout" Target="../slideLayouts/slideLayout2.xml"/><Relationship Id="rId1" Type="http://schemas.openxmlformats.org/officeDocument/2006/relationships/vmlDrawing" Target="../drawings/vmlDrawing28.vml"/><Relationship Id="rId4" Type="http://schemas.openxmlformats.org/officeDocument/2006/relationships/image" Target="../media/image149.wmf"/></Relationships>
</file>

<file path=ppt/slides/_rels/slide40.xml.rels><?xml version="1.0" encoding="UTF-8" standalone="yes"?>
<Relationships xmlns="http://schemas.openxmlformats.org/package/2006/relationships"><Relationship Id="rId8" Type="http://schemas.openxmlformats.org/officeDocument/2006/relationships/image" Target="../media/image152.wmf"/><Relationship Id="rId13" Type="http://schemas.openxmlformats.org/officeDocument/2006/relationships/oleObject" Target="../embeddings/oleObject161.bin"/><Relationship Id="rId18" Type="http://schemas.openxmlformats.org/officeDocument/2006/relationships/image" Target="../media/image157.wmf"/><Relationship Id="rId3" Type="http://schemas.openxmlformats.org/officeDocument/2006/relationships/oleObject" Target="../embeddings/oleObject156.bin"/><Relationship Id="rId7" Type="http://schemas.openxmlformats.org/officeDocument/2006/relationships/oleObject" Target="../embeddings/oleObject158.bin"/><Relationship Id="rId12" Type="http://schemas.openxmlformats.org/officeDocument/2006/relationships/image" Target="../media/image154.wmf"/><Relationship Id="rId17" Type="http://schemas.openxmlformats.org/officeDocument/2006/relationships/oleObject" Target="../embeddings/oleObject163.bin"/><Relationship Id="rId2" Type="http://schemas.openxmlformats.org/officeDocument/2006/relationships/slideLayout" Target="../slideLayouts/slideLayout2.xml"/><Relationship Id="rId16" Type="http://schemas.openxmlformats.org/officeDocument/2006/relationships/image" Target="../media/image156.wmf"/><Relationship Id="rId1" Type="http://schemas.openxmlformats.org/officeDocument/2006/relationships/vmlDrawing" Target="../drawings/vmlDrawing29.vml"/><Relationship Id="rId6" Type="http://schemas.openxmlformats.org/officeDocument/2006/relationships/image" Target="../media/image151.wmf"/><Relationship Id="rId11" Type="http://schemas.openxmlformats.org/officeDocument/2006/relationships/oleObject" Target="../embeddings/oleObject160.bin"/><Relationship Id="rId5" Type="http://schemas.openxmlformats.org/officeDocument/2006/relationships/oleObject" Target="../embeddings/oleObject157.bin"/><Relationship Id="rId15" Type="http://schemas.openxmlformats.org/officeDocument/2006/relationships/oleObject" Target="../embeddings/oleObject162.bin"/><Relationship Id="rId10" Type="http://schemas.openxmlformats.org/officeDocument/2006/relationships/image" Target="../media/image153.wmf"/><Relationship Id="rId4" Type="http://schemas.openxmlformats.org/officeDocument/2006/relationships/image" Target="../media/image150.wmf"/><Relationship Id="rId9" Type="http://schemas.openxmlformats.org/officeDocument/2006/relationships/oleObject" Target="../embeddings/oleObject159.bin"/><Relationship Id="rId14" Type="http://schemas.openxmlformats.org/officeDocument/2006/relationships/image" Target="../media/image155.wmf"/></Relationships>
</file>

<file path=ppt/slides/_rels/slide41.xml.rels><?xml version="1.0" encoding="UTF-8" standalone="yes"?>
<Relationships xmlns="http://schemas.openxmlformats.org/package/2006/relationships"><Relationship Id="rId2" Type="http://schemas.openxmlformats.org/officeDocument/2006/relationships/image" Target="../media/image158.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64.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159.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65.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160.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66.bin"/><Relationship Id="rId2" Type="http://schemas.openxmlformats.org/officeDocument/2006/relationships/slideLayout" Target="../slideLayouts/slideLayout2.xml"/><Relationship Id="rId1" Type="http://schemas.openxmlformats.org/officeDocument/2006/relationships/vmlDrawing" Target="../drawings/vmlDrawing32.vml"/><Relationship Id="rId6" Type="http://schemas.openxmlformats.org/officeDocument/2006/relationships/image" Target="../media/image162.wmf"/><Relationship Id="rId5" Type="http://schemas.openxmlformats.org/officeDocument/2006/relationships/oleObject" Target="../embeddings/oleObject167.bin"/><Relationship Id="rId4" Type="http://schemas.openxmlformats.org/officeDocument/2006/relationships/image" Target="../media/image161.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68.bin"/><Relationship Id="rId2" Type="http://schemas.openxmlformats.org/officeDocument/2006/relationships/slideLayout" Target="../slideLayouts/slideLayout2.xml"/><Relationship Id="rId1" Type="http://schemas.openxmlformats.org/officeDocument/2006/relationships/vmlDrawing" Target="../drawings/vmlDrawing33.vml"/><Relationship Id="rId4" Type="http://schemas.openxmlformats.org/officeDocument/2006/relationships/image" Target="../media/image163.wmf"/></Relationships>
</file>

<file path=ppt/slides/_rels/slide46.xml.rels><?xml version="1.0" encoding="UTF-8" standalone="yes"?>
<Relationships xmlns="http://schemas.openxmlformats.org/package/2006/relationships"><Relationship Id="rId8" Type="http://schemas.openxmlformats.org/officeDocument/2006/relationships/image" Target="../media/image166.emf"/><Relationship Id="rId13" Type="http://schemas.openxmlformats.org/officeDocument/2006/relationships/oleObject" Target="../embeddings/oleObject174.bin"/><Relationship Id="rId18" Type="http://schemas.openxmlformats.org/officeDocument/2006/relationships/image" Target="../media/image171.emf"/><Relationship Id="rId3" Type="http://schemas.openxmlformats.org/officeDocument/2006/relationships/oleObject" Target="../embeddings/oleObject169.bin"/><Relationship Id="rId7" Type="http://schemas.openxmlformats.org/officeDocument/2006/relationships/oleObject" Target="../embeddings/oleObject171.bin"/><Relationship Id="rId12" Type="http://schemas.openxmlformats.org/officeDocument/2006/relationships/image" Target="../media/image168.emf"/><Relationship Id="rId17" Type="http://schemas.openxmlformats.org/officeDocument/2006/relationships/oleObject" Target="../embeddings/oleObject176.bin"/><Relationship Id="rId2" Type="http://schemas.openxmlformats.org/officeDocument/2006/relationships/slideLayout" Target="../slideLayouts/slideLayout2.xml"/><Relationship Id="rId16" Type="http://schemas.openxmlformats.org/officeDocument/2006/relationships/image" Target="../media/image170.emf"/><Relationship Id="rId1" Type="http://schemas.openxmlformats.org/officeDocument/2006/relationships/vmlDrawing" Target="../drawings/vmlDrawing34.vml"/><Relationship Id="rId6" Type="http://schemas.openxmlformats.org/officeDocument/2006/relationships/image" Target="../media/image165.emf"/><Relationship Id="rId11" Type="http://schemas.openxmlformats.org/officeDocument/2006/relationships/oleObject" Target="../embeddings/oleObject173.bin"/><Relationship Id="rId5" Type="http://schemas.openxmlformats.org/officeDocument/2006/relationships/oleObject" Target="../embeddings/oleObject170.bin"/><Relationship Id="rId15" Type="http://schemas.openxmlformats.org/officeDocument/2006/relationships/oleObject" Target="../embeddings/oleObject175.bin"/><Relationship Id="rId10" Type="http://schemas.openxmlformats.org/officeDocument/2006/relationships/image" Target="../media/image167.emf"/><Relationship Id="rId4" Type="http://schemas.openxmlformats.org/officeDocument/2006/relationships/image" Target="../media/image164.emf"/><Relationship Id="rId9" Type="http://schemas.openxmlformats.org/officeDocument/2006/relationships/oleObject" Target="../embeddings/oleObject172.bin"/><Relationship Id="rId14" Type="http://schemas.openxmlformats.org/officeDocument/2006/relationships/image" Target="../media/image169.emf"/></Relationships>
</file>

<file path=ppt/slides/_rels/slide47.xml.rels><?xml version="1.0" encoding="UTF-8" standalone="yes"?>
<Relationships xmlns="http://schemas.openxmlformats.org/package/2006/relationships"><Relationship Id="rId8" Type="http://schemas.openxmlformats.org/officeDocument/2006/relationships/image" Target="../media/image174.wmf"/><Relationship Id="rId3" Type="http://schemas.openxmlformats.org/officeDocument/2006/relationships/oleObject" Target="../embeddings/oleObject177.bin"/><Relationship Id="rId7" Type="http://schemas.openxmlformats.org/officeDocument/2006/relationships/oleObject" Target="../embeddings/oleObject179.bin"/><Relationship Id="rId2" Type="http://schemas.openxmlformats.org/officeDocument/2006/relationships/slideLayout" Target="../slideLayouts/slideLayout2.xml"/><Relationship Id="rId1" Type="http://schemas.openxmlformats.org/officeDocument/2006/relationships/vmlDrawing" Target="../drawings/vmlDrawing35.vml"/><Relationship Id="rId6" Type="http://schemas.openxmlformats.org/officeDocument/2006/relationships/image" Target="../media/image173.wmf"/><Relationship Id="rId5" Type="http://schemas.openxmlformats.org/officeDocument/2006/relationships/oleObject" Target="../embeddings/oleObject178.bin"/><Relationship Id="rId10" Type="http://schemas.openxmlformats.org/officeDocument/2006/relationships/image" Target="../media/image175.wmf"/><Relationship Id="rId4" Type="http://schemas.openxmlformats.org/officeDocument/2006/relationships/image" Target="../media/image172.wmf"/><Relationship Id="rId9" Type="http://schemas.openxmlformats.org/officeDocument/2006/relationships/oleObject" Target="../embeddings/oleObject180.bin"/></Relationships>
</file>

<file path=ppt/slides/_rels/slide48.xml.rels><?xml version="1.0" encoding="UTF-8" standalone="yes"?>
<Relationships xmlns="http://schemas.openxmlformats.org/package/2006/relationships"><Relationship Id="rId8" Type="http://schemas.openxmlformats.org/officeDocument/2006/relationships/image" Target="../media/image178.wmf"/><Relationship Id="rId3" Type="http://schemas.openxmlformats.org/officeDocument/2006/relationships/oleObject" Target="../embeddings/oleObject181.bin"/><Relationship Id="rId7" Type="http://schemas.openxmlformats.org/officeDocument/2006/relationships/oleObject" Target="../embeddings/oleObject183.bin"/><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image" Target="../media/image177.wmf"/><Relationship Id="rId5" Type="http://schemas.openxmlformats.org/officeDocument/2006/relationships/oleObject" Target="../embeddings/oleObject182.bin"/><Relationship Id="rId4" Type="http://schemas.openxmlformats.org/officeDocument/2006/relationships/image" Target="../media/image176.wmf"/></Relationships>
</file>

<file path=ppt/slides/_rels/slide49.xml.rels><?xml version="1.0" encoding="UTF-8" standalone="yes"?>
<Relationships xmlns="http://schemas.openxmlformats.org/package/2006/relationships"><Relationship Id="rId8" Type="http://schemas.openxmlformats.org/officeDocument/2006/relationships/image" Target="../media/image181.wmf"/><Relationship Id="rId13" Type="http://schemas.openxmlformats.org/officeDocument/2006/relationships/oleObject" Target="../embeddings/oleObject189.bin"/><Relationship Id="rId18" Type="http://schemas.openxmlformats.org/officeDocument/2006/relationships/image" Target="../media/image186.wmf"/><Relationship Id="rId3" Type="http://schemas.openxmlformats.org/officeDocument/2006/relationships/oleObject" Target="../embeddings/oleObject184.bin"/><Relationship Id="rId21" Type="http://schemas.openxmlformats.org/officeDocument/2006/relationships/oleObject" Target="../embeddings/oleObject193.bin"/><Relationship Id="rId7" Type="http://schemas.openxmlformats.org/officeDocument/2006/relationships/oleObject" Target="../embeddings/oleObject186.bin"/><Relationship Id="rId12" Type="http://schemas.openxmlformats.org/officeDocument/2006/relationships/image" Target="../media/image183.wmf"/><Relationship Id="rId17" Type="http://schemas.openxmlformats.org/officeDocument/2006/relationships/oleObject" Target="../embeddings/oleObject191.bin"/><Relationship Id="rId2" Type="http://schemas.openxmlformats.org/officeDocument/2006/relationships/slideLayout" Target="../slideLayouts/slideLayout2.xml"/><Relationship Id="rId16" Type="http://schemas.openxmlformats.org/officeDocument/2006/relationships/image" Target="../media/image185.wmf"/><Relationship Id="rId20" Type="http://schemas.openxmlformats.org/officeDocument/2006/relationships/image" Target="../media/image187.wmf"/><Relationship Id="rId1" Type="http://schemas.openxmlformats.org/officeDocument/2006/relationships/vmlDrawing" Target="../drawings/vmlDrawing37.vml"/><Relationship Id="rId6" Type="http://schemas.openxmlformats.org/officeDocument/2006/relationships/image" Target="../media/image180.wmf"/><Relationship Id="rId11" Type="http://schemas.openxmlformats.org/officeDocument/2006/relationships/oleObject" Target="../embeddings/oleObject188.bin"/><Relationship Id="rId5" Type="http://schemas.openxmlformats.org/officeDocument/2006/relationships/oleObject" Target="../embeddings/oleObject185.bin"/><Relationship Id="rId15" Type="http://schemas.openxmlformats.org/officeDocument/2006/relationships/oleObject" Target="../embeddings/oleObject190.bin"/><Relationship Id="rId10" Type="http://schemas.openxmlformats.org/officeDocument/2006/relationships/image" Target="../media/image182.wmf"/><Relationship Id="rId19" Type="http://schemas.openxmlformats.org/officeDocument/2006/relationships/oleObject" Target="../embeddings/oleObject192.bin"/><Relationship Id="rId4" Type="http://schemas.openxmlformats.org/officeDocument/2006/relationships/image" Target="../media/image179.wmf"/><Relationship Id="rId9" Type="http://schemas.openxmlformats.org/officeDocument/2006/relationships/oleObject" Target="../embeddings/oleObject187.bin"/><Relationship Id="rId14" Type="http://schemas.openxmlformats.org/officeDocument/2006/relationships/image" Target="../media/image184.wmf"/><Relationship Id="rId22" Type="http://schemas.openxmlformats.org/officeDocument/2006/relationships/image" Target="../media/image188.wmf"/></Relationships>
</file>

<file path=ppt/slides/_rels/slide50.xml.rels><?xml version="1.0" encoding="UTF-8" standalone="yes"?>
<Relationships xmlns="http://schemas.openxmlformats.org/package/2006/relationships"><Relationship Id="rId8" Type="http://schemas.openxmlformats.org/officeDocument/2006/relationships/image" Target="../media/image191.wmf"/><Relationship Id="rId13" Type="http://schemas.openxmlformats.org/officeDocument/2006/relationships/oleObject" Target="../embeddings/oleObject199.bin"/><Relationship Id="rId18" Type="http://schemas.openxmlformats.org/officeDocument/2006/relationships/image" Target="../media/image196.wmf"/><Relationship Id="rId3" Type="http://schemas.openxmlformats.org/officeDocument/2006/relationships/oleObject" Target="../embeddings/oleObject194.bin"/><Relationship Id="rId7" Type="http://schemas.openxmlformats.org/officeDocument/2006/relationships/oleObject" Target="../embeddings/oleObject196.bin"/><Relationship Id="rId12" Type="http://schemas.openxmlformats.org/officeDocument/2006/relationships/image" Target="../media/image193.wmf"/><Relationship Id="rId17" Type="http://schemas.openxmlformats.org/officeDocument/2006/relationships/oleObject" Target="../embeddings/oleObject201.bin"/><Relationship Id="rId2" Type="http://schemas.openxmlformats.org/officeDocument/2006/relationships/slideLayout" Target="../slideLayouts/slideLayout2.xml"/><Relationship Id="rId16" Type="http://schemas.openxmlformats.org/officeDocument/2006/relationships/image" Target="../media/image195.wmf"/><Relationship Id="rId20" Type="http://schemas.openxmlformats.org/officeDocument/2006/relationships/image" Target="../media/image197.wmf"/><Relationship Id="rId1" Type="http://schemas.openxmlformats.org/officeDocument/2006/relationships/vmlDrawing" Target="../drawings/vmlDrawing38.vml"/><Relationship Id="rId6" Type="http://schemas.openxmlformats.org/officeDocument/2006/relationships/image" Target="../media/image190.wmf"/><Relationship Id="rId11" Type="http://schemas.openxmlformats.org/officeDocument/2006/relationships/oleObject" Target="../embeddings/oleObject198.bin"/><Relationship Id="rId5" Type="http://schemas.openxmlformats.org/officeDocument/2006/relationships/oleObject" Target="../embeddings/oleObject195.bin"/><Relationship Id="rId15" Type="http://schemas.openxmlformats.org/officeDocument/2006/relationships/oleObject" Target="../embeddings/oleObject200.bin"/><Relationship Id="rId10" Type="http://schemas.openxmlformats.org/officeDocument/2006/relationships/image" Target="../media/image192.wmf"/><Relationship Id="rId19" Type="http://schemas.openxmlformats.org/officeDocument/2006/relationships/oleObject" Target="../embeddings/oleObject202.bin"/><Relationship Id="rId4" Type="http://schemas.openxmlformats.org/officeDocument/2006/relationships/image" Target="../media/image189.wmf"/><Relationship Id="rId9" Type="http://schemas.openxmlformats.org/officeDocument/2006/relationships/oleObject" Target="../embeddings/oleObject197.bin"/><Relationship Id="rId14" Type="http://schemas.openxmlformats.org/officeDocument/2006/relationships/image" Target="../media/image194.wm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image" Target="../media/image200.wmf"/><Relationship Id="rId13" Type="http://schemas.openxmlformats.org/officeDocument/2006/relationships/oleObject" Target="../embeddings/oleObject208.bin"/><Relationship Id="rId18" Type="http://schemas.openxmlformats.org/officeDocument/2006/relationships/image" Target="../media/image205.wmf"/><Relationship Id="rId3" Type="http://schemas.openxmlformats.org/officeDocument/2006/relationships/oleObject" Target="../embeddings/oleObject203.bin"/><Relationship Id="rId21" Type="http://schemas.openxmlformats.org/officeDocument/2006/relationships/oleObject" Target="../embeddings/oleObject212.bin"/><Relationship Id="rId7" Type="http://schemas.openxmlformats.org/officeDocument/2006/relationships/oleObject" Target="../embeddings/oleObject205.bin"/><Relationship Id="rId12" Type="http://schemas.openxmlformats.org/officeDocument/2006/relationships/image" Target="../media/image202.wmf"/><Relationship Id="rId17" Type="http://schemas.openxmlformats.org/officeDocument/2006/relationships/oleObject" Target="../embeddings/oleObject210.bin"/><Relationship Id="rId2" Type="http://schemas.openxmlformats.org/officeDocument/2006/relationships/slideLayout" Target="../slideLayouts/slideLayout2.xml"/><Relationship Id="rId16" Type="http://schemas.openxmlformats.org/officeDocument/2006/relationships/image" Target="../media/image204.wmf"/><Relationship Id="rId20" Type="http://schemas.openxmlformats.org/officeDocument/2006/relationships/image" Target="../media/image206.wmf"/><Relationship Id="rId1" Type="http://schemas.openxmlformats.org/officeDocument/2006/relationships/vmlDrawing" Target="../drawings/vmlDrawing39.vml"/><Relationship Id="rId6" Type="http://schemas.openxmlformats.org/officeDocument/2006/relationships/image" Target="../media/image199.wmf"/><Relationship Id="rId11" Type="http://schemas.openxmlformats.org/officeDocument/2006/relationships/oleObject" Target="../embeddings/oleObject207.bin"/><Relationship Id="rId5" Type="http://schemas.openxmlformats.org/officeDocument/2006/relationships/oleObject" Target="../embeddings/oleObject204.bin"/><Relationship Id="rId15" Type="http://schemas.openxmlformats.org/officeDocument/2006/relationships/oleObject" Target="../embeddings/oleObject209.bin"/><Relationship Id="rId10" Type="http://schemas.openxmlformats.org/officeDocument/2006/relationships/image" Target="../media/image201.wmf"/><Relationship Id="rId19" Type="http://schemas.openxmlformats.org/officeDocument/2006/relationships/oleObject" Target="../embeddings/oleObject211.bin"/><Relationship Id="rId4" Type="http://schemas.openxmlformats.org/officeDocument/2006/relationships/image" Target="../media/image198.wmf"/><Relationship Id="rId9" Type="http://schemas.openxmlformats.org/officeDocument/2006/relationships/oleObject" Target="../embeddings/oleObject206.bin"/><Relationship Id="rId14" Type="http://schemas.openxmlformats.org/officeDocument/2006/relationships/image" Target="../media/image203.wmf"/><Relationship Id="rId22" Type="http://schemas.openxmlformats.org/officeDocument/2006/relationships/image" Target="../media/image207.wmf"/></Relationships>
</file>

<file path=ppt/slides/_rels/slide53.xml.rels><?xml version="1.0" encoding="UTF-8" standalone="yes"?>
<Relationships xmlns="http://schemas.openxmlformats.org/package/2006/relationships"><Relationship Id="rId8" Type="http://schemas.openxmlformats.org/officeDocument/2006/relationships/image" Target="../media/image210.wmf"/><Relationship Id="rId3" Type="http://schemas.openxmlformats.org/officeDocument/2006/relationships/oleObject" Target="../embeddings/oleObject213.bin"/><Relationship Id="rId7" Type="http://schemas.openxmlformats.org/officeDocument/2006/relationships/oleObject" Target="../embeddings/oleObject215.bin"/><Relationship Id="rId12" Type="http://schemas.openxmlformats.org/officeDocument/2006/relationships/image" Target="../media/image212.wmf"/><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209.wmf"/><Relationship Id="rId11" Type="http://schemas.openxmlformats.org/officeDocument/2006/relationships/oleObject" Target="../embeddings/oleObject217.bin"/><Relationship Id="rId5" Type="http://schemas.openxmlformats.org/officeDocument/2006/relationships/oleObject" Target="../embeddings/oleObject214.bin"/><Relationship Id="rId10" Type="http://schemas.openxmlformats.org/officeDocument/2006/relationships/image" Target="../media/image211.wmf"/><Relationship Id="rId4" Type="http://schemas.openxmlformats.org/officeDocument/2006/relationships/image" Target="../media/image208.wmf"/><Relationship Id="rId9" Type="http://schemas.openxmlformats.org/officeDocument/2006/relationships/oleObject" Target="../embeddings/oleObject216.bin"/></Relationships>
</file>

<file path=ppt/slides/_rels/slide54.xml.rels><?xml version="1.0" encoding="UTF-8" standalone="yes"?>
<Relationships xmlns="http://schemas.openxmlformats.org/package/2006/relationships"><Relationship Id="rId8" Type="http://schemas.openxmlformats.org/officeDocument/2006/relationships/image" Target="../media/image215.wmf"/><Relationship Id="rId13" Type="http://schemas.openxmlformats.org/officeDocument/2006/relationships/oleObject" Target="../embeddings/oleObject223.bin"/><Relationship Id="rId3" Type="http://schemas.openxmlformats.org/officeDocument/2006/relationships/oleObject" Target="../embeddings/oleObject218.bin"/><Relationship Id="rId7" Type="http://schemas.openxmlformats.org/officeDocument/2006/relationships/oleObject" Target="../embeddings/oleObject220.bin"/><Relationship Id="rId12" Type="http://schemas.openxmlformats.org/officeDocument/2006/relationships/image" Target="../media/image217.wmf"/><Relationship Id="rId2" Type="http://schemas.openxmlformats.org/officeDocument/2006/relationships/slideLayout" Target="../slideLayouts/slideLayout2.xml"/><Relationship Id="rId16" Type="http://schemas.openxmlformats.org/officeDocument/2006/relationships/image" Target="../media/image219.wmf"/><Relationship Id="rId1" Type="http://schemas.openxmlformats.org/officeDocument/2006/relationships/vmlDrawing" Target="../drawings/vmlDrawing41.vml"/><Relationship Id="rId6" Type="http://schemas.openxmlformats.org/officeDocument/2006/relationships/image" Target="../media/image214.wmf"/><Relationship Id="rId11" Type="http://schemas.openxmlformats.org/officeDocument/2006/relationships/oleObject" Target="../embeddings/oleObject222.bin"/><Relationship Id="rId5" Type="http://schemas.openxmlformats.org/officeDocument/2006/relationships/oleObject" Target="../embeddings/oleObject219.bin"/><Relationship Id="rId15" Type="http://schemas.openxmlformats.org/officeDocument/2006/relationships/oleObject" Target="../embeddings/oleObject224.bin"/><Relationship Id="rId10" Type="http://schemas.openxmlformats.org/officeDocument/2006/relationships/image" Target="../media/image216.wmf"/><Relationship Id="rId4" Type="http://schemas.openxmlformats.org/officeDocument/2006/relationships/image" Target="../media/image213.wmf"/><Relationship Id="rId9" Type="http://schemas.openxmlformats.org/officeDocument/2006/relationships/oleObject" Target="../embeddings/oleObject221.bin"/><Relationship Id="rId14" Type="http://schemas.openxmlformats.org/officeDocument/2006/relationships/image" Target="../media/image218.wmf"/></Relationships>
</file>

<file path=ppt/slides/_rels/slide55.xml.rels><?xml version="1.0" encoding="UTF-8" standalone="yes"?>
<Relationships xmlns="http://schemas.openxmlformats.org/package/2006/relationships"><Relationship Id="rId8" Type="http://schemas.openxmlformats.org/officeDocument/2006/relationships/image" Target="../media/image222.wmf"/><Relationship Id="rId13" Type="http://schemas.openxmlformats.org/officeDocument/2006/relationships/oleObject" Target="../embeddings/oleObject230.bin"/><Relationship Id="rId18" Type="http://schemas.openxmlformats.org/officeDocument/2006/relationships/image" Target="../media/image227.wmf"/><Relationship Id="rId3" Type="http://schemas.openxmlformats.org/officeDocument/2006/relationships/oleObject" Target="../embeddings/oleObject225.bin"/><Relationship Id="rId21" Type="http://schemas.openxmlformats.org/officeDocument/2006/relationships/oleObject" Target="../embeddings/oleObject234.bin"/><Relationship Id="rId7" Type="http://schemas.openxmlformats.org/officeDocument/2006/relationships/oleObject" Target="../embeddings/oleObject227.bin"/><Relationship Id="rId12" Type="http://schemas.openxmlformats.org/officeDocument/2006/relationships/image" Target="../media/image224.wmf"/><Relationship Id="rId17" Type="http://schemas.openxmlformats.org/officeDocument/2006/relationships/oleObject" Target="../embeddings/oleObject232.bin"/><Relationship Id="rId2" Type="http://schemas.openxmlformats.org/officeDocument/2006/relationships/slideLayout" Target="../slideLayouts/slideLayout2.xml"/><Relationship Id="rId16" Type="http://schemas.openxmlformats.org/officeDocument/2006/relationships/image" Target="../media/image226.wmf"/><Relationship Id="rId20" Type="http://schemas.openxmlformats.org/officeDocument/2006/relationships/image" Target="../media/image228.wmf"/><Relationship Id="rId1" Type="http://schemas.openxmlformats.org/officeDocument/2006/relationships/vmlDrawing" Target="../drawings/vmlDrawing42.vml"/><Relationship Id="rId6" Type="http://schemas.openxmlformats.org/officeDocument/2006/relationships/image" Target="../media/image221.wmf"/><Relationship Id="rId11" Type="http://schemas.openxmlformats.org/officeDocument/2006/relationships/oleObject" Target="../embeddings/oleObject229.bin"/><Relationship Id="rId24" Type="http://schemas.openxmlformats.org/officeDocument/2006/relationships/image" Target="../media/image230.wmf"/><Relationship Id="rId5" Type="http://schemas.openxmlformats.org/officeDocument/2006/relationships/oleObject" Target="../embeddings/oleObject226.bin"/><Relationship Id="rId15" Type="http://schemas.openxmlformats.org/officeDocument/2006/relationships/oleObject" Target="../embeddings/oleObject231.bin"/><Relationship Id="rId23" Type="http://schemas.openxmlformats.org/officeDocument/2006/relationships/oleObject" Target="../embeddings/oleObject235.bin"/><Relationship Id="rId10" Type="http://schemas.openxmlformats.org/officeDocument/2006/relationships/image" Target="../media/image223.wmf"/><Relationship Id="rId19" Type="http://schemas.openxmlformats.org/officeDocument/2006/relationships/oleObject" Target="../embeddings/oleObject233.bin"/><Relationship Id="rId4" Type="http://schemas.openxmlformats.org/officeDocument/2006/relationships/image" Target="../media/image220.wmf"/><Relationship Id="rId9" Type="http://schemas.openxmlformats.org/officeDocument/2006/relationships/oleObject" Target="../embeddings/oleObject228.bin"/><Relationship Id="rId14" Type="http://schemas.openxmlformats.org/officeDocument/2006/relationships/image" Target="../media/image225.wmf"/><Relationship Id="rId22" Type="http://schemas.openxmlformats.org/officeDocument/2006/relationships/image" Target="../media/image229.wmf"/></Relationships>
</file>

<file path=ppt/slides/_rels/slide56.xml.rels><?xml version="1.0" encoding="UTF-8" standalone="yes"?>
<Relationships xmlns="http://schemas.openxmlformats.org/package/2006/relationships"><Relationship Id="rId8" Type="http://schemas.openxmlformats.org/officeDocument/2006/relationships/image" Target="../media/image233.wmf"/><Relationship Id="rId13" Type="http://schemas.openxmlformats.org/officeDocument/2006/relationships/oleObject" Target="../embeddings/oleObject241.bin"/><Relationship Id="rId18" Type="http://schemas.openxmlformats.org/officeDocument/2006/relationships/image" Target="../media/image238.wmf"/><Relationship Id="rId3" Type="http://schemas.openxmlformats.org/officeDocument/2006/relationships/oleObject" Target="../embeddings/oleObject236.bin"/><Relationship Id="rId21" Type="http://schemas.openxmlformats.org/officeDocument/2006/relationships/oleObject" Target="../embeddings/oleObject245.bin"/><Relationship Id="rId7" Type="http://schemas.openxmlformats.org/officeDocument/2006/relationships/oleObject" Target="../embeddings/oleObject238.bin"/><Relationship Id="rId12" Type="http://schemas.openxmlformats.org/officeDocument/2006/relationships/image" Target="../media/image235.wmf"/><Relationship Id="rId17" Type="http://schemas.openxmlformats.org/officeDocument/2006/relationships/oleObject" Target="../embeddings/oleObject243.bin"/><Relationship Id="rId2" Type="http://schemas.openxmlformats.org/officeDocument/2006/relationships/slideLayout" Target="../slideLayouts/slideLayout2.xml"/><Relationship Id="rId16" Type="http://schemas.openxmlformats.org/officeDocument/2006/relationships/image" Target="../media/image237.wmf"/><Relationship Id="rId20" Type="http://schemas.openxmlformats.org/officeDocument/2006/relationships/image" Target="../media/image239.wmf"/><Relationship Id="rId1" Type="http://schemas.openxmlformats.org/officeDocument/2006/relationships/vmlDrawing" Target="../drawings/vmlDrawing43.vml"/><Relationship Id="rId6" Type="http://schemas.openxmlformats.org/officeDocument/2006/relationships/image" Target="../media/image232.wmf"/><Relationship Id="rId11" Type="http://schemas.openxmlformats.org/officeDocument/2006/relationships/oleObject" Target="../embeddings/oleObject240.bin"/><Relationship Id="rId24" Type="http://schemas.openxmlformats.org/officeDocument/2006/relationships/image" Target="../media/image241.wmf"/><Relationship Id="rId5" Type="http://schemas.openxmlformats.org/officeDocument/2006/relationships/oleObject" Target="../embeddings/oleObject237.bin"/><Relationship Id="rId15" Type="http://schemas.openxmlformats.org/officeDocument/2006/relationships/oleObject" Target="../embeddings/oleObject242.bin"/><Relationship Id="rId23" Type="http://schemas.openxmlformats.org/officeDocument/2006/relationships/oleObject" Target="../embeddings/oleObject246.bin"/><Relationship Id="rId10" Type="http://schemas.openxmlformats.org/officeDocument/2006/relationships/image" Target="../media/image234.wmf"/><Relationship Id="rId19" Type="http://schemas.openxmlformats.org/officeDocument/2006/relationships/oleObject" Target="../embeddings/oleObject244.bin"/><Relationship Id="rId4" Type="http://schemas.openxmlformats.org/officeDocument/2006/relationships/image" Target="../media/image231.wmf"/><Relationship Id="rId9" Type="http://schemas.openxmlformats.org/officeDocument/2006/relationships/oleObject" Target="../embeddings/oleObject239.bin"/><Relationship Id="rId14" Type="http://schemas.openxmlformats.org/officeDocument/2006/relationships/image" Target="../media/image236.wmf"/><Relationship Id="rId22" Type="http://schemas.openxmlformats.org/officeDocument/2006/relationships/image" Target="../media/image240.wmf"/></Relationships>
</file>

<file path=ppt/slides/_rels/slide57.xml.rels><?xml version="1.0" encoding="UTF-8" standalone="yes"?>
<Relationships xmlns="http://schemas.openxmlformats.org/package/2006/relationships"><Relationship Id="rId8" Type="http://schemas.openxmlformats.org/officeDocument/2006/relationships/image" Target="../media/image244.wmf"/><Relationship Id="rId13" Type="http://schemas.openxmlformats.org/officeDocument/2006/relationships/oleObject" Target="../embeddings/oleObject252.bin"/><Relationship Id="rId18" Type="http://schemas.openxmlformats.org/officeDocument/2006/relationships/image" Target="../media/image249.wmf"/><Relationship Id="rId3" Type="http://schemas.openxmlformats.org/officeDocument/2006/relationships/oleObject" Target="../embeddings/oleObject247.bin"/><Relationship Id="rId21" Type="http://schemas.openxmlformats.org/officeDocument/2006/relationships/oleObject" Target="../embeddings/oleObject256.bin"/><Relationship Id="rId7" Type="http://schemas.openxmlformats.org/officeDocument/2006/relationships/oleObject" Target="../embeddings/oleObject249.bin"/><Relationship Id="rId12" Type="http://schemas.openxmlformats.org/officeDocument/2006/relationships/image" Target="../media/image246.wmf"/><Relationship Id="rId17" Type="http://schemas.openxmlformats.org/officeDocument/2006/relationships/oleObject" Target="../embeddings/oleObject254.bin"/><Relationship Id="rId2" Type="http://schemas.openxmlformats.org/officeDocument/2006/relationships/slideLayout" Target="../slideLayouts/slideLayout2.xml"/><Relationship Id="rId16" Type="http://schemas.openxmlformats.org/officeDocument/2006/relationships/image" Target="../media/image248.wmf"/><Relationship Id="rId20" Type="http://schemas.openxmlformats.org/officeDocument/2006/relationships/image" Target="../media/image250.wmf"/><Relationship Id="rId1" Type="http://schemas.openxmlformats.org/officeDocument/2006/relationships/vmlDrawing" Target="../drawings/vmlDrawing44.vml"/><Relationship Id="rId6" Type="http://schemas.openxmlformats.org/officeDocument/2006/relationships/image" Target="../media/image243.wmf"/><Relationship Id="rId11" Type="http://schemas.openxmlformats.org/officeDocument/2006/relationships/oleObject" Target="../embeddings/oleObject251.bin"/><Relationship Id="rId5" Type="http://schemas.openxmlformats.org/officeDocument/2006/relationships/oleObject" Target="../embeddings/oleObject248.bin"/><Relationship Id="rId15" Type="http://schemas.openxmlformats.org/officeDocument/2006/relationships/oleObject" Target="../embeddings/oleObject253.bin"/><Relationship Id="rId10" Type="http://schemas.openxmlformats.org/officeDocument/2006/relationships/image" Target="../media/image245.wmf"/><Relationship Id="rId19" Type="http://schemas.openxmlformats.org/officeDocument/2006/relationships/oleObject" Target="../embeddings/oleObject255.bin"/><Relationship Id="rId4" Type="http://schemas.openxmlformats.org/officeDocument/2006/relationships/image" Target="../media/image242.wmf"/><Relationship Id="rId9" Type="http://schemas.openxmlformats.org/officeDocument/2006/relationships/oleObject" Target="../embeddings/oleObject250.bin"/><Relationship Id="rId14" Type="http://schemas.openxmlformats.org/officeDocument/2006/relationships/image" Target="../media/image247.wmf"/><Relationship Id="rId22" Type="http://schemas.openxmlformats.org/officeDocument/2006/relationships/image" Target="../media/image251.wmf"/></Relationships>
</file>

<file path=ppt/slides/_rels/slide58.xml.rels><?xml version="1.0" encoding="UTF-8" standalone="yes"?>
<Relationships xmlns="http://schemas.openxmlformats.org/package/2006/relationships"><Relationship Id="rId8" Type="http://schemas.openxmlformats.org/officeDocument/2006/relationships/image" Target="../media/image254.wmf"/><Relationship Id="rId13" Type="http://schemas.openxmlformats.org/officeDocument/2006/relationships/oleObject" Target="../embeddings/oleObject262.bin"/><Relationship Id="rId18" Type="http://schemas.openxmlformats.org/officeDocument/2006/relationships/image" Target="../media/image259.wmf"/><Relationship Id="rId26" Type="http://schemas.openxmlformats.org/officeDocument/2006/relationships/image" Target="../media/image263.wmf"/><Relationship Id="rId39" Type="http://schemas.openxmlformats.org/officeDocument/2006/relationships/oleObject" Target="../embeddings/oleObject275.bin"/><Relationship Id="rId3" Type="http://schemas.openxmlformats.org/officeDocument/2006/relationships/oleObject" Target="../embeddings/oleObject257.bin"/><Relationship Id="rId21" Type="http://schemas.openxmlformats.org/officeDocument/2006/relationships/oleObject" Target="../embeddings/oleObject266.bin"/><Relationship Id="rId34" Type="http://schemas.openxmlformats.org/officeDocument/2006/relationships/image" Target="../media/image267.wmf"/><Relationship Id="rId42" Type="http://schemas.openxmlformats.org/officeDocument/2006/relationships/image" Target="../media/image271.wmf"/><Relationship Id="rId7" Type="http://schemas.openxmlformats.org/officeDocument/2006/relationships/oleObject" Target="../embeddings/oleObject259.bin"/><Relationship Id="rId12" Type="http://schemas.openxmlformats.org/officeDocument/2006/relationships/image" Target="../media/image256.wmf"/><Relationship Id="rId17" Type="http://schemas.openxmlformats.org/officeDocument/2006/relationships/oleObject" Target="../embeddings/oleObject264.bin"/><Relationship Id="rId25" Type="http://schemas.openxmlformats.org/officeDocument/2006/relationships/oleObject" Target="../embeddings/oleObject268.bin"/><Relationship Id="rId33" Type="http://schemas.openxmlformats.org/officeDocument/2006/relationships/oleObject" Target="../embeddings/oleObject272.bin"/><Relationship Id="rId38" Type="http://schemas.openxmlformats.org/officeDocument/2006/relationships/image" Target="../media/image269.wmf"/><Relationship Id="rId2" Type="http://schemas.openxmlformats.org/officeDocument/2006/relationships/slideLayout" Target="../slideLayouts/slideLayout2.xml"/><Relationship Id="rId16" Type="http://schemas.openxmlformats.org/officeDocument/2006/relationships/image" Target="../media/image258.wmf"/><Relationship Id="rId20" Type="http://schemas.openxmlformats.org/officeDocument/2006/relationships/image" Target="../media/image260.wmf"/><Relationship Id="rId29" Type="http://schemas.openxmlformats.org/officeDocument/2006/relationships/oleObject" Target="../embeddings/oleObject270.bin"/><Relationship Id="rId41" Type="http://schemas.openxmlformats.org/officeDocument/2006/relationships/oleObject" Target="../embeddings/oleObject276.bin"/><Relationship Id="rId1" Type="http://schemas.openxmlformats.org/officeDocument/2006/relationships/vmlDrawing" Target="../drawings/vmlDrawing45.vml"/><Relationship Id="rId6" Type="http://schemas.openxmlformats.org/officeDocument/2006/relationships/image" Target="../media/image253.wmf"/><Relationship Id="rId11" Type="http://schemas.openxmlformats.org/officeDocument/2006/relationships/oleObject" Target="../embeddings/oleObject261.bin"/><Relationship Id="rId24" Type="http://schemas.openxmlformats.org/officeDocument/2006/relationships/image" Target="../media/image262.wmf"/><Relationship Id="rId32" Type="http://schemas.openxmlformats.org/officeDocument/2006/relationships/image" Target="../media/image266.wmf"/><Relationship Id="rId37" Type="http://schemas.openxmlformats.org/officeDocument/2006/relationships/oleObject" Target="../embeddings/oleObject274.bin"/><Relationship Id="rId40" Type="http://schemas.openxmlformats.org/officeDocument/2006/relationships/image" Target="../media/image270.wmf"/><Relationship Id="rId5" Type="http://schemas.openxmlformats.org/officeDocument/2006/relationships/oleObject" Target="../embeddings/oleObject258.bin"/><Relationship Id="rId15" Type="http://schemas.openxmlformats.org/officeDocument/2006/relationships/oleObject" Target="../embeddings/oleObject263.bin"/><Relationship Id="rId23" Type="http://schemas.openxmlformats.org/officeDocument/2006/relationships/oleObject" Target="../embeddings/oleObject267.bin"/><Relationship Id="rId28" Type="http://schemas.openxmlformats.org/officeDocument/2006/relationships/image" Target="../media/image264.wmf"/><Relationship Id="rId36" Type="http://schemas.openxmlformats.org/officeDocument/2006/relationships/image" Target="../media/image268.wmf"/><Relationship Id="rId10" Type="http://schemas.openxmlformats.org/officeDocument/2006/relationships/image" Target="../media/image255.wmf"/><Relationship Id="rId19" Type="http://schemas.openxmlformats.org/officeDocument/2006/relationships/oleObject" Target="../embeddings/oleObject265.bin"/><Relationship Id="rId31" Type="http://schemas.openxmlformats.org/officeDocument/2006/relationships/oleObject" Target="../embeddings/oleObject271.bin"/><Relationship Id="rId4" Type="http://schemas.openxmlformats.org/officeDocument/2006/relationships/image" Target="../media/image252.wmf"/><Relationship Id="rId9" Type="http://schemas.openxmlformats.org/officeDocument/2006/relationships/oleObject" Target="../embeddings/oleObject260.bin"/><Relationship Id="rId14" Type="http://schemas.openxmlformats.org/officeDocument/2006/relationships/image" Target="../media/image257.wmf"/><Relationship Id="rId22" Type="http://schemas.openxmlformats.org/officeDocument/2006/relationships/image" Target="../media/image261.wmf"/><Relationship Id="rId27" Type="http://schemas.openxmlformats.org/officeDocument/2006/relationships/oleObject" Target="../embeddings/oleObject269.bin"/><Relationship Id="rId30" Type="http://schemas.openxmlformats.org/officeDocument/2006/relationships/image" Target="../media/image265.wmf"/><Relationship Id="rId35" Type="http://schemas.openxmlformats.org/officeDocument/2006/relationships/oleObject" Target="../embeddings/oleObject273.bin"/></Relationships>
</file>

<file path=ppt/slides/_rels/slide59.xml.rels><?xml version="1.0" encoding="UTF-8" standalone="yes"?>
<Relationships xmlns="http://schemas.openxmlformats.org/package/2006/relationships"><Relationship Id="rId8" Type="http://schemas.openxmlformats.org/officeDocument/2006/relationships/image" Target="../media/image253.wmf"/><Relationship Id="rId13" Type="http://schemas.openxmlformats.org/officeDocument/2006/relationships/oleObject" Target="../embeddings/oleObject282.bin"/><Relationship Id="rId3" Type="http://schemas.openxmlformats.org/officeDocument/2006/relationships/oleObject" Target="../embeddings/oleObject277.bin"/><Relationship Id="rId7" Type="http://schemas.openxmlformats.org/officeDocument/2006/relationships/oleObject" Target="../embeddings/oleObject279.bin"/><Relationship Id="rId12" Type="http://schemas.openxmlformats.org/officeDocument/2006/relationships/image" Target="../media/image255.wmf"/><Relationship Id="rId2" Type="http://schemas.openxmlformats.org/officeDocument/2006/relationships/slideLayout" Target="../slideLayouts/slideLayout2.xml"/><Relationship Id="rId16" Type="http://schemas.openxmlformats.org/officeDocument/2006/relationships/image" Target="../media/image257.wmf"/><Relationship Id="rId1" Type="http://schemas.openxmlformats.org/officeDocument/2006/relationships/vmlDrawing" Target="../drawings/vmlDrawing46.vml"/><Relationship Id="rId6" Type="http://schemas.openxmlformats.org/officeDocument/2006/relationships/image" Target="../media/image252.wmf"/><Relationship Id="rId11" Type="http://schemas.openxmlformats.org/officeDocument/2006/relationships/oleObject" Target="../embeddings/oleObject281.bin"/><Relationship Id="rId5" Type="http://schemas.openxmlformats.org/officeDocument/2006/relationships/oleObject" Target="../embeddings/oleObject278.bin"/><Relationship Id="rId15" Type="http://schemas.openxmlformats.org/officeDocument/2006/relationships/oleObject" Target="../embeddings/oleObject283.bin"/><Relationship Id="rId10" Type="http://schemas.openxmlformats.org/officeDocument/2006/relationships/image" Target="../media/image254.wmf"/><Relationship Id="rId4" Type="http://schemas.openxmlformats.org/officeDocument/2006/relationships/image" Target="../media/image272.wmf"/><Relationship Id="rId9" Type="http://schemas.openxmlformats.org/officeDocument/2006/relationships/oleObject" Target="../embeddings/oleObject280.bin"/><Relationship Id="rId14" Type="http://schemas.openxmlformats.org/officeDocument/2006/relationships/image" Target="../media/image256.wmf"/></Relationships>
</file>

<file path=ppt/slides/_rels/slide60.xml.rels><?xml version="1.0" encoding="UTF-8" standalone="yes"?>
<Relationships xmlns="http://schemas.openxmlformats.org/package/2006/relationships"><Relationship Id="rId8" Type="http://schemas.openxmlformats.org/officeDocument/2006/relationships/image" Target="../media/image275.wmf"/><Relationship Id="rId3" Type="http://schemas.openxmlformats.org/officeDocument/2006/relationships/oleObject" Target="../embeddings/oleObject284.bin"/><Relationship Id="rId7" Type="http://schemas.openxmlformats.org/officeDocument/2006/relationships/oleObject" Target="../embeddings/oleObject286.bin"/><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image" Target="../media/image274.wmf"/><Relationship Id="rId5" Type="http://schemas.openxmlformats.org/officeDocument/2006/relationships/oleObject" Target="../embeddings/oleObject285.bin"/><Relationship Id="rId10" Type="http://schemas.openxmlformats.org/officeDocument/2006/relationships/image" Target="../media/image276.wmf"/><Relationship Id="rId4" Type="http://schemas.openxmlformats.org/officeDocument/2006/relationships/image" Target="../media/image273.wmf"/><Relationship Id="rId9" Type="http://schemas.openxmlformats.org/officeDocument/2006/relationships/oleObject" Target="../embeddings/oleObject287.bin"/></Relationships>
</file>

<file path=ppt/slides/_rels/slide61.xml.rels><?xml version="1.0" encoding="UTF-8" standalone="yes"?>
<Relationships xmlns="http://schemas.openxmlformats.org/package/2006/relationships"><Relationship Id="rId8" Type="http://schemas.openxmlformats.org/officeDocument/2006/relationships/image" Target="../media/image279.wmf"/><Relationship Id="rId13" Type="http://schemas.openxmlformats.org/officeDocument/2006/relationships/oleObject" Target="../embeddings/oleObject293.bin"/><Relationship Id="rId18" Type="http://schemas.openxmlformats.org/officeDocument/2006/relationships/image" Target="../media/image283.wmf"/><Relationship Id="rId26" Type="http://schemas.openxmlformats.org/officeDocument/2006/relationships/image" Target="../media/image287.wmf"/><Relationship Id="rId3" Type="http://schemas.openxmlformats.org/officeDocument/2006/relationships/oleObject" Target="../embeddings/oleObject288.bin"/><Relationship Id="rId21" Type="http://schemas.openxmlformats.org/officeDocument/2006/relationships/oleObject" Target="../embeddings/oleObject298.bin"/><Relationship Id="rId34" Type="http://schemas.openxmlformats.org/officeDocument/2006/relationships/image" Target="../media/image290.wmf"/><Relationship Id="rId7" Type="http://schemas.openxmlformats.org/officeDocument/2006/relationships/oleObject" Target="../embeddings/oleObject290.bin"/><Relationship Id="rId12" Type="http://schemas.openxmlformats.org/officeDocument/2006/relationships/image" Target="../media/image281.wmf"/><Relationship Id="rId17" Type="http://schemas.openxmlformats.org/officeDocument/2006/relationships/oleObject" Target="../embeddings/oleObject296.bin"/><Relationship Id="rId25" Type="http://schemas.openxmlformats.org/officeDocument/2006/relationships/oleObject" Target="../embeddings/oleObject300.bin"/><Relationship Id="rId33" Type="http://schemas.openxmlformats.org/officeDocument/2006/relationships/oleObject" Target="../embeddings/oleObject305.bin"/><Relationship Id="rId2" Type="http://schemas.openxmlformats.org/officeDocument/2006/relationships/slideLayout" Target="../slideLayouts/slideLayout2.xml"/><Relationship Id="rId16" Type="http://schemas.openxmlformats.org/officeDocument/2006/relationships/image" Target="../media/image282.wmf"/><Relationship Id="rId20" Type="http://schemas.openxmlformats.org/officeDocument/2006/relationships/image" Target="../media/image284.wmf"/><Relationship Id="rId29" Type="http://schemas.openxmlformats.org/officeDocument/2006/relationships/oleObject" Target="../embeddings/oleObject302.bin"/><Relationship Id="rId1" Type="http://schemas.openxmlformats.org/officeDocument/2006/relationships/vmlDrawing" Target="../drawings/vmlDrawing48.vml"/><Relationship Id="rId6" Type="http://schemas.openxmlformats.org/officeDocument/2006/relationships/image" Target="../media/image278.wmf"/><Relationship Id="rId11" Type="http://schemas.openxmlformats.org/officeDocument/2006/relationships/oleObject" Target="../embeddings/oleObject292.bin"/><Relationship Id="rId24" Type="http://schemas.openxmlformats.org/officeDocument/2006/relationships/image" Target="../media/image286.wmf"/><Relationship Id="rId32" Type="http://schemas.openxmlformats.org/officeDocument/2006/relationships/image" Target="../media/image289.wmf"/><Relationship Id="rId5" Type="http://schemas.openxmlformats.org/officeDocument/2006/relationships/oleObject" Target="../embeddings/oleObject289.bin"/><Relationship Id="rId15" Type="http://schemas.openxmlformats.org/officeDocument/2006/relationships/oleObject" Target="../embeddings/oleObject295.bin"/><Relationship Id="rId23" Type="http://schemas.openxmlformats.org/officeDocument/2006/relationships/oleObject" Target="../embeddings/oleObject299.bin"/><Relationship Id="rId28" Type="http://schemas.openxmlformats.org/officeDocument/2006/relationships/image" Target="../media/image288.wmf"/><Relationship Id="rId10" Type="http://schemas.openxmlformats.org/officeDocument/2006/relationships/image" Target="../media/image280.wmf"/><Relationship Id="rId19" Type="http://schemas.openxmlformats.org/officeDocument/2006/relationships/oleObject" Target="../embeddings/oleObject297.bin"/><Relationship Id="rId31" Type="http://schemas.openxmlformats.org/officeDocument/2006/relationships/oleObject" Target="../embeddings/oleObject304.bin"/><Relationship Id="rId4" Type="http://schemas.openxmlformats.org/officeDocument/2006/relationships/image" Target="../media/image277.wmf"/><Relationship Id="rId9" Type="http://schemas.openxmlformats.org/officeDocument/2006/relationships/oleObject" Target="../embeddings/oleObject291.bin"/><Relationship Id="rId14" Type="http://schemas.openxmlformats.org/officeDocument/2006/relationships/oleObject" Target="../embeddings/oleObject294.bin"/><Relationship Id="rId22" Type="http://schemas.openxmlformats.org/officeDocument/2006/relationships/image" Target="../media/image285.wmf"/><Relationship Id="rId27" Type="http://schemas.openxmlformats.org/officeDocument/2006/relationships/oleObject" Target="../embeddings/oleObject301.bin"/><Relationship Id="rId30" Type="http://schemas.openxmlformats.org/officeDocument/2006/relationships/oleObject" Target="../embeddings/oleObject303.bin"/></Relationships>
</file>

<file path=ppt/slides/_rels/slide62.xml.rels><?xml version="1.0" encoding="UTF-8" standalone="yes"?>
<Relationships xmlns="http://schemas.openxmlformats.org/package/2006/relationships"><Relationship Id="rId8" Type="http://schemas.openxmlformats.org/officeDocument/2006/relationships/image" Target="../media/image293.wmf"/><Relationship Id="rId13" Type="http://schemas.openxmlformats.org/officeDocument/2006/relationships/oleObject" Target="../embeddings/oleObject311.bin"/><Relationship Id="rId3" Type="http://schemas.openxmlformats.org/officeDocument/2006/relationships/oleObject" Target="../embeddings/oleObject306.bin"/><Relationship Id="rId7" Type="http://schemas.openxmlformats.org/officeDocument/2006/relationships/oleObject" Target="../embeddings/oleObject308.bin"/><Relationship Id="rId12" Type="http://schemas.openxmlformats.org/officeDocument/2006/relationships/image" Target="../media/image295.wmf"/><Relationship Id="rId2" Type="http://schemas.openxmlformats.org/officeDocument/2006/relationships/slideLayout" Target="../slideLayouts/slideLayout2.xml"/><Relationship Id="rId1" Type="http://schemas.openxmlformats.org/officeDocument/2006/relationships/vmlDrawing" Target="../drawings/vmlDrawing49.vml"/><Relationship Id="rId6" Type="http://schemas.openxmlformats.org/officeDocument/2006/relationships/image" Target="../media/image292.wmf"/><Relationship Id="rId11" Type="http://schemas.openxmlformats.org/officeDocument/2006/relationships/oleObject" Target="../embeddings/oleObject310.bin"/><Relationship Id="rId5" Type="http://schemas.openxmlformats.org/officeDocument/2006/relationships/oleObject" Target="../embeddings/oleObject307.bin"/><Relationship Id="rId10" Type="http://schemas.openxmlformats.org/officeDocument/2006/relationships/image" Target="../media/image294.wmf"/><Relationship Id="rId4" Type="http://schemas.openxmlformats.org/officeDocument/2006/relationships/image" Target="../media/image291.wmf"/><Relationship Id="rId9" Type="http://schemas.openxmlformats.org/officeDocument/2006/relationships/oleObject" Target="../embeddings/oleObject309.bin"/><Relationship Id="rId14" Type="http://schemas.openxmlformats.org/officeDocument/2006/relationships/image" Target="../media/image296.wmf"/></Relationships>
</file>

<file path=ppt/slides/_rels/slide63.xml.rels><?xml version="1.0" encoding="UTF-8" standalone="yes"?>
<Relationships xmlns="http://schemas.openxmlformats.org/package/2006/relationships"><Relationship Id="rId8" Type="http://schemas.openxmlformats.org/officeDocument/2006/relationships/image" Target="../media/image299.wmf"/><Relationship Id="rId13" Type="http://schemas.openxmlformats.org/officeDocument/2006/relationships/oleObject" Target="../embeddings/oleObject317.bin"/><Relationship Id="rId18" Type="http://schemas.openxmlformats.org/officeDocument/2006/relationships/image" Target="../media/image304.wmf"/><Relationship Id="rId26" Type="http://schemas.openxmlformats.org/officeDocument/2006/relationships/image" Target="../media/image308.wmf"/><Relationship Id="rId3" Type="http://schemas.openxmlformats.org/officeDocument/2006/relationships/oleObject" Target="../embeddings/oleObject312.bin"/><Relationship Id="rId21" Type="http://schemas.openxmlformats.org/officeDocument/2006/relationships/oleObject" Target="../embeddings/oleObject321.bin"/><Relationship Id="rId7" Type="http://schemas.openxmlformats.org/officeDocument/2006/relationships/oleObject" Target="../embeddings/oleObject314.bin"/><Relationship Id="rId12" Type="http://schemas.openxmlformats.org/officeDocument/2006/relationships/image" Target="../media/image301.wmf"/><Relationship Id="rId17" Type="http://schemas.openxmlformats.org/officeDocument/2006/relationships/oleObject" Target="../embeddings/oleObject319.bin"/><Relationship Id="rId25" Type="http://schemas.openxmlformats.org/officeDocument/2006/relationships/oleObject" Target="../embeddings/oleObject323.bin"/><Relationship Id="rId2" Type="http://schemas.openxmlformats.org/officeDocument/2006/relationships/slideLayout" Target="../slideLayouts/slideLayout2.xml"/><Relationship Id="rId16" Type="http://schemas.openxmlformats.org/officeDocument/2006/relationships/image" Target="../media/image303.wmf"/><Relationship Id="rId20" Type="http://schemas.openxmlformats.org/officeDocument/2006/relationships/image" Target="../media/image305.wmf"/><Relationship Id="rId1" Type="http://schemas.openxmlformats.org/officeDocument/2006/relationships/vmlDrawing" Target="../drawings/vmlDrawing50.vml"/><Relationship Id="rId6" Type="http://schemas.openxmlformats.org/officeDocument/2006/relationships/image" Target="../media/image298.wmf"/><Relationship Id="rId11" Type="http://schemas.openxmlformats.org/officeDocument/2006/relationships/oleObject" Target="../embeddings/oleObject316.bin"/><Relationship Id="rId24" Type="http://schemas.openxmlformats.org/officeDocument/2006/relationships/image" Target="../media/image307.wmf"/><Relationship Id="rId5" Type="http://schemas.openxmlformats.org/officeDocument/2006/relationships/oleObject" Target="../embeddings/oleObject313.bin"/><Relationship Id="rId15" Type="http://schemas.openxmlformats.org/officeDocument/2006/relationships/oleObject" Target="../embeddings/oleObject318.bin"/><Relationship Id="rId23" Type="http://schemas.openxmlformats.org/officeDocument/2006/relationships/oleObject" Target="../embeddings/oleObject322.bin"/><Relationship Id="rId10" Type="http://schemas.openxmlformats.org/officeDocument/2006/relationships/image" Target="../media/image300.wmf"/><Relationship Id="rId19" Type="http://schemas.openxmlformats.org/officeDocument/2006/relationships/oleObject" Target="../embeddings/oleObject320.bin"/><Relationship Id="rId4" Type="http://schemas.openxmlformats.org/officeDocument/2006/relationships/image" Target="../media/image297.wmf"/><Relationship Id="rId9" Type="http://schemas.openxmlformats.org/officeDocument/2006/relationships/oleObject" Target="../embeddings/oleObject315.bin"/><Relationship Id="rId14" Type="http://schemas.openxmlformats.org/officeDocument/2006/relationships/image" Target="../media/image302.wmf"/><Relationship Id="rId22" Type="http://schemas.openxmlformats.org/officeDocument/2006/relationships/image" Target="../media/image306.wmf"/></Relationships>
</file>

<file path=ppt/slides/_rels/slide64.xml.rels><?xml version="1.0" encoding="UTF-8" standalone="yes"?>
<Relationships xmlns="http://schemas.openxmlformats.org/package/2006/relationships"><Relationship Id="rId8" Type="http://schemas.openxmlformats.org/officeDocument/2006/relationships/image" Target="../media/image310.wmf"/><Relationship Id="rId13" Type="http://schemas.openxmlformats.org/officeDocument/2006/relationships/oleObject" Target="../embeddings/oleObject329.bin"/><Relationship Id="rId3" Type="http://schemas.openxmlformats.org/officeDocument/2006/relationships/oleObject" Target="../embeddings/oleObject324.bin"/><Relationship Id="rId7" Type="http://schemas.openxmlformats.org/officeDocument/2006/relationships/oleObject" Target="../embeddings/oleObject326.bin"/><Relationship Id="rId12" Type="http://schemas.openxmlformats.org/officeDocument/2006/relationships/image" Target="../media/image312.wmf"/><Relationship Id="rId2" Type="http://schemas.openxmlformats.org/officeDocument/2006/relationships/slideLayout" Target="../slideLayouts/slideLayout2.xml"/><Relationship Id="rId16" Type="http://schemas.openxmlformats.org/officeDocument/2006/relationships/image" Target="../media/image314.wmf"/><Relationship Id="rId1" Type="http://schemas.openxmlformats.org/officeDocument/2006/relationships/vmlDrawing" Target="../drawings/vmlDrawing51.vml"/><Relationship Id="rId6" Type="http://schemas.openxmlformats.org/officeDocument/2006/relationships/image" Target="../media/image309.wmf"/><Relationship Id="rId11" Type="http://schemas.openxmlformats.org/officeDocument/2006/relationships/oleObject" Target="../embeddings/oleObject328.bin"/><Relationship Id="rId5" Type="http://schemas.openxmlformats.org/officeDocument/2006/relationships/oleObject" Target="../embeddings/oleObject325.bin"/><Relationship Id="rId15" Type="http://schemas.openxmlformats.org/officeDocument/2006/relationships/oleObject" Target="../embeddings/oleObject330.bin"/><Relationship Id="rId10" Type="http://schemas.openxmlformats.org/officeDocument/2006/relationships/image" Target="../media/image311.wmf"/><Relationship Id="rId4" Type="http://schemas.openxmlformats.org/officeDocument/2006/relationships/image" Target="../media/image299.wmf"/><Relationship Id="rId9" Type="http://schemas.openxmlformats.org/officeDocument/2006/relationships/oleObject" Target="../embeddings/oleObject327.bin"/><Relationship Id="rId14" Type="http://schemas.openxmlformats.org/officeDocument/2006/relationships/image" Target="../media/image313.wmf"/></Relationships>
</file>

<file path=ppt/slides/_rels/slide65.xml.rels><?xml version="1.0" encoding="UTF-8" standalone="yes"?>
<Relationships xmlns="http://schemas.openxmlformats.org/package/2006/relationships"><Relationship Id="rId8" Type="http://schemas.openxmlformats.org/officeDocument/2006/relationships/image" Target="../media/image317.wmf"/><Relationship Id="rId13" Type="http://schemas.openxmlformats.org/officeDocument/2006/relationships/oleObject" Target="../embeddings/oleObject336.bin"/><Relationship Id="rId3" Type="http://schemas.openxmlformats.org/officeDocument/2006/relationships/oleObject" Target="../embeddings/oleObject331.bin"/><Relationship Id="rId7" Type="http://schemas.openxmlformats.org/officeDocument/2006/relationships/oleObject" Target="../embeddings/oleObject333.bin"/><Relationship Id="rId12" Type="http://schemas.openxmlformats.org/officeDocument/2006/relationships/image" Target="../media/image319.wmf"/><Relationship Id="rId2" Type="http://schemas.openxmlformats.org/officeDocument/2006/relationships/slideLayout" Target="../slideLayouts/slideLayout2.xml"/><Relationship Id="rId1" Type="http://schemas.openxmlformats.org/officeDocument/2006/relationships/vmlDrawing" Target="../drawings/vmlDrawing52.vml"/><Relationship Id="rId6" Type="http://schemas.openxmlformats.org/officeDocument/2006/relationships/image" Target="../media/image316.wmf"/><Relationship Id="rId11" Type="http://schemas.openxmlformats.org/officeDocument/2006/relationships/oleObject" Target="../embeddings/oleObject335.bin"/><Relationship Id="rId5" Type="http://schemas.openxmlformats.org/officeDocument/2006/relationships/oleObject" Target="../embeddings/oleObject332.bin"/><Relationship Id="rId10" Type="http://schemas.openxmlformats.org/officeDocument/2006/relationships/image" Target="../media/image318.wmf"/><Relationship Id="rId4" Type="http://schemas.openxmlformats.org/officeDocument/2006/relationships/image" Target="../media/image315.wmf"/><Relationship Id="rId9" Type="http://schemas.openxmlformats.org/officeDocument/2006/relationships/oleObject" Target="../embeddings/oleObject334.bin"/><Relationship Id="rId14" Type="http://schemas.openxmlformats.org/officeDocument/2006/relationships/image" Target="../media/image320.wmf"/></Relationships>
</file>

<file path=ppt/slides/_rels/slide66.xml.rels><?xml version="1.0" encoding="UTF-8" standalone="yes"?>
<Relationships xmlns="http://schemas.openxmlformats.org/package/2006/relationships"><Relationship Id="rId8" Type="http://schemas.openxmlformats.org/officeDocument/2006/relationships/image" Target="../media/image323.wmf"/><Relationship Id="rId3" Type="http://schemas.openxmlformats.org/officeDocument/2006/relationships/oleObject" Target="../embeddings/oleObject337.bin"/><Relationship Id="rId7" Type="http://schemas.openxmlformats.org/officeDocument/2006/relationships/oleObject" Target="../embeddings/oleObject339.bin"/><Relationship Id="rId2" Type="http://schemas.openxmlformats.org/officeDocument/2006/relationships/slideLayout" Target="../slideLayouts/slideLayout2.xml"/><Relationship Id="rId1" Type="http://schemas.openxmlformats.org/officeDocument/2006/relationships/vmlDrawing" Target="../drawings/vmlDrawing53.vml"/><Relationship Id="rId6" Type="http://schemas.openxmlformats.org/officeDocument/2006/relationships/image" Target="../media/image322.wmf"/><Relationship Id="rId5" Type="http://schemas.openxmlformats.org/officeDocument/2006/relationships/oleObject" Target="../embeddings/oleObject338.bin"/><Relationship Id="rId10" Type="http://schemas.openxmlformats.org/officeDocument/2006/relationships/image" Target="../media/image324.wmf"/><Relationship Id="rId4" Type="http://schemas.openxmlformats.org/officeDocument/2006/relationships/image" Target="../media/image321.wmf"/><Relationship Id="rId9" Type="http://schemas.openxmlformats.org/officeDocument/2006/relationships/oleObject" Target="../embeddings/oleObject340.bin"/></Relationships>
</file>

<file path=ppt/slides/_rels/slide67.xml.rels><?xml version="1.0" encoding="UTF-8" standalone="yes"?>
<Relationships xmlns="http://schemas.openxmlformats.org/package/2006/relationships"><Relationship Id="rId8" Type="http://schemas.openxmlformats.org/officeDocument/2006/relationships/image" Target="../media/image327.wmf"/><Relationship Id="rId13" Type="http://schemas.openxmlformats.org/officeDocument/2006/relationships/oleObject" Target="../embeddings/oleObject346.bin"/><Relationship Id="rId18" Type="http://schemas.openxmlformats.org/officeDocument/2006/relationships/image" Target="../media/image332.wmf"/><Relationship Id="rId26" Type="http://schemas.openxmlformats.org/officeDocument/2006/relationships/image" Target="../media/image335.wmf"/><Relationship Id="rId3" Type="http://schemas.openxmlformats.org/officeDocument/2006/relationships/oleObject" Target="../embeddings/oleObject341.bin"/><Relationship Id="rId21" Type="http://schemas.openxmlformats.org/officeDocument/2006/relationships/oleObject" Target="../embeddings/oleObject351.bin"/><Relationship Id="rId34" Type="http://schemas.openxmlformats.org/officeDocument/2006/relationships/image" Target="../media/image339.wmf"/><Relationship Id="rId7" Type="http://schemas.openxmlformats.org/officeDocument/2006/relationships/oleObject" Target="../embeddings/oleObject343.bin"/><Relationship Id="rId12" Type="http://schemas.openxmlformats.org/officeDocument/2006/relationships/image" Target="../media/image329.wmf"/><Relationship Id="rId17" Type="http://schemas.openxmlformats.org/officeDocument/2006/relationships/oleObject" Target="../embeddings/oleObject348.bin"/><Relationship Id="rId25" Type="http://schemas.openxmlformats.org/officeDocument/2006/relationships/oleObject" Target="../embeddings/oleObject353.bin"/><Relationship Id="rId33" Type="http://schemas.openxmlformats.org/officeDocument/2006/relationships/oleObject" Target="../embeddings/oleObject357.bin"/><Relationship Id="rId2" Type="http://schemas.openxmlformats.org/officeDocument/2006/relationships/slideLayout" Target="../slideLayouts/slideLayout2.xml"/><Relationship Id="rId16" Type="http://schemas.openxmlformats.org/officeDocument/2006/relationships/image" Target="../media/image331.wmf"/><Relationship Id="rId20" Type="http://schemas.openxmlformats.org/officeDocument/2006/relationships/oleObject" Target="../embeddings/oleObject350.bin"/><Relationship Id="rId29" Type="http://schemas.openxmlformats.org/officeDocument/2006/relationships/oleObject" Target="../embeddings/oleObject355.bin"/><Relationship Id="rId1" Type="http://schemas.openxmlformats.org/officeDocument/2006/relationships/vmlDrawing" Target="../drawings/vmlDrawing54.vml"/><Relationship Id="rId6" Type="http://schemas.openxmlformats.org/officeDocument/2006/relationships/image" Target="../media/image326.wmf"/><Relationship Id="rId11" Type="http://schemas.openxmlformats.org/officeDocument/2006/relationships/oleObject" Target="../embeddings/oleObject345.bin"/><Relationship Id="rId24" Type="http://schemas.openxmlformats.org/officeDocument/2006/relationships/image" Target="../media/image334.wmf"/><Relationship Id="rId32" Type="http://schemas.openxmlformats.org/officeDocument/2006/relationships/image" Target="../media/image338.wmf"/><Relationship Id="rId5" Type="http://schemas.openxmlformats.org/officeDocument/2006/relationships/oleObject" Target="../embeddings/oleObject342.bin"/><Relationship Id="rId15" Type="http://schemas.openxmlformats.org/officeDocument/2006/relationships/oleObject" Target="../embeddings/oleObject347.bin"/><Relationship Id="rId23" Type="http://schemas.openxmlformats.org/officeDocument/2006/relationships/oleObject" Target="../embeddings/oleObject352.bin"/><Relationship Id="rId28" Type="http://schemas.openxmlformats.org/officeDocument/2006/relationships/image" Target="../media/image336.wmf"/><Relationship Id="rId10" Type="http://schemas.openxmlformats.org/officeDocument/2006/relationships/image" Target="../media/image328.wmf"/><Relationship Id="rId19" Type="http://schemas.openxmlformats.org/officeDocument/2006/relationships/oleObject" Target="../embeddings/oleObject349.bin"/><Relationship Id="rId31" Type="http://schemas.openxmlformats.org/officeDocument/2006/relationships/oleObject" Target="../embeddings/oleObject356.bin"/><Relationship Id="rId4" Type="http://schemas.openxmlformats.org/officeDocument/2006/relationships/image" Target="../media/image325.wmf"/><Relationship Id="rId9" Type="http://schemas.openxmlformats.org/officeDocument/2006/relationships/oleObject" Target="../embeddings/oleObject344.bin"/><Relationship Id="rId14" Type="http://schemas.openxmlformats.org/officeDocument/2006/relationships/image" Target="../media/image330.wmf"/><Relationship Id="rId22" Type="http://schemas.openxmlformats.org/officeDocument/2006/relationships/image" Target="../media/image333.wmf"/><Relationship Id="rId27" Type="http://schemas.openxmlformats.org/officeDocument/2006/relationships/oleObject" Target="../embeddings/oleObject354.bin"/><Relationship Id="rId30" Type="http://schemas.openxmlformats.org/officeDocument/2006/relationships/image" Target="../media/image337.wmf"/></Relationships>
</file>

<file path=ppt/slides/_rels/slide68.xml.rels><?xml version="1.0" encoding="UTF-8" standalone="yes"?>
<Relationships xmlns="http://schemas.openxmlformats.org/package/2006/relationships"><Relationship Id="rId8" Type="http://schemas.openxmlformats.org/officeDocument/2006/relationships/image" Target="../media/image342.wmf"/><Relationship Id="rId3" Type="http://schemas.openxmlformats.org/officeDocument/2006/relationships/oleObject" Target="../embeddings/oleObject358.bin"/><Relationship Id="rId7" Type="http://schemas.openxmlformats.org/officeDocument/2006/relationships/oleObject" Target="../embeddings/oleObject360.bin"/><Relationship Id="rId2" Type="http://schemas.openxmlformats.org/officeDocument/2006/relationships/slideLayout" Target="../slideLayouts/slideLayout2.xml"/><Relationship Id="rId1" Type="http://schemas.openxmlformats.org/officeDocument/2006/relationships/vmlDrawing" Target="../drawings/vmlDrawing55.vml"/><Relationship Id="rId6" Type="http://schemas.openxmlformats.org/officeDocument/2006/relationships/image" Target="../media/image341.wmf"/><Relationship Id="rId5" Type="http://schemas.openxmlformats.org/officeDocument/2006/relationships/oleObject" Target="../embeddings/oleObject359.bin"/><Relationship Id="rId10" Type="http://schemas.openxmlformats.org/officeDocument/2006/relationships/image" Target="../media/image343.wmf"/><Relationship Id="rId4" Type="http://schemas.openxmlformats.org/officeDocument/2006/relationships/image" Target="../media/image340.wmf"/><Relationship Id="rId9" Type="http://schemas.openxmlformats.org/officeDocument/2006/relationships/oleObject" Target="../embeddings/oleObject361.bin"/></Relationships>
</file>

<file path=ppt/slides/_rels/slide69.xml.rels><?xml version="1.0" encoding="UTF-8" standalone="yes"?>
<Relationships xmlns="http://schemas.openxmlformats.org/package/2006/relationships"><Relationship Id="rId8" Type="http://schemas.openxmlformats.org/officeDocument/2006/relationships/image" Target="../media/image346.wmf"/><Relationship Id="rId3" Type="http://schemas.openxmlformats.org/officeDocument/2006/relationships/oleObject" Target="../embeddings/oleObject362.bin"/><Relationship Id="rId7" Type="http://schemas.openxmlformats.org/officeDocument/2006/relationships/oleObject" Target="../embeddings/oleObject364.bin"/><Relationship Id="rId12" Type="http://schemas.openxmlformats.org/officeDocument/2006/relationships/image" Target="../media/image348.wmf"/><Relationship Id="rId2" Type="http://schemas.openxmlformats.org/officeDocument/2006/relationships/slideLayout" Target="../slideLayouts/slideLayout2.xml"/><Relationship Id="rId1" Type="http://schemas.openxmlformats.org/officeDocument/2006/relationships/vmlDrawing" Target="../drawings/vmlDrawing56.vml"/><Relationship Id="rId6" Type="http://schemas.openxmlformats.org/officeDocument/2006/relationships/image" Target="../media/image345.wmf"/><Relationship Id="rId11" Type="http://schemas.openxmlformats.org/officeDocument/2006/relationships/oleObject" Target="../embeddings/oleObject366.bin"/><Relationship Id="rId5" Type="http://schemas.openxmlformats.org/officeDocument/2006/relationships/oleObject" Target="../embeddings/oleObject363.bin"/><Relationship Id="rId10" Type="http://schemas.openxmlformats.org/officeDocument/2006/relationships/image" Target="../media/image347.wmf"/><Relationship Id="rId4" Type="http://schemas.openxmlformats.org/officeDocument/2006/relationships/image" Target="../media/image344.wmf"/><Relationship Id="rId9" Type="http://schemas.openxmlformats.org/officeDocument/2006/relationships/oleObject" Target="../embeddings/oleObject365.bin"/></Relationships>
</file>

<file path=ppt/slides/_rels/slide70.xml.rels><?xml version="1.0" encoding="UTF-8" standalone="yes"?>
<Relationships xmlns="http://schemas.openxmlformats.org/package/2006/relationships"><Relationship Id="rId8" Type="http://schemas.openxmlformats.org/officeDocument/2006/relationships/image" Target="../media/image351.wmf"/><Relationship Id="rId3" Type="http://schemas.openxmlformats.org/officeDocument/2006/relationships/oleObject" Target="../embeddings/oleObject367.bin"/><Relationship Id="rId7" Type="http://schemas.openxmlformats.org/officeDocument/2006/relationships/oleObject" Target="../embeddings/oleObject369.bin"/><Relationship Id="rId2" Type="http://schemas.openxmlformats.org/officeDocument/2006/relationships/slideLayout" Target="../slideLayouts/slideLayout2.xml"/><Relationship Id="rId1" Type="http://schemas.openxmlformats.org/officeDocument/2006/relationships/vmlDrawing" Target="../drawings/vmlDrawing57.vml"/><Relationship Id="rId6" Type="http://schemas.openxmlformats.org/officeDocument/2006/relationships/image" Target="../media/image350.wmf"/><Relationship Id="rId5" Type="http://schemas.openxmlformats.org/officeDocument/2006/relationships/oleObject" Target="../embeddings/oleObject368.bin"/><Relationship Id="rId10" Type="http://schemas.openxmlformats.org/officeDocument/2006/relationships/image" Target="../media/image352.wmf"/><Relationship Id="rId4" Type="http://schemas.openxmlformats.org/officeDocument/2006/relationships/image" Target="../media/image349.wmf"/><Relationship Id="rId9" Type="http://schemas.openxmlformats.org/officeDocument/2006/relationships/oleObject" Target="../embeddings/oleObject370.bin"/></Relationships>
</file>

<file path=ppt/slides/_rels/slide71.xml.rels><?xml version="1.0" encoding="UTF-8" standalone="yes"?>
<Relationships xmlns="http://schemas.openxmlformats.org/package/2006/relationships"><Relationship Id="rId8" Type="http://schemas.openxmlformats.org/officeDocument/2006/relationships/image" Target="../media/image355.wmf"/><Relationship Id="rId3" Type="http://schemas.openxmlformats.org/officeDocument/2006/relationships/oleObject" Target="../embeddings/oleObject371.bin"/><Relationship Id="rId7" Type="http://schemas.openxmlformats.org/officeDocument/2006/relationships/oleObject" Target="../embeddings/oleObject373.bin"/><Relationship Id="rId2" Type="http://schemas.openxmlformats.org/officeDocument/2006/relationships/slideLayout" Target="../slideLayouts/slideLayout2.xml"/><Relationship Id="rId1" Type="http://schemas.openxmlformats.org/officeDocument/2006/relationships/vmlDrawing" Target="../drawings/vmlDrawing58.vml"/><Relationship Id="rId6" Type="http://schemas.openxmlformats.org/officeDocument/2006/relationships/image" Target="../media/image354.wmf"/><Relationship Id="rId5" Type="http://schemas.openxmlformats.org/officeDocument/2006/relationships/oleObject" Target="../embeddings/oleObject372.bin"/><Relationship Id="rId10" Type="http://schemas.openxmlformats.org/officeDocument/2006/relationships/image" Target="../media/image356.wmf"/><Relationship Id="rId4" Type="http://schemas.openxmlformats.org/officeDocument/2006/relationships/image" Target="../media/image353.wmf"/><Relationship Id="rId9" Type="http://schemas.openxmlformats.org/officeDocument/2006/relationships/oleObject" Target="../embeddings/oleObject374.bin"/></Relationships>
</file>

<file path=ppt/slides/_rels/slide72.xml.rels><?xml version="1.0" encoding="UTF-8" standalone="yes"?>
<Relationships xmlns="http://schemas.openxmlformats.org/package/2006/relationships"><Relationship Id="rId8" Type="http://schemas.openxmlformats.org/officeDocument/2006/relationships/image" Target="../media/image359.wmf"/><Relationship Id="rId3" Type="http://schemas.openxmlformats.org/officeDocument/2006/relationships/oleObject" Target="../embeddings/oleObject375.bin"/><Relationship Id="rId7" Type="http://schemas.openxmlformats.org/officeDocument/2006/relationships/oleObject" Target="../embeddings/oleObject377.bin"/><Relationship Id="rId2" Type="http://schemas.openxmlformats.org/officeDocument/2006/relationships/slideLayout" Target="../slideLayouts/slideLayout2.xml"/><Relationship Id="rId1" Type="http://schemas.openxmlformats.org/officeDocument/2006/relationships/vmlDrawing" Target="../drawings/vmlDrawing59.vml"/><Relationship Id="rId6" Type="http://schemas.openxmlformats.org/officeDocument/2006/relationships/image" Target="../media/image358.wmf"/><Relationship Id="rId5" Type="http://schemas.openxmlformats.org/officeDocument/2006/relationships/oleObject" Target="../embeddings/oleObject376.bin"/><Relationship Id="rId4" Type="http://schemas.openxmlformats.org/officeDocument/2006/relationships/image" Target="../media/image357.wmf"/></Relationships>
</file>

<file path=ppt/slides/_rels/slide73.xml.rels><?xml version="1.0" encoding="UTF-8" standalone="yes"?>
<Relationships xmlns="http://schemas.openxmlformats.org/package/2006/relationships"><Relationship Id="rId8" Type="http://schemas.openxmlformats.org/officeDocument/2006/relationships/image" Target="../media/image362.wmf"/><Relationship Id="rId13" Type="http://schemas.openxmlformats.org/officeDocument/2006/relationships/oleObject" Target="../embeddings/oleObject383.bin"/><Relationship Id="rId18" Type="http://schemas.openxmlformats.org/officeDocument/2006/relationships/image" Target="../media/image367.wmf"/><Relationship Id="rId3" Type="http://schemas.openxmlformats.org/officeDocument/2006/relationships/oleObject" Target="../embeddings/oleObject378.bin"/><Relationship Id="rId21" Type="http://schemas.openxmlformats.org/officeDocument/2006/relationships/oleObject" Target="../embeddings/oleObject387.bin"/><Relationship Id="rId7" Type="http://schemas.openxmlformats.org/officeDocument/2006/relationships/oleObject" Target="../embeddings/oleObject380.bin"/><Relationship Id="rId12" Type="http://schemas.openxmlformats.org/officeDocument/2006/relationships/image" Target="../media/image364.wmf"/><Relationship Id="rId17" Type="http://schemas.openxmlformats.org/officeDocument/2006/relationships/oleObject" Target="../embeddings/oleObject385.bin"/><Relationship Id="rId2" Type="http://schemas.openxmlformats.org/officeDocument/2006/relationships/slideLayout" Target="../slideLayouts/slideLayout2.xml"/><Relationship Id="rId16" Type="http://schemas.openxmlformats.org/officeDocument/2006/relationships/image" Target="../media/image366.wmf"/><Relationship Id="rId20" Type="http://schemas.openxmlformats.org/officeDocument/2006/relationships/image" Target="../media/image368.wmf"/><Relationship Id="rId1" Type="http://schemas.openxmlformats.org/officeDocument/2006/relationships/vmlDrawing" Target="../drawings/vmlDrawing60.vml"/><Relationship Id="rId6" Type="http://schemas.openxmlformats.org/officeDocument/2006/relationships/image" Target="../media/image361.wmf"/><Relationship Id="rId11" Type="http://schemas.openxmlformats.org/officeDocument/2006/relationships/oleObject" Target="../embeddings/oleObject382.bin"/><Relationship Id="rId24" Type="http://schemas.openxmlformats.org/officeDocument/2006/relationships/oleObject" Target="../embeddings/oleObject389.bin"/><Relationship Id="rId5" Type="http://schemas.openxmlformats.org/officeDocument/2006/relationships/oleObject" Target="../embeddings/oleObject379.bin"/><Relationship Id="rId15" Type="http://schemas.openxmlformats.org/officeDocument/2006/relationships/oleObject" Target="../embeddings/oleObject384.bin"/><Relationship Id="rId23" Type="http://schemas.openxmlformats.org/officeDocument/2006/relationships/oleObject" Target="../embeddings/oleObject388.bin"/><Relationship Id="rId10" Type="http://schemas.openxmlformats.org/officeDocument/2006/relationships/image" Target="../media/image363.wmf"/><Relationship Id="rId19" Type="http://schemas.openxmlformats.org/officeDocument/2006/relationships/oleObject" Target="../embeddings/oleObject386.bin"/><Relationship Id="rId4" Type="http://schemas.openxmlformats.org/officeDocument/2006/relationships/image" Target="../media/image360.wmf"/><Relationship Id="rId9" Type="http://schemas.openxmlformats.org/officeDocument/2006/relationships/oleObject" Target="../embeddings/oleObject381.bin"/><Relationship Id="rId14" Type="http://schemas.openxmlformats.org/officeDocument/2006/relationships/image" Target="../media/image365.wmf"/><Relationship Id="rId22" Type="http://schemas.openxmlformats.org/officeDocument/2006/relationships/image" Target="../media/image369.wmf"/></Relationships>
</file>

<file path=ppt/slides/_rels/slide74.xml.rels><?xml version="1.0" encoding="UTF-8" standalone="yes"?>
<Relationships xmlns="http://schemas.openxmlformats.org/package/2006/relationships"><Relationship Id="rId8" Type="http://schemas.openxmlformats.org/officeDocument/2006/relationships/image" Target="../media/image372.wmf"/><Relationship Id="rId13" Type="http://schemas.openxmlformats.org/officeDocument/2006/relationships/oleObject" Target="../embeddings/oleObject395.bin"/><Relationship Id="rId18" Type="http://schemas.openxmlformats.org/officeDocument/2006/relationships/image" Target="../media/image375.wmf"/><Relationship Id="rId26" Type="http://schemas.openxmlformats.org/officeDocument/2006/relationships/image" Target="../media/image378.wmf"/><Relationship Id="rId3" Type="http://schemas.openxmlformats.org/officeDocument/2006/relationships/oleObject" Target="../embeddings/oleObject390.bin"/><Relationship Id="rId21" Type="http://schemas.openxmlformats.org/officeDocument/2006/relationships/oleObject" Target="../embeddings/oleObject399.bin"/><Relationship Id="rId7" Type="http://schemas.openxmlformats.org/officeDocument/2006/relationships/oleObject" Target="../embeddings/oleObject392.bin"/><Relationship Id="rId12" Type="http://schemas.openxmlformats.org/officeDocument/2006/relationships/image" Target="../media/image364.wmf"/><Relationship Id="rId17" Type="http://schemas.openxmlformats.org/officeDocument/2006/relationships/oleObject" Target="../embeddings/oleObject397.bin"/><Relationship Id="rId25" Type="http://schemas.openxmlformats.org/officeDocument/2006/relationships/oleObject" Target="../embeddings/oleObject402.bin"/><Relationship Id="rId2" Type="http://schemas.openxmlformats.org/officeDocument/2006/relationships/slideLayout" Target="../slideLayouts/slideLayout2.xml"/><Relationship Id="rId16" Type="http://schemas.openxmlformats.org/officeDocument/2006/relationships/image" Target="../media/image374.wmf"/><Relationship Id="rId20" Type="http://schemas.openxmlformats.org/officeDocument/2006/relationships/image" Target="../media/image376.wmf"/><Relationship Id="rId1" Type="http://schemas.openxmlformats.org/officeDocument/2006/relationships/vmlDrawing" Target="../drawings/vmlDrawing61.vml"/><Relationship Id="rId6" Type="http://schemas.openxmlformats.org/officeDocument/2006/relationships/image" Target="../media/image371.wmf"/><Relationship Id="rId11" Type="http://schemas.openxmlformats.org/officeDocument/2006/relationships/oleObject" Target="../embeddings/oleObject394.bin"/><Relationship Id="rId24" Type="http://schemas.openxmlformats.org/officeDocument/2006/relationships/oleObject" Target="../embeddings/oleObject401.bin"/><Relationship Id="rId5" Type="http://schemas.openxmlformats.org/officeDocument/2006/relationships/oleObject" Target="../embeddings/oleObject391.bin"/><Relationship Id="rId15" Type="http://schemas.openxmlformats.org/officeDocument/2006/relationships/oleObject" Target="../embeddings/oleObject396.bin"/><Relationship Id="rId23" Type="http://schemas.openxmlformats.org/officeDocument/2006/relationships/image" Target="../media/image377.wmf"/><Relationship Id="rId10" Type="http://schemas.openxmlformats.org/officeDocument/2006/relationships/image" Target="../media/image363.wmf"/><Relationship Id="rId19" Type="http://schemas.openxmlformats.org/officeDocument/2006/relationships/oleObject" Target="../embeddings/oleObject398.bin"/><Relationship Id="rId4" Type="http://schemas.openxmlformats.org/officeDocument/2006/relationships/image" Target="../media/image370.wmf"/><Relationship Id="rId9" Type="http://schemas.openxmlformats.org/officeDocument/2006/relationships/oleObject" Target="../embeddings/oleObject393.bin"/><Relationship Id="rId14" Type="http://schemas.openxmlformats.org/officeDocument/2006/relationships/image" Target="../media/image373.wmf"/><Relationship Id="rId22" Type="http://schemas.openxmlformats.org/officeDocument/2006/relationships/oleObject" Target="../embeddings/oleObject400.bin"/></Relationships>
</file>

<file path=ppt/slides/_rels/slide75.xml.rels><?xml version="1.0" encoding="UTF-8" standalone="yes"?>
<Relationships xmlns="http://schemas.openxmlformats.org/package/2006/relationships"><Relationship Id="rId8" Type="http://schemas.openxmlformats.org/officeDocument/2006/relationships/image" Target="../media/image379.wmf"/><Relationship Id="rId13" Type="http://schemas.openxmlformats.org/officeDocument/2006/relationships/oleObject" Target="../embeddings/oleObject409.bin"/><Relationship Id="rId18" Type="http://schemas.openxmlformats.org/officeDocument/2006/relationships/oleObject" Target="../embeddings/oleObject412.bin"/><Relationship Id="rId3" Type="http://schemas.openxmlformats.org/officeDocument/2006/relationships/oleObject" Target="../embeddings/oleObject403.bin"/><Relationship Id="rId21" Type="http://schemas.openxmlformats.org/officeDocument/2006/relationships/oleObject" Target="../embeddings/oleObject415.bin"/><Relationship Id="rId7" Type="http://schemas.openxmlformats.org/officeDocument/2006/relationships/oleObject" Target="../embeddings/oleObject405.bin"/><Relationship Id="rId12" Type="http://schemas.openxmlformats.org/officeDocument/2006/relationships/image" Target="../media/image380.wmf"/><Relationship Id="rId17" Type="http://schemas.openxmlformats.org/officeDocument/2006/relationships/oleObject" Target="../embeddings/oleObject411.bin"/><Relationship Id="rId2" Type="http://schemas.openxmlformats.org/officeDocument/2006/relationships/slideLayout" Target="../slideLayouts/slideLayout2.xml"/><Relationship Id="rId16" Type="http://schemas.openxmlformats.org/officeDocument/2006/relationships/image" Target="../media/image382.wmf"/><Relationship Id="rId20" Type="http://schemas.openxmlformats.org/officeDocument/2006/relationships/oleObject" Target="../embeddings/oleObject414.bin"/><Relationship Id="rId1" Type="http://schemas.openxmlformats.org/officeDocument/2006/relationships/vmlDrawing" Target="../drawings/vmlDrawing62.vml"/><Relationship Id="rId6" Type="http://schemas.openxmlformats.org/officeDocument/2006/relationships/image" Target="../media/image361.wmf"/><Relationship Id="rId11" Type="http://schemas.openxmlformats.org/officeDocument/2006/relationships/oleObject" Target="../embeddings/oleObject408.bin"/><Relationship Id="rId5" Type="http://schemas.openxmlformats.org/officeDocument/2006/relationships/oleObject" Target="../embeddings/oleObject404.bin"/><Relationship Id="rId15" Type="http://schemas.openxmlformats.org/officeDocument/2006/relationships/oleObject" Target="../embeddings/oleObject410.bin"/><Relationship Id="rId23" Type="http://schemas.openxmlformats.org/officeDocument/2006/relationships/image" Target="../media/image364.wmf"/><Relationship Id="rId10" Type="http://schemas.openxmlformats.org/officeDocument/2006/relationships/oleObject" Target="../embeddings/oleObject407.bin"/><Relationship Id="rId19" Type="http://schemas.openxmlformats.org/officeDocument/2006/relationships/oleObject" Target="../embeddings/oleObject413.bin"/><Relationship Id="rId4" Type="http://schemas.openxmlformats.org/officeDocument/2006/relationships/image" Target="../media/image360.wmf"/><Relationship Id="rId9" Type="http://schemas.openxmlformats.org/officeDocument/2006/relationships/oleObject" Target="../embeddings/oleObject406.bin"/><Relationship Id="rId14" Type="http://schemas.openxmlformats.org/officeDocument/2006/relationships/image" Target="../media/image381.wmf"/><Relationship Id="rId22" Type="http://schemas.openxmlformats.org/officeDocument/2006/relationships/oleObject" Target="../embeddings/oleObject416.bin"/></Relationships>
</file>

<file path=ppt/slides/_rels/slide76.xml.rels><?xml version="1.0" encoding="UTF-8" standalone="yes"?>
<Relationships xmlns="http://schemas.openxmlformats.org/package/2006/relationships"><Relationship Id="rId8" Type="http://schemas.openxmlformats.org/officeDocument/2006/relationships/image" Target="../media/image385.wmf"/><Relationship Id="rId3" Type="http://schemas.openxmlformats.org/officeDocument/2006/relationships/oleObject" Target="../embeddings/oleObject417.bin"/><Relationship Id="rId7" Type="http://schemas.openxmlformats.org/officeDocument/2006/relationships/oleObject" Target="../embeddings/oleObject419.bin"/><Relationship Id="rId12" Type="http://schemas.openxmlformats.org/officeDocument/2006/relationships/image" Target="../media/image387.wmf"/><Relationship Id="rId2" Type="http://schemas.openxmlformats.org/officeDocument/2006/relationships/slideLayout" Target="../slideLayouts/slideLayout2.xml"/><Relationship Id="rId1" Type="http://schemas.openxmlformats.org/officeDocument/2006/relationships/vmlDrawing" Target="../drawings/vmlDrawing63.vml"/><Relationship Id="rId6" Type="http://schemas.openxmlformats.org/officeDocument/2006/relationships/image" Target="../media/image384.wmf"/><Relationship Id="rId11" Type="http://schemas.openxmlformats.org/officeDocument/2006/relationships/oleObject" Target="../embeddings/oleObject421.bin"/><Relationship Id="rId5" Type="http://schemas.openxmlformats.org/officeDocument/2006/relationships/oleObject" Target="../embeddings/oleObject418.bin"/><Relationship Id="rId10" Type="http://schemas.openxmlformats.org/officeDocument/2006/relationships/image" Target="../media/image386.wmf"/><Relationship Id="rId4" Type="http://schemas.openxmlformats.org/officeDocument/2006/relationships/image" Target="../media/image383.emf"/><Relationship Id="rId9" Type="http://schemas.openxmlformats.org/officeDocument/2006/relationships/oleObject" Target="../embeddings/oleObject420.bin"/></Relationships>
</file>

<file path=ppt/slides/_rels/slide77.xml.rels><?xml version="1.0" encoding="UTF-8" standalone="yes"?>
<Relationships xmlns="http://schemas.openxmlformats.org/package/2006/relationships"><Relationship Id="rId8" Type="http://schemas.openxmlformats.org/officeDocument/2006/relationships/image" Target="../media/image390.wmf"/><Relationship Id="rId3" Type="http://schemas.openxmlformats.org/officeDocument/2006/relationships/oleObject" Target="../embeddings/oleObject422.bin"/><Relationship Id="rId7" Type="http://schemas.openxmlformats.org/officeDocument/2006/relationships/oleObject" Target="../embeddings/oleObject424.bin"/><Relationship Id="rId12" Type="http://schemas.openxmlformats.org/officeDocument/2006/relationships/image" Target="../media/image392.wmf"/><Relationship Id="rId2" Type="http://schemas.openxmlformats.org/officeDocument/2006/relationships/slideLayout" Target="../slideLayouts/slideLayout2.xml"/><Relationship Id="rId1" Type="http://schemas.openxmlformats.org/officeDocument/2006/relationships/vmlDrawing" Target="../drawings/vmlDrawing64.vml"/><Relationship Id="rId6" Type="http://schemas.openxmlformats.org/officeDocument/2006/relationships/image" Target="../media/image389.wmf"/><Relationship Id="rId11" Type="http://schemas.openxmlformats.org/officeDocument/2006/relationships/oleObject" Target="../embeddings/oleObject426.bin"/><Relationship Id="rId5" Type="http://schemas.openxmlformats.org/officeDocument/2006/relationships/oleObject" Target="../embeddings/oleObject423.bin"/><Relationship Id="rId10" Type="http://schemas.openxmlformats.org/officeDocument/2006/relationships/image" Target="../media/image391.wmf"/><Relationship Id="rId4" Type="http://schemas.openxmlformats.org/officeDocument/2006/relationships/image" Target="../media/image388.wmf"/><Relationship Id="rId9" Type="http://schemas.openxmlformats.org/officeDocument/2006/relationships/oleObject" Target="../embeddings/oleObject425.bin"/></Relationships>
</file>

<file path=ppt/slides/_rels/slide78.xml.rels><?xml version="1.0" encoding="UTF-8" standalone="yes"?>
<Relationships xmlns="http://schemas.openxmlformats.org/package/2006/relationships"><Relationship Id="rId8" Type="http://schemas.openxmlformats.org/officeDocument/2006/relationships/image" Target="../media/image395.wmf"/><Relationship Id="rId3" Type="http://schemas.openxmlformats.org/officeDocument/2006/relationships/oleObject" Target="../embeddings/oleObject427.bin"/><Relationship Id="rId7" Type="http://schemas.openxmlformats.org/officeDocument/2006/relationships/oleObject" Target="../embeddings/oleObject429.bin"/><Relationship Id="rId2" Type="http://schemas.openxmlformats.org/officeDocument/2006/relationships/slideLayout" Target="../slideLayouts/slideLayout2.xml"/><Relationship Id="rId1" Type="http://schemas.openxmlformats.org/officeDocument/2006/relationships/vmlDrawing" Target="../drawings/vmlDrawing65.vml"/><Relationship Id="rId6" Type="http://schemas.openxmlformats.org/officeDocument/2006/relationships/image" Target="../media/image394.wmf"/><Relationship Id="rId5" Type="http://schemas.openxmlformats.org/officeDocument/2006/relationships/oleObject" Target="../embeddings/oleObject428.bin"/><Relationship Id="rId4" Type="http://schemas.openxmlformats.org/officeDocument/2006/relationships/image" Target="../media/image393.wmf"/></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430.bin"/><Relationship Id="rId2" Type="http://schemas.openxmlformats.org/officeDocument/2006/relationships/slideLayout" Target="../slideLayouts/slideLayout2.xml"/><Relationship Id="rId1" Type="http://schemas.openxmlformats.org/officeDocument/2006/relationships/vmlDrawing" Target="../drawings/vmlDrawing66.vml"/><Relationship Id="rId6" Type="http://schemas.openxmlformats.org/officeDocument/2006/relationships/image" Target="../media/image397.wmf"/><Relationship Id="rId5" Type="http://schemas.openxmlformats.org/officeDocument/2006/relationships/oleObject" Target="../embeddings/oleObject431.bin"/><Relationship Id="rId4" Type="http://schemas.openxmlformats.org/officeDocument/2006/relationships/image" Target="../media/image396.wmf"/></Relationships>
</file>

<file path=ppt/slides/_rels/slide80.xml.rels><?xml version="1.0" encoding="UTF-8" standalone="yes"?>
<Relationships xmlns="http://schemas.openxmlformats.org/package/2006/relationships"><Relationship Id="rId8" Type="http://schemas.openxmlformats.org/officeDocument/2006/relationships/image" Target="../media/image400.wmf"/><Relationship Id="rId3" Type="http://schemas.openxmlformats.org/officeDocument/2006/relationships/oleObject" Target="../embeddings/oleObject432.bin"/><Relationship Id="rId7" Type="http://schemas.openxmlformats.org/officeDocument/2006/relationships/oleObject" Target="../embeddings/oleObject434.bin"/><Relationship Id="rId2" Type="http://schemas.openxmlformats.org/officeDocument/2006/relationships/slideLayout" Target="../slideLayouts/slideLayout2.xml"/><Relationship Id="rId1" Type="http://schemas.openxmlformats.org/officeDocument/2006/relationships/vmlDrawing" Target="../drawings/vmlDrawing67.vml"/><Relationship Id="rId6" Type="http://schemas.openxmlformats.org/officeDocument/2006/relationships/image" Target="../media/image399.wmf"/><Relationship Id="rId11" Type="http://schemas.openxmlformats.org/officeDocument/2006/relationships/oleObject" Target="../embeddings/oleObject437.bin"/><Relationship Id="rId5" Type="http://schemas.openxmlformats.org/officeDocument/2006/relationships/oleObject" Target="../embeddings/oleObject433.bin"/><Relationship Id="rId10" Type="http://schemas.openxmlformats.org/officeDocument/2006/relationships/oleObject" Target="../embeddings/oleObject436.bin"/><Relationship Id="rId4" Type="http://schemas.openxmlformats.org/officeDocument/2006/relationships/image" Target="../media/image398.wmf"/><Relationship Id="rId9" Type="http://schemas.openxmlformats.org/officeDocument/2006/relationships/oleObject" Target="../embeddings/oleObject435.bin"/></Relationships>
</file>

<file path=ppt/slides/_rels/slide81.xml.rels><?xml version="1.0" encoding="UTF-8" standalone="yes"?>
<Relationships xmlns="http://schemas.openxmlformats.org/package/2006/relationships"><Relationship Id="rId8" Type="http://schemas.openxmlformats.org/officeDocument/2006/relationships/image" Target="../media/image403.wmf"/><Relationship Id="rId13" Type="http://schemas.openxmlformats.org/officeDocument/2006/relationships/oleObject" Target="../embeddings/oleObject443.bin"/><Relationship Id="rId18" Type="http://schemas.openxmlformats.org/officeDocument/2006/relationships/image" Target="../media/image408.wmf"/><Relationship Id="rId26" Type="http://schemas.openxmlformats.org/officeDocument/2006/relationships/image" Target="../media/image412.wmf"/><Relationship Id="rId3" Type="http://schemas.openxmlformats.org/officeDocument/2006/relationships/oleObject" Target="../embeddings/oleObject438.bin"/><Relationship Id="rId21" Type="http://schemas.openxmlformats.org/officeDocument/2006/relationships/oleObject" Target="../embeddings/oleObject447.bin"/><Relationship Id="rId7" Type="http://schemas.openxmlformats.org/officeDocument/2006/relationships/oleObject" Target="../embeddings/oleObject440.bin"/><Relationship Id="rId12" Type="http://schemas.openxmlformats.org/officeDocument/2006/relationships/image" Target="../media/image405.wmf"/><Relationship Id="rId17" Type="http://schemas.openxmlformats.org/officeDocument/2006/relationships/oleObject" Target="../embeddings/oleObject445.bin"/><Relationship Id="rId25" Type="http://schemas.openxmlformats.org/officeDocument/2006/relationships/oleObject" Target="../embeddings/oleObject449.bin"/><Relationship Id="rId2" Type="http://schemas.openxmlformats.org/officeDocument/2006/relationships/slideLayout" Target="../slideLayouts/slideLayout2.xml"/><Relationship Id="rId16" Type="http://schemas.openxmlformats.org/officeDocument/2006/relationships/image" Target="../media/image407.wmf"/><Relationship Id="rId20" Type="http://schemas.openxmlformats.org/officeDocument/2006/relationships/image" Target="../media/image409.wmf"/><Relationship Id="rId1" Type="http://schemas.openxmlformats.org/officeDocument/2006/relationships/vmlDrawing" Target="../drawings/vmlDrawing68.vml"/><Relationship Id="rId6" Type="http://schemas.openxmlformats.org/officeDocument/2006/relationships/image" Target="../media/image402.wmf"/><Relationship Id="rId11" Type="http://schemas.openxmlformats.org/officeDocument/2006/relationships/oleObject" Target="../embeddings/oleObject442.bin"/><Relationship Id="rId24" Type="http://schemas.openxmlformats.org/officeDocument/2006/relationships/image" Target="../media/image411.wmf"/><Relationship Id="rId5" Type="http://schemas.openxmlformats.org/officeDocument/2006/relationships/oleObject" Target="../embeddings/oleObject439.bin"/><Relationship Id="rId15" Type="http://schemas.openxmlformats.org/officeDocument/2006/relationships/oleObject" Target="../embeddings/oleObject444.bin"/><Relationship Id="rId23" Type="http://schemas.openxmlformats.org/officeDocument/2006/relationships/oleObject" Target="../embeddings/oleObject448.bin"/><Relationship Id="rId10" Type="http://schemas.openxmlformats.org/officeDocument/2006/relationships/image" Target="../media/image404.wmf"/><Relationship Id="rId19" Type="http://schemas.openxmlformats.org/officeDocument/2006/relationships/oleObject" Target="../embeddings/oleObject446.bin"/><Relationship Id="rId4" Type="http://schemas.openxmlformats.org/officeDocument/2006/relationships/image" Target="../media/image401.wmf"/><Relationship Id="rId9" Type="http://schemas.openxmlformats.org/officeDocument/2006/relationships/oleObject" Target="../embeddings/oleObject441.bin"/><Relationship Id="rId14" Type="http://schemas.openxmlformats.org/officeDocument/2006/relationships/image" Target="../media/image406.wmf"/><Relationship Id="rId22" Type="http://schemas.openxmlformats.org/officeDocument/2006/relationships/image" Target="../media/image410.wmf"/></Relationships>
</file>

<file path=ppt/slides/_rels/slide82.xml.rels><?xml version="1.0" encoding="UTF-8" standalone="yes"?>
<Relationships xmlns="http://schemas.openxmlformats.org/package/2006/relationships"><Relationship Id="rId8" Type="http://schemas.openxmlformats.org/officeDocument/2006/relationships/image" Target="../media/image415.wmf"/><Relationship Id="rId13" Type="http://schemas.openxmlformats.org/officeDocument/2006/relationships/oleObject" Target="../embeddings/oleObject455.bin"/><Relationship Id="rId3" Type="http://schemas.openxmlformats.org/officeDocument/2006/relationships/oleObject" Target="../embeddings/oleObject450.bin"/><Relationship Id="rId7" Type="http://schemas.openxmlformats.org/officeDocument/2006/relationships/oleObject" Target="../embeddings/oleObject452.bin"/><Relationship Id="rId12" Type="http://schemas.openxmlformats.org/officeDocument/2006/relationships/image" Target="../media/image417.wmf"/><Relationship Id="rId2" Type="http://schemas.openxmlformats.org/officeDocument/2006/relationships/slideLayout" Target="../slideLayouts/slideLayout2.xml"/><Relationship Id="rId16" Type="http://schemas.openxmlformats.org/officeDocument/2006/relationships/image" Target="../media/image419.wmf"/><Relationship Id="rId1" Type="http://schemas.openxmlformats.org/officeDocument/2006/relationships/vmlDrawing" Target="../drawings/vmlDrawing69.vml"/><Relationship Id="rId6" Type="http://schemas.openxmlformats.org/officeDocument/2006/relationships/image" Target="../media/image414.wmf"/><Relationship Id="rId11" Type="http://schemas.openxmlformats.org/officeDocument/2006/relationships/oleObject" Target="../embeddings/oleObject454.bin"/><Relationship Id="rId5" Type="http://schemas.openxmlformats.org/officeDocument/2006/relationships/oleObject" Target="../embeddings/oleObject451.bin"/><Relationship Id="rId15" Type="http://schemas.openxmlformats.org/officeDocument/2006/relationships/oleObject" Target="../embeddings/oleObject456.bin"/><Relationship Id="rId10" Type="http://schemas.openxmlformats.org/officeDocument/2006/relationships/image" Target="../media/image416.wmf"/><Relationship Id="rId4" Type="http://schemas.openxmlformats.org/officeDocument/2006/relationships/image" Target="../media/image413.wmf"/><Relationship Id="rId9" Type="http://schemas.openxmlformats.org/officeDocument/2006/relationships/oleObject" Target="../embeddings/oleObject453.bin"/><Relationship Id="rId14" Type="http://schemas.openxmlformats.org/officeDocument/2006/relationships/image" Target="../media/image418.wmf"/></Relationships>
</file>

<file path=ppt/slides/_rels/slide83.xml.rels><?xml version="1.0" encoding="UTF-8" standalone="yes"?>
<Relationships xmlns="http://schemas.openxmlformats.org/package/2006/relationships"><Relationship Id="rId3" Type="http://schemas.openxmlformats.org/officeDocument/2006/relationships/oleObject" Target="../embeddings/oleObject457.bin"/><Relationship Id="rId2" Type="http://schemas.openxmlformats.org/officeDocument/2006/relationships/slideLayout" Target="../slideLayouts/slideLayout2.xml"/><Relationship Id="rId1" Type="http://schemas.openxmlformats.org/officeDocument/2006/relationships/vmlDrawing" Target="../drawings/vmlDrawing70.vml"/><Relationship Id="rId6" Type="http://schemas.openxmlformats.org/officeDocument/2006/relationships/image" Target="../media/image421.wmf"/><Relationship Id="rId5" Type="http://schemas.openxmlformats.org/officeDocument/2006/relationships/oleObject" Target="../embeddings/oleObject458.bin"/><Relationship Id="rId4" Type="http://schemas.openxmlformats.org/officeDocument/2006/relationships/image" Target="../media/image420.wmf"/></Relationships>
</file>

<file path=ppt/slides/_rels/slide84.xml.rels><?xml version="1.0" encoding="UTF-8" standalone="yes"?>
<Relationships xmlns="http://schemas.openxmlformats.org/package/2006/relationships"><Relationship Id="rId8" Type="http://schemas.openxmlformats.org/officeDocument/2006/relationships/image" Target="../media/image400.wmf"/><Relationship Id="rId3" Type="http://schemas.openxmlformats.org/officeDocument/2006/relationships/oleObject" Target="../embeddings/oleObject459.bin"/><Relationship Id="rId7" Type="http://schemas.openxmlformats.org/officeDocument/2006/relationships/oleObject" Target="../embeddings/oleObject461.bin"/><Relationship Id="rId2" Type="http://schemas.openxmlformats.org/officeDocument/2006/relationships/slideLayout" Target="../slideLayouts/slideLayout2.xml"/><Relationship Id="rId1" Type="http://schemas.openxmlformats.org/officeDocument/2006/relationships/vmlDrawing" Target="../drawings/vmlDrawing71.vml"/><Relationship Id="rId6" Type="http://schemas.openxmlformats.org/officeDocument/2006/relationships/image" Target="../media/image399.wmf"/><Relationship Id="rId11" Type="http://schemas.openxmlformats.org/officeDocument/2006/relationships/oleObject" Target="../embeddings/oleObject464.bin"/><Relationship Id="rId5" Type="http://schemas.openxmlformats.org/officeDocument/2006/relationships/oleObject" Target="../embeddings/oleObject460.bin"/><Relationship Id="rId10" Type="http://schemas.openxmlformats.org/officeDocument/2006/relationships/oleObject" Target="../embeddings/oleObject463.bin"/><Relationship Id="rId4" Type="http://schemas.openxmlformats.org/officeDocument/2006/relationships/image" Target="../media/image398.wmf"/><Relationship Id="rId9" Type="http://schemas.openxmlformats.org/officeDocument/2006/relationships/oleObject" Target="../embeddings/oleObject462.bin"/></Relationships>
</file>

<file path=ppt/slides/_rels/slide85.xml.rels><?xml version="1.0" encoding="UTF-8" standalone="yes"?>
<Relationships xmlns="http://schemas.openxmlformats.org/package/2006/relationships"><Relationship Id="rId8" Type="http://schemas.openxmlformats.org/officeDocument/2006/relationships/image" Target="../media/image424.wmf"/><Relationship Id="rId3" Type="http://schemas.openxmlformats.org/officeDocument/2006/relationships/oleObject" Target="../embeddings/oleObject465.bin"/><Relationship Id="rId7" Type="http://schemas.openxmlformats.org/officeDocument/2006/relationships/oleObject" Target="../embeddings/oleObject467.bin"/><Relationship Id="rId12" Type="http://schemas.openxmlformats.org/officeDocument/2006/relationships/image" Target="../media/image426.wmf"/><Relationship Id="rId2" Type="http://schemas.openxmlformats.org/officeDocument/2006/relationships/slideLayout" Target="../slideLayouts/slideLayout2.xml"/><Relationship Id="rId1" Type="http://schemas.openxmlformats.org/officeDocument/2006/relationships/vmlDrawing" Target="../drawings/vmlDrawing72.vml"/><Relationship Id="rId6" Type="http://schemas.openxmlformats.org/officeDocument/2006/relationships/image" Target="../media/image423.wmf"/><Relationship Id="rId11" Type="http://schemas.openxmlformats.org/officeDocument/2006/relationships/oleObject" Target="../embeddings/oleObject469.bin"/><Relationship Id="rId5" Type="http://schemas.openxmlformats.org/officeDocument/2006/relationships/oleObject" Target="../embeddings/oleObject466.bin"/><Relationship Id="rId10" Type="http://schemas.openxmlformats.org/officeDocument/2006/relationships/image" Target="../media/image425.wmf"/><Relationship Id="rId4" Type="http://schemas.openxmlformats.org/officeDocument/2006/relationships/image" Target="../media/image422.wmf"/><Relationship Id="rId9" Type="http://schemas.openxmlformats.org/officeDocument/2006/relationships/oleObject" Target="../embeddings/oleObject468.bin"/></Relationships>
</file>

<file path=ppt/slides/_rels/slide86.xml.rels><?xml version="1.0" encoding="UTF-8" standalone="yes"?>
<Relationships xmlns="http://schemas.openxmlformats.org/package/2006/relationships"><Relationship Id="rId8" Type="http://schemas.openxmlformats.org/officeDocument/2006/relationships/image" Target="../media/image400.wmf"/><Relationship Id="rId3" Type="http://schemas.openxmlformats.org/officeDocument/2006/relationships/oleObject" Target="../embeddings/oleObject470.bin"/><Relationship Id="rId7" Type="http://schemas.openxmlformats.org/officeDocument/2006/relationships/oleObject" Target="../embeddings/oleObject472.bin"/><Relationship Id="rId2" Type="http://schemas.openxmlformats.org/officeDocument/2006/relationships/slideLayout" Target="../slideLayouts/slideLayout2.xml"/><Relationship Id="rId1" Type="http://schemas.openxmlformats.org/officeDocument/2006/relationships/vmlDrawing" Target="../drawings/vmlDrawing73.vml"/><Relationship Id="rId6" Type="http://schemas.openxmlformats.org/officeDocument/2006/relationships/image" Target="../media/image399.wmf"/><Relationship Id="rId11" Type="http://schemas.openxmlformats.org/officeDocument/2006/relationships/oleObject" Target="../embeddings/oleObject475.bin"/><Relationship Id="rId5" Type="http://schemas.openxmlformats.org/officeDocument/2006/relationships/oleObject" Target="../embeddings/oleObject471.bin"/><Relationship Id="rId10" Type="http://schemas.openxmlformats.org/officeDocument/2006/relationships/oleObject" Target="../embeddings/oleObject474.bin"/><Relationship Id="rId4" Type="http://schemas.openxmlformats.org/officeDocument/2006/relationships/image" Target="../media/image398.wmf"/><Relationship Id="rId9" Type="http://schemas.openxmlformats.org/officeDocument/2006/relationships/oleObject" Target="../embeddings/oleObject473.bin"/></Relationships>
</file>

<file path=ppt/slides/_rels/slide87.xml.rels><?xml version="1.0" encoding="UTF-8" standalone="yes"?>
<Relationships xmlns="http://schemas.openxmlformats.org/package/2006/relationships"><Relationship Id="rId8" Type="http://schemas.openxmlformats.org/officeDocument/2006/relationships/image" Target="../media/image429.wmf"/><Relationship Id="rId3" Type="http://schemas.openxmlformats.org/officeDocument/2006/relationships/oleObject" Target="../embeddings/oleObject476.bin"/><Relationship Id="rId7" Type="http://schemas.openxmlformats.org/officeDocument/2006/relationships/oleObject" Target="../embeddings/oleObject478.bin"/><Relationship Id="rId2" Type="http://schemas.openxmlformats.org/officeDocument/2006/relationships/slideLayout" Target="../slideLayouts/slideLayout2.xml"/><Relationship Id="rId1" Type="http://schemas.openxmlformats.org/officeDocument/2006/relationships/vmlDrawing" Target="../drawings/vmlDrawing74.vml"/><Relationship Id="rId6" Type="http://schemas.openxmlformats.org/officeDocument/2006/relationships/image" Target="../media/image428.wmf"/><Relationship Id="rId5" Type="http://schemas.openxmlformats.org/officeDocument/2006/relationships/oleObject" Target="../embeddings/oleObject477.bin"/><Relationship Id="rId10" Type="http://schemas.openxmlformats.org/officeDocument/2006/relationships/image" Target="../media/image430.wmf"/><Relationship Id="rId4" Type="http://schemas.openxmlformats.org/officeDocument/2006/relationships/image" Target="../media/image427.wmf"/><Relationship Id="rId9" Type="http://schemas.openxmlformats.org/officeDocument/2006/relationships/oleObject" Target="../embeddings/oleObject479.bin"/></Relationships>
</file>

<file path=ppt/slides/_rels/slide88.xml.rels><?xml version="1.0" encoding="UTF-8" standalone="yes"?>
<Relationships xmlns="http://schemas.openxmlformats.org/package/2006/relationships"><Relationship Id="rId8" Type="http://schemas.openxmlformats.org/officeDocument/2006/relationships/image" Target="../media/image433.wmf"/><Relationship Id="rId3" Type="http://schemas.openxmlformats.org/officeDocument/2006/relationships/oleObject" Target="../embeddings/oleObject480.bin"/><Relationship Id="rId7" Type="http://schemas.openxmlformats.org/officeDocument/2006/relationships/oleObject" Target="../embeddings/oleObject482.bin"/><Relationship Id="rId2" Type="http://schemas.openxmlformats.org/officeDocument/2006/relationships/slideLayout" Target="../slideLayouts/slideLayout2.xml"/><Relationship Id="rId1" Type="http://schemas.openxmlformats.org/officeDocument/2006/relationships/vmlDrawing" Target="../drawings/vmlDrawing75.vml"/><Relationship Id="rId6" Type="http://schemas.openxmlformats.org/officeDocument/2006/relationships/image" Target="../media/image432.wmf"/><Relationship Id="rId5" Type="http://schemas.openxmlformats.org/officeDocument/2006/relationships/oleObject" Target="../embeddings/oleObject481.bin"/><Relationship Id="rId4" Type="http://schemas.openxmlformats.org/officeDocument/2006/relationships/image" Target="../media/image431.wmf"/></Relationships>
</file>

<file path=ppt/slides/_rels/slide89.xml.rels><?xml version="1.0" encoding="UTF-8" standalone="yes"?>
<Relationships xmlns="http://schemas.openxmlformats.org/package/2006/relationships"><Relationship Id="rId8" Type="http://schemas.openxmlformats.org/officeDocument/2006/relationships/image" Target="../media/image436.wmf"/><Relationship Id="rId13" Type="http://schemas.openxmlformats.org/officeDocument/2006/relationships/oleObject" Target="../embeddings/oleObject488.bin"/><Relationship Id="rId3" Type="http://schemas.openxmlformats.org/officeDocument/2006/relationships/oleObject" Target="../embeddings/oleObject483.bin"/><Relationship Id="rId7" Type="http://schemas.openxmlformats.org/officeDocument/2006/relationships/oleObject" Target="../embeddings/oleObject485.bin"/><Relationship Id="rId12" Type="http://schemas.openxmlformats.org/officeDocument/2006/relationships/image" Target="../media/image438.wmf"/><Relationship Id="rId2" Type="http://schemas.openxmlformats.org/officeDocument/2006/relationships/slideLayout" Target="../slideLayouts/slideLayout2.xml"/><Relationship Id="rId1" Type="http://schemas.openxmlformats.org/officeDocument/2006/relationships/vmlDrawing" Target="../drawings/vmlDrawing76.vml"/><Relationship Id="rId6" Type="http://schemas.openxmlformats.org/officeDocument/2006/relationships/image" Target="../media/image435.wmf"/><Relationship Id="rId11" Type="http://schemas.openxmlformats.org/officeDocument/2006/relationships/oleObject" Target="../embeddings/oleObject487.bin"/><Relationship Id="rId5" Type="http://schemas.openxmlformats.org/officeDocument/2006/relationships/oleObject" Target="../embeddings/oleObject484.bin"/><Relationship Id="rId10" Type="http://schemas.openxmlformats.org/officeDocument/2006/relationships/image" Target="../media/image437.wmf"/><Relationship Id="rId4" Type="http://schemas.openxmlformats.org/officeDocument/2006/relationships/image" Target="../media/image434.wmf"/><Relationship Id="rId9" Type="http://schemas.openxmlformats.org/officeDocument/2006/relationships/oleObject" Target="../embeddings/oleObject486.bin"/><Relationship Id="rId14" Type="http://schemas.openxmlformats.org/officeDocument/2006/relationships/image" Target="../media/image439.wmf"/></Relationships>
</file>

<file path=ppt/slides/_rels/slide90.xml.rels><?xml version="1.0" encoding="UTF-8" standalone="yes"?>
<Relationships xmlns="http://schemas.openxmlformats.org/package/2006/relationships"><Relationship Id="rId8" Type="http://schemas.openxmlformats.org/officeDocument/2006/relationships/image" Target="../media/image442.wmf"/><Relationship Id="rId3" Type="http://schemas.openxmlformats.org/officeDocument/2006/relationships/oleObject" Target="../embeddings/oleObject489.bin"/><Relationship Id="rId7" Type="http://schemas.openxmlformats.org/officeDocument/2006/relationships/oleObject" Target="../embeddings/oleObject491.bin"/><Relationship Id="rId2" Type="http://schemas.openxmlformats.org/officeDocument/2006/relationships/slideLayout" Target="../slideLayouts/slideLayout2.xml"/><Relationship Id="rId1" Type="http://schemas.openxmlformats.org/officeDocument/2006/relationships/vmlDrawing" Target="../drawings/vmlDrawing77.vml"/><Relationship Id="rId6" Type="http://schemas.openxmlformats.org/officeDocument/2006/relationships/image" Target="../media/image441.wmf"/><Relationship Id="rId5" Type="http://schemas.openxmlformats.org/officeDocument/2006/relationships/oleObject" Target="../embeddings/oleObject490.bin"/><Relationship Id="rId10" Type="http://schemas.openxmlformats.org/officeDocument/2006/relationships/image" Target="../media/image443.wmf"/><Relationship Id="rId4" Type="http://schemas.openxmlformats.org/officeDocument/2006/relationships/image" Target="../media/image440.wmf"/><Relationship Id="rId9" Type="http://schemas.openxmlformats.org/officeDocument/2006/relationships/oleObject" Target="../embeddings/oleObject492.bin"/></Relationships>
</file>

<file path=ppt/slides/_rels/slide91.xml.rels><?xml version="1.0" encoding="UTF-8" standalone="yes"?>
<Relationships xmlns="http://schemas.openxmlformats.org/package/2006/relationships"><Relationship Id="rId8" Type="http://schemas.openxmlformats.org/officeDocument/2006/relationships/image" Target="../media/image430.wmf"/><Relationship Id="rId13" Type="http://schemas.openxmlformats.org/officeDocument/2006/relationships/oleObject" Target="../embeddings/oleObject498.bin"/><Relationship Id="rId3" Type="http://schemas.openxmlformats.org/officeDocument/2006/relationships/oleObject" Target="../embeddings/oleObject493.bin"/><Relationship Id="rId7" Type="http://schemas.openxmlformats.org/officeDocument/2006/relationships/oleObject" Target="../embeddings/oleObject495.bin"/><Relationship Id="rId12" Type="http://schemas.openxmlformats.org/officeDocument/2006/relationships/image" Target="../media/image445.wmf"/><Relationship Id="rId2" Type="http://schemas.openxmlformats.org/officeDocument/2006/relationships/slideLayout" Target="../slideLayouts/slideLayout2.xml"/><Relationship Id="rId16" Type="http://schemas.openxmlformats.org/officeDocument/2006/relationships/image" Target="../media/image447.wmf"/><Relationship Id="rId1" Type="http://schemas.openxmlformats.org/officeDocument/2006/relationships/vmlDrawing" Target="../drawings/vmlDrawing78.vml"/><Relationship Id="rId6" Type="http://schemas.openxmlformats.org/officeDocument/2006/relationships/image" Target="../media/image429.wmf"/><Relationship Id="rId11" Type="http://schemas.openxmlformats.org/officeDocument/2006/relationships/oleObject" Target="../embeddings/oleObject497.bin"/><Relationship Id="rId5" Type="http://schemas.openxmlformats.org/officeDocument/2006/relationships/oleObject" Target="../embeddings/oleObject494.bin"/><Relationship Id="rId15" Type="http://schemas.openxmlformats.org/officeDocument/2006/relationships/oleObject" Target="../embeddings/oleObject499.bin"/><Relationship Id="rId10" Type="http://schemas.openxmlformats.org/officeDocument/2006/relationships/image" Target="../media/image444.wmf"/><Relationship Id="rId4" Type="http://schemas.openxmlformats.org/officeDocument/2006/relationships/image" Target="../media/image428.wmf"/><Relationship Id="rId9" Type="http://schemas.openxmlformats.org/officeDocument/2006/relationships/oleObject" Target="../embeddings/oleObject496.bin"/><Relationship Id="rId14" Type="http://schemas.openxmlformats.org/officeDocument/2006/relationships/image" Target="../media/image446.wmf"/></Relationships>
</file>

<file path=ppt/slides/_rels/slide92.xml.rels><?xml version="1.0" encoding="UTF-8" standalone="yes"?>
<Relationships xmlns="http://schemas.openxmlformats.org/package/2006/relationships"><Relationship Id="rId8" Type="http://schemas.openxmlformats.org/officeDocument/2006/relationships/image" Target="../media/image450.wmf"/><Relationship Id="rId13" Type="http://schemas.openxmlformats.org/officeDocument/2006/relationships/oleObject" Target="../embeddings/oleObject505.bin"/><Relationship Id="rId3" Type="http://schemas.openxmlformats.org/officeDocument/2006/relationships/oleObject" Target="../embeddings/oleObject500.bin"/><Relationship Id="rId7" Type="http://schemas.openxmlformats.org/officeDocument/2006/relationships/oleObject" Target="../embeddings/oleObject502.bin"/><Relationship Id="rId12" Type="http://schemas.openxmlformats.org/officeDocument/2006/relationships/image" Target="../media/image452.wmf"/><Relationship Id="rId2" Type="http://schemas.openxmlformats.org/officeDocument/2006/relationships/slideLayout" Target="../slideLayouts/slideLayout2.xml"/><Relationship Id="rId16" Type="http://schemas.openxmlformats.org/officeDocument/2006/relationships/image" Target="../media/image454.wmf"/><Relationship Id="rId1" Type="http://schemas.openxmlformats.org/officeDocument/2006/relationships/vmlDrawing" Target="../drawings/vmlDrawing79.vml"/><Relationship Id="rId6" Type="http://schemas.openxmlformats.org/officeDocument/2006/relationships/image" Target="../media/image449.wmf"/><Relationship Id="rId11" Type="http://schemas.openxmlformats.org/officeDocument/2006/relationships/oleObject" Target="../embeddings/oleObject504.bin"/><Relationship Id="rId5" Type="http://schemas.openxmlformats.org/officeDocument/2006/relationships/oleObject" Target="../embeddings/oleObject501.bin"/><Relationship Id="rId15" Type="http://schemas.openxmlformats.org/officeDocument/2006/relationships/oleObject" Target="../embeddings/oleObject506.bin"/><Relationship Id="rId10" Type="http://schemas.openxmlformats.org/officeDocument/2006/relationships/image" Target="../media/image451.wmf"/><Relationship Id="rId4" Type="http://schemas.openxmlformats.org/officeDocument/2006/relationships/image" Target="../media/image448.wmf"/><Relationship Id="rId9" Type="http://schemas.openxmlformats.org/officeDocument/2006/relationships/oleObject" Target="../embeddings/oleObject503.bin"/><Relationship Id="rId14" Type="http://schemas.openxmlformats.org/officeDocument/2006/relationships/image" Target="../media/image453.wmf"/></Relationships>
</file>

<file path=ppt/slides/_rels/slide93.xml.rels><?xml version="1.0" encoding="UTF-8" standalone="yes"?>
<Relationships xmlns="http://schemas.openxmlformats.org/package/2006/relationships"><Relationship Id="rId8" Type="http://schemas.openxmlformats.org/officeDocument/2006/relationships/image" Target="../media/image457.wmf"/><Relationship Id="rId13" Type="http://schemas.openxmlformats.org/officeDocument/2006/relationships/oleObject" Target="../embeddings/oleObject513.bin"/><Relationship Id="rId3" Type="http://schemas.openxmlformats.org/officeDocument/2006/relationships/oleObject" Target="../embeddings/oleObject507.bin"/><Relationship Id="rId7" Type="http://schemas.openxmlformats.org/officeDocument/2006/relationships/oleObject" Target="../embeddings/oleObject509.bin"/><Relationship Id="rId12" Type="http://schemas.openxmlformats.org/officeDocument/2006/relationships/oleObject" Target="../embeddings/oleObject512.bin"/><Relationship Id="rId2" Type="http://schemas.openxmlformats.org/officeDocument/2006/relationships/slideLayout" Target="../slideLayouts/slideLayout2.xml"/><Relationship Id="rId1" Type="http://schemas.openxmlformats.org/officeDocument/2006/relationships/vmlDrawing" Target="../drawings/vmlDrawing80.vml"/><Relationship Id="rId6" Type="http://schemas.openxmlformats.org/officeDocument/2006/relationships/image" Target="../media/image456.wmf"/><Relationship Id="rId11" Type="http://schemas.openxmlformats.org/officeDocument/2006/relationships/oleObject" Target="../embeddings/oleObject511.bin"/><Relationship Id="rId5" Type="http://schemas.openxmlformats.org/officeDocument/2006/relationships/oleObject" Target="../embeddings/oleObject508.bin"/><Relationship Id="rId10" Type="http://schemas.openxmlformats.org/officeDocument/2006/relationships/image" Target="../media/image458.wmf"/><Relationship Id="rId4" Type="http://schemas.openxmlformats.org/officeDocument/2006/relationships/image" Target="../media/image455.wmf"/><Relationship Id="rId9" Type="http://schemas.openxmlformats.org/officeDocument/2006/relationships/oleObject" Target="../embeddings/oleObject510.bin"/></Relationships>
</file>

<file path=ppt/slides/_rels/slide94.xml.rels><?xml version="1.0" encoding="UTF-8" standalone="yes"?>
<Relationships xmlns="http://schemas.openxmlformats.org/package/2006/relationships"><Relationship Id="rId8" Type="http://schemas.openxmlformats.org/officeDocument/2006/relationships/image" Target="../media/image461.wmf"/><Relationship Id="rId13" Type="http://schemas.openxmlformats.org/officeDocument/2006/relationships/oleObject" Target="../embeddings/oleObject519.bin"/><Relationship Id="rId18" Type="http://schemas.openxmlformats.org/officeDocument/2006/relationships/image" Target="../media/image466.wmf"/><Relationship Id="rId3" Type="http://schemas.openxmlformats.org/officeDocument/2006/relationships/oleObject" Target="../embeddings/oleObject514.bin"/><Relationship Id="rId7" Type="http://schemas.openxmlformats.org/officeDocument/2006/relationships/oleObject" Target="../embeddings/oleObject516.bin"/><Relationship Id="rId12" Type="http://schemas.openxmlformats.org/officeDocument/2006/relationships/image" Target="../media/image463.wmf"/><Relationship Id="rId17" Type="http://schemas.openxmlformats.org/officeDocument/2006/relationships/oleObject" Target="../embeddings/oleObject521.bin"/><Relationship Id="rId2" Type="http://schemas.openxmlformats.org/officeDocument/2006/relationships/slideLayout" Target="../slideLayouts/slideLayout2.xml"/><Relationship Id="rId16" Type="http://schemas.openxmlformats.org/officeDocument/2006/relationships/image" Target="../media/image465.wmf"/><Relationship Id="rId20" Type="http://schemas.openxmlformats.org/officeDocument/2006/relationships/image" Target="../media/image467.wmf"/><Relationship Id="rId1" Type="http://schemas.openxmlformats.org/officeDocument/2006/relationships/vmlDrawing" Target="../drawings/vmlDrawing81.vml"/><Relationship Id="rId6" Type="http://schemas.openxmlformats.org/officeDocument/2006/relationships/image" Target="../media/image460.wmf"/><Relationship Id="rId11" Type="http://schemas.openxmlformats.org/officeDocument/2006/relationships/oleObject" Target="../embeddings/oleObject518.bin"/><Relationship Id="rId5" Type="http://schemas.openxmlformats.org/officeDocument/2006/relationships/oleObject" Target="../embeddings/oleObject515.bin"/><Relationship Id="rId15" Type="http://schemas.openxmlformats.org/officeDocument/2006/relationships/oleObject" Target="../embeddings/oleObject520.bin"/><Relationship Id="rId10" Type="http://schemas.openxmlformats.org/officeDocument/2006/relationships/image" Target="../media/image462.wmf"/><Relationship Id="rId19" Type="http://schemas.openxmlformats.org/officeDocument/2006/relationships/oleObject" Target="../embeddings/oleObject522.bin"/><Relationship Id="rId4" Type="http://schemas.openxmlformats.org/officeDocument/2006/relationships/image" Target="../media/image459.wmf"/><Relationship Id="rId9" Type="http://schemas.openxmlformats.org/officeDocument/2006/relationships/oleObject" Target="../embeddings/oleObject517.bin"/><Relationship Id="rId14" Type="http://schemas.openxmlformats.org/officeDocument/2006/relationships/image" Target="../media/image464.wmf"/></Relationships>
</file>

<file path=ppt/slides/_rels/slide95.xml.rels><?xml version="1.0" encoding="UTF-8" standalone="yes"?>
<Relationships xmlns="http://schemas.openxmlformats.org/package/2006/relationships"><Relationship Id="rId8" Type="http://schemas.openxmlformats.org/officeDocument/2006/relationships/image" Target="../media/image470.wmf"/><Relationship Id="rId13" Type="http://schemas.openxmlformats.org/officeDocument/2006/relationships/oleObject" Target="../embeddings/oleObject528.bin"/><Relationship Id="rId18" Type="http://schemas.openxmlformats.org/officeDocument/2006/relationships/image" Target="../media/image475.wmf"/><Relationship Id="rId3" Type="http://schemas.openxmlformats.org/officeDocument/2006/relationships/oleObject" Target="../embeddings/oleObject523.bin"/><Relationship Id="rId7" Type="http://schemas.openxmlformats.org/officeDocument/2006/relationships/oleObject" Target="../embeddings/oleObject525.bin"/><Relationship Id="rId12" Type="http://schemas.openxmlformats.org/officeDocument/2006/relationships/image" Target="../media/image472.wmf"/><Relationship Id="rId17" Type="http://schemas.openxmlformats.org/officeDocument/2006/relationships/oleObject" Target="../embeddings/oleObject530.bin"/><Relationship Id="rId2" Type="http://schemas.openxmlformats.org/officeDocument/2006/relationships/slideLayout" Target="../slideLayouts/slideLayout2.xml"/><Relationship Id="rId16" Type="http://schemas.openxmlformats.org/officeDocument/2006/relationships/image" Target="../media/image474.wmf"/><Relationship Id="rId20" Type="http://schemas.openxmlformats.org/officeDocument/2006/relationships/image" Target="../media/image476.wmf"/><Relationship Id="rId1" Type="http://schemas.openxmlformats.org/officeDocument/2006/relationships/vmlDrawing" Target="../drawings/vmlDrawing82.vml"/><Relationship Id="rId6" Type="http://schemas.openxmlformats.org/officeDocument/2006/relationships/image" Target="../media/image469.wmf"/><Relationship Id="rId11" Type="http://schemas.openxmlformats.org/officeDocument/2006/relationships/oleObject" Target="../embeddings/oleObject527.bin"/><Relationship Id="rId5" Type="http://schemas.openxmlformats.org/officeDocument/2006/relationships/oleObject" Target="../embeddings/oleObject524.bin"/><Relationship Id="rId15" Type="http://schemas.openxmlformats.org/officeDocument/2006/relationships/oleObject" Target="../embeddings/oleObject529.bin"/><Relationship Id="rId10" Type="http://schemas.openxmlformats.org/officeDocument/2006/relationships/image" Target="../media/image471.wmf"/><Relationship Id="rId19" Type="http://schemas.openxmlformats.org/officeDocument/2006/relationships/oleObject" Target="../embeddings/oleObject531.bin"/><Relationship Id="rId4" Type="http://schemas.openxmlformats.org/officeDocument/2006/relationships/image" Target="../media/image468.wmf"/><Relationship Id="rId9" Type="http://schemas.openxmlformats.org/officeDocument/2006/relationships/oleObject" Target="../embeddings/oleObject526.bin"/><Relationship Id="rId14" Type="http://schemas.openxmlformats.org/officeDocument/2006/relationships/image" Target="../media/image473.wmf"/></Relationships>
</file>

<file path=ppt/slides/_rels/slide96.xml.rels><?xml version="1.0" encoding="UTF-8" standalone="yes"?>
<Relationships xmlns="http://schemas.openxmlformats.org/package/2006/relationships"><Relationship Id="rId8" Type="http://schemas.openxmlformats.org/officeDocument/2006/relationships/image" Target="../media/image479.wmf"/><Relationship Id="rId13" Type="http://schemas.openxmlformats.org/officeDocument/2006/relationships/oleObject" Target="../embeddings/oleObject537.bin"/><Relationship Id="rId3" Type="http://schemas.openxmlformats.org/officeDocument/2006/relationships/oleObject" Target="../embeddings/oleObject532.bin"/><Relationship Id="rId7" Type="http://schemas.openxmlformats.org/officeDocument/2006/relationships/oleObject" Target="../embeddings/oleObject534.bin"/><Relationship Id="rId12" Type="http://schemas.openxmlformats.org/officeDocument/2006/relationships/image" Target="../media/image481.wmf"/><Relationship Id="rId2" Type="http://schemas.openxmlformats.org/officeDocument/2006/relationships/slideLayout" Target="../slideLayouts/slideLayout2.xml"/><Relationship Id="rId16" Type="http://schemas.openxmlformats.org/officeDocument/2006/relationships/image" Target="../media/image483.wmf"/><Relationship Id="rId1" Type="http://schemas.openxmlformats.org/officeDocument/2006/relationships/vmlDrawing" Target="../drawings/vmlDrawing83.vml"/><Relationship Id="rId6" Type="http://schemas.openxmlformats.org/officeDocument/2006/relationships/image" Target="../media/image478.wmf"/><Relationship Id="rId11" Type="http://schemas.openxmlformats.org/officeDocument/2006/relationships/oleObject" Target="../embeddings/oleObject536.bin"/><Relationship Id="rId5" Type="http://schemas.openxmlformats.org/officeDocument/2006/relationships/oleObject" Target="../embeddings/oleObject533.bin"/><Relationship Id="rId15" Type="http://schemas.openxmlformats.org/officeDocument/2006/relationships/oleObject" Target="../embeddings/oleObject538.bin"/><Relationship Id="rId10" Type="http://schemas.openxmlformats.org/officeDocument/2006/relationships/image" Target="../media/image480.wmf"/><Relationship Id="rId4" Type="http://schemas.openxmlformats.org/officeDocument/2006/relationships/image" Target="../media/image477.wmf"/><Relationship Id="rId9" Type="http://schemas.openxmlformats.org/officeDocument/2006/relationships/oleObject" Target="../embeddings/oleObject535.bin"/><Relationship Id="rId14" Type="http://schemas.openxmlformats.org/officeDocument/2006/relationships/image" Target="../media/image482.wmf"/></Relationships>
</file>

<file path=ppt/slides/_rels/slide97.xml.rels><?xml version="1.0" encoding="UTF-8" standalone="yes"?>
<Relationships xmlns="http://schemas.openxmlformats.org/package/2006/relationships"><Relationship Id="rId8" Type="http://schemas.openxmlformats.org/officeDocument/2006/relationships/image" Target="../media/image486.wmf"/><Relationship Id="rId13" Type="http://schemas.openxmlformats.org/officeDocument/2006/relationships/oleObject" Target="../embeddings/oleObject544.bin"/><Relationship Id="rId3" Type="http://schemas.openxmlformats.org/officeDocument/2006/relationships/oleObject" Target="../embeddings/oleObject539.bin"/><Relationship Id="rId7" Type="http://schemas.openxmlformats.org/officeDocument/2006/relationships/oleObject" Target="../embeddings/oleObject541.bin"/><Relationship Id="rId12" Type="http://schemas.openxmlformats.org/officeDocument/2006/relationships/image" Target="../media/image488.wmf"/><Relationship Id="rId2" Type="http://schemas.openxmlformats.org/officeDocument/2006/relationships/slideLayout" Target="../slideLayouts/slideLayout2.xml"/><Relationship Id="rId16" Type="http://schemas.openxmlformats.org/officeDocument/2006/relationships/image" Target="../media/image490.wmf"/><Relationship Id="rId1" Type="http://schemas.openxmlformats.org/officeDocument/2006/relationships/vmlDrawing" Target="../drawings/vmlDrawing84.vml"/><Relationship Id="rId6" Type="http://schemas.openxmlformats.org/officeDocument/2006/relationships/image" Target="../media/image485.wmf"/><Relationship Id="rId11" Type="http://schemas.openxmlformats.org/officeDocument/2006/relationships/oleObject" Target="../embeddings/oleObject543.bin"/><Relationship Id="rId5" Type="http://schemas.openxmlformats.org/officeDocument/2006/relationships/oleObject" Target="../embeddings/oleObject540.bin"/><Relationship Id="rId15" Type="http://schemas.openxmlformats.org/officeDocument/2006/relationships/oleObject" Target="../embeddings/oleObject545.bin"/><Relationship Id="rId10" Type="http://schemas.openxmlformats.org/officeDocument/2006/relationships/image" Target="../media/image487.wmf"/><Relationship Id="rId4" Type="http://schemas.openxmlformats.org/officeDocument/2006/relationships/image" Target="../media/image484.wmf"/><Relationship Id="rId9" Type="http://schemas.openxmlformats.org/officeDocument/2006/relationships/oleObject" Target="../embeddings/oleObject542.bin"/><Relationship Id="rId14" Type="http://schemas.openxmlformats.org/officeDocument/2006/relationships/image" Target="../media/image489.wmf"/></Relationships>
</file>

<file path=ppt/slides/_rels/slide98.xml.rels><?xml version="1.0" encoding="UTF-8" standalone="yes"?>
<Relationships xmlns="http://schemas.openxmlformats.org/package/2006/relationships"><Relationship Id="rId8" Type="http://schemas.openxmlformats.org/officeDocument/2006/relationships/image" Target="../media/image493.wmf"/><Relationship Id="rId13" Type="http://schemas.openxmlformats.org/officeDocument/2006/relationships/oleObject" Target="../embeddings/oleObject551.bin"/><Relationship Id="rId18" Type="http://schemas.openxmlformats.org/officeDocument/2006/relationships/image" Target="../media/image498.wmf"/><Relationship Id="rId3" Type="http://schemas.openxmlformats.org/officeDocument/2006/relationships/oleObject" Target="../embeddings/oleObject546.bin"/><Relationship Id="rId7" Type="http://schemas.openxmlformats.org/officeDocument/2006/relationships/oleObject" Target="../embeddings/oleObject548.bin"/><Relationship Id="rId12" Type="http://schemas.openxmlformats.org/officeDocument/2006/relationships/image" Target="../media/image495.wmf"/><Relationship Id="rId17" Type="http://schemas.openxmlformats.org/officeDocument/2006/relationships/oleObject" Target="../embeddings/oleObject553.bin"/><Relationship Id="rId2" Type="http://schemas.openxmlformats.org/officeDocument/2006/relationships/slideLayout" Target="../slideLayouts/slideLayout2.xml"/><Relationship Id="rId16" Type="http://schemas.openxmlformats.org/officeDocument/2006/relationships/image" Target="../media/image497.wmf"/><Relationship Id="rId1" Type="http://schemas.openxmlformats.org/officeDocument/2006/relationships/vmlDrawing" Target="../drawings/vmlDrawing85.vml"/><Relationship Id="rId6" Type="http://schemas.openxmlformats.org/officeDocument/2006/relationships/image" Target="../media/image492.wmf"/><Relationship Id="rId11" Type="http://schemas.openxmlformats.org/officeDocument/2006/relationships/oleObject" Target="../embeddings/oleObject550.bin"/><Relationship Id="rId5" Type="http://schemas.openxmlformats.org/officeDocument/2006/relationships/oleObject" Target="../embeddings/oleObject547.bin"/><Relationship Id="rId15" Type="http://schemas.openxmlformats.org/officeDocument/2006/relationships/oleObject" Target="../embeddings/oleObject552.bin"/><Relationship Id="rId10" Type="http://schemas.openxmlformats.org/officeDocument/2006/relationships/image" Target="../media/image494.wmf"/><Relationship Id="rId4" Type="http://schemas.openxmlformats.org/officeDocument/2006/relationships/image" Target="../media/image491.wmf"/><Relationship Id="rId9" Type="http://schemas.openxmlformats.org/officeDocument/2006/relationships/oleObject" Target="../embeddings/oleObject549.bin"/><Relationship Id="rId14" Type="http://schemas.openxmlformats.org/officeDocument/2006/relationships/image" Target="../media/image496.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27513"/>
            <a:ext cx="9144000" cy="5143501"/>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ea typeface="微软雅黑" pitchFamily="34" charset="-122"/>
              </a:rPr>
              <a:t>       </a:t>
            </a:r>
            <a:endParaRPr lang="zh-CN" altLang="en-US" dirty="0">
              <a:ea typeface="微软雅黑" pitchFamily="34" charset="-122"/>
            </a:endParaRPr>
          </a:p>
        </p:txBody>
      </p:sp>
      <p:sp>
        <p:nvSpPr>
          <p:cNvPr id="32" name="矩形 31"/>
          <p:cNvSpPr/>
          <p:nvPr/>
        </p:nvSpPr>
        <p:spPr>
          <a:xfrm>
            <a:off x="3290451" y="1445011"/>
            <a:ext cx="2954655" cy="923330"/>
          </a:xfrm>
          <a:prstGeom prst="rect">
            <a:avLst/>
          </a:prstGeom>
          <a:noFill/>
        </p:spPr>
        <p:txBody>
          <a:bodyPr wrap="none" lIns="91440" tIns="45720" rIns="91440" bIns="45720">
            <a:spAutoFit/>
            <a:scene3d>
              <a:camera prst="orthographicFront">
                <a:rot lat="0" lon="0" rev="0"/>
              </a:camera>
              <a:lightRig rig="glow" dir="t">
                <a:rot lat="0" lon="0" rev="3600000"/>
              </a:lightRig>
            </a:scene3d>
            <a:sp3d prstMaterial="softEdge">
              <a:bevelT w="29210" h="16510"/>
              <a:contourClr>
                <a:schemeClr val="accent4">
                  <a:alpha val="95000"/>
                </a:schemeClr>
              </a:contourClr>
            </a:sp3d>
          </a:bodyPr>
          <a:lstStyle/>
          <a:p>
            <a:pPr algn="ctr"/>
            <a:r>
              <a:rPr lang="zh-CN" altLang="en-US" sz="5400" dirty="0">
                <a:ln>
                  <a:prstDash val="solid"/>
                </a:ln>
                <a:solidFill>
                  <a:schemeClr val="bg1"/>
                </a:solidFill>
                <a:latin typeface="+mj-ea"/>
                <a:ea typeface="+mj-ea"/>
              </a:rPr>
              <a:t>数值分析</a:t>
            </a:r>
          </a:p>
        </p:txBody>
      </p:sp>
      <p:sp>
        <p:nvSpPr>
          <p:cNvPr id="56" name="Rectangle 5"/>
          <p:cNvSpPr>
            <a:spLocks noChangeArrowheads="1"/>
          </p:cNvSpPr>
          <p:nvPr/>
        </p:nvSpPr>
        <p:spPr bwMode="auto">
          <a:xfrm>
            <a:off x="0" y="4595813"/>
            <a:ext cx="9144000" cy="30956"/>
          </a:xfrm>
          <a:prstGeom prst="rect">
            <a:avLst/>
          </a:prstGeom>
          <a:solidFill>
            <a:schemeClr val="bg1"/>
          </a:solidFill>
          <a:ln>
            <a:noFill/>
          </a:ln>
        </p:spPr>
        <p:txBody>
          <a:bodyPr lIns="68562" tIns="34281" rIns="68562" bIns="34281"/>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57" name="Oval 6"/>
          <p:cNvSpPr>
            <a:spLocks noChangeArrowheads="1"/>
          </p:cNvSpPr>
          <p:nvPr/>
        </p:nvSpPr>
        <p:spPr bwMode="auto">
          <a:xfrm>
            <a:off x="4376219" y="4407694"/>
            <a:ext cx="391562" cy="408385"/>
          </a:xfrm>
          <a:prstGeom prst="ellipse">
            <a:avLst/>
          </a:prstGeom>
          <a:solidFill>
            <a:schemeClr val="bg1"/>
          </a:solidFill>
          <a:ln>
            <a:noFill/>
          </a:ln>
        </p:spPr>
        <p:txBody>
          <a:bodyPr lIns="68562" tIns="34281" rIns="68562" bIns="34281"/>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endParaRPr lang="zh-CN" altLang="en-US"/>
          </a:p>
        </p:txBody>
      </p:sp>
      <p:sp>
        <p:nvSpPr>
          <p:cNvPr id="58" name="Freeform 7"/>
          <p:cNvSpPr>
            <a:spLocks noEditPoints="1"/>
          </p:cNvSpPr>
          <p:nvPr/>
        </p:nvSpPr>
        <p:spPr bwMode="auto">
          <a:xfrm>
            <a:off x="4477382" y="4444604"/>
            <a:ext cx="196377" cy="330994"/>
          </a:xfrm>
          <a:custGeom>
            <a:avLst/>
            <a:gdLst>
              <a:gd name="T0" fmla="*/ 346 w 346"/>
              <a:gd name="T1" fmla="*/ 284 h 555"/>
              <a:gd name="T2" fmla="*/ 346 w 346"/>
              <a:gd name="T3" fmla="*/ 183 h 555"/>
              <a:gd name="T4" fmla="*/ 300 w 346"/>
              <a:gd name="T5" fmla="*/ 183 h 555"/>
              <a:gd name="T6" fmla="*/ 300 w 346"/>
              <a:gd name="T7" fmla="*/ 284 h 555"/>
              <a:gd name="T8" fmla="*/ 176 w 346"/>
              <a:gd name="T9" fmla="*/ 408 h 555"/>
              <a:gd name="T10" fmla="*/ 173 w 346"/>
              <a:gd name="T11" fmla="*/ 408 h 555"/>
              <a:gd name="T12" fmla="*/ 173 w 346"/>
              <a:gd name="T13" fmla="*/ 408 h 555"/>
              <a:gd name="T14" fmla="*/ 172 w 346"/>
              <a:gd name="T15" fmla="*/ 408 h 555"/>
              <a:gd name="T16" fmla="*/ 170 w 346"/>
              <a:gd name="T17" fmla="*/ 408 h 555"/>
              <a:gd name="T18" fmla="*/ 46 w 346"/>
              <a:gd name="T19" fmla="*/ 284 h 555"/>
              <a:gd name="T20" fmla="*/ 46 w 346"/>
              <a:gd name="T21" fmla="*/ 183 h 555"/>
              <a:gd name="T22" fmla="*/ 0 w 346"/>
              <a:gd name="T23" fmla="*/ 183 h 555"/>
              <a:gd name="T24" fmla="*/ 0 w 346"/>
              <a:gd name="T25" fmla="*/ 284 h 555"/>
              <a:gd name="T26" fmla="*/ 146 w 346"/>
              <a:gd name="T27" fmla="*/ 452 h 555"/>
              <a:gd name="T28" fmla="*/ 146 w 346"/>
              <a:gd name="T29" fmla="*/ 526 h 555"/>
              <a:gd name="T30" fmla="*/ 42 w 346"/>
              <a:gd name="T31" fmla="*/ 555 h 555"/>
              <a:gd name="T32" fmla="*/ 304 w 346"/>
              <a:gd name="T33" fmla="*/ 555 h 555"/>
              <a:gd name="T34" fmla="*/ 200 w 346"/>
              <a:gd name="T35" fmla="*/ 525 h 555"/>
              <a:gd name="T36" fmla="*/ 200 w 346"/>
              <a:gd name="T37" fmla="*/ 453 h 555"/>
              <a:gd name="T38" fmla="*/ 346 w 346"/>
              <a:gd name="T39" fmla="*/ 284 h 555"/>
              <a:gd name="T40" fmla="*/ 171 w 346"/>
              <a:gd name="T41" fmla="*/ 365 h 555"/>
              <a:gd name="T42" fmla="*/ 173 w 346"/>
              <a:gd name="T43" fmla="*/ 365 h 555"/>
              <a:gd name="T44" fmla="*/ 174 w 346"/>
              <a:gd name="T45" fmla="*/ 365 h 555"/>
              <a:gd name="T46" fmla="*/ 257 w 346"/>
              <a:gd name="T47" fmla="*/ 282 h 555"/>
              <a:gd name="T48" fmla="*/ 257 w 346"/>
              <a:gd name="T49" fmla="*/ 83 h 555"/>
              <a:gd name="T50" fmla="*/ 174 w 346"/>
              <a:gd name="T51" fmla="*/ 0 h 555"/>
              <a:gd name="T52" fmla="*/ 173 w 346"/>
              <a:gd name="T53" fmla="*/ 0 h 555"/>
              <a:gd name="T54" fmla="*/ 171 w 346"/>
              <a:gd name="T55" fmla="*/ 0 h 555"/>
              <a:gd name="T56" fmla="*/ 89 w 346"/>
              <a:gd name="T57" fmla="*/ 83 h 555"/>
              <a:gd name="T58" fmla="*/ 89 w 346"/>
              <a:gd name="T59" fmla="*/ 282 h 555"/>
              <a:gd name="T60" fmla="*/ 171 w 346"/>
              <a:gd name="T61" fmla="*/ 365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46" h="555">
                <a:moveTo>
                  <a:pt x="346" y="284"/>
                </a:moveTo>
                <a:lnTo>
                  <a:pt x="346" y="183"/>
                </a:lnTo>
                <a:cubicBezTo>
                  <a:pt x="346" y="154"/>
                  <a:pt x="300" y="154"/>
                  <a:pt x="300" y="183"/>
                </a:cubicBezTo>
                <a:lnTo>
                  <a:pt x="300" y="284"/>
                </a:lnTo>
                <a:cubicBezTo>
                  <a:pt x="300" y="352"/>
                  <a:pt x="244" y="408"/>
                  <a:pt x="176" y="408"/>
                </a:cubicBezTo>
                <a:cubicBezTo>
                  <a:pt x="175" y="408"/>
                  <a:pt x="174" y="408"/>
                  <a:pt x="173" y="408"/>
                </a:cubicBezTo>
                <a:lnTo>
                  <a:pt x="172" y="408"/>
                </a:lnTo>
                <a:cubicBezTo>
                  <a:pt x="171" y="408"/>
                  <a:pt x="171" y="408"/>
                  <a:pt x="170" y="408"/>
                </a:cubicBezTo>
                <a:cubicBezTo>
                  <a:pt x="101" y="408"/>
                  <a:pt x="46" y="352"/>
                  <a:pt x="46" y="284"/>
                </a:cubicBezTo>
                <a:lnTo>
                  <a:pt x="46" y="183"/>
                </a:lnTo>
                <a:cubicBezTo>
                  <a:pt x="46" y="154"/>
                  <a:pt x="0" y="154"/>
                  <a:pt x="0" y="183"/>
                </a:cubicBezTo>
                <a:cubicBezTo>
                  <a:pt x="0" y="197"/>
                  <a:pt x="0" y="284"/>
                  <a:pt x="0" y="284"/>
                </a:cubicBezTo>
                <a:cubicBezTo>
                  <a:pt x="0" y="370"/>
                  <a:pt x="63" y="441"/>
                  <a:pt x="146" y="452"/>
                </a:cubicBezTo>
                <a:lnTo>
                  <a:pt x="146" y="526"/>
                </a:lnTo>
                <a:lnTo>
                  <a:pt x="42" y="555"/>
                </a:lnTo>
                <a:lnTo>
                  <a:pt x="304" y="555"/>
                </a:lnTo>
                <a:lnTo>
                  <a:pt x="200" y="525"/>
                </a:lnTo>
                <a:lnTo>
                  <a:pt x="200" y="453"/>
                </a:lnTo>
                <a:cubicBezTo>
                  <a:pt x="282" y="441"/>
                  <a:pt x="346" y="370"/>
                  <a:pt x="346" y="284"/>
                </a:cubicBezTo>
                <a:close/>
                <a:moveTo>
                  <a:pt x="171" y="365"/>
                </a:moveTo>
                <a:cubicBezTo>
                  <a:pt x="172" y="365"/>
                  <a:pt x="172" y="365"/>
                  <a:pt x="173" y="365"/>
                </a:cubicBezTo>
                <a:cubicBezTo>
                  <a:pt x="173" y="365"/>
                  <a:pt x="174" y="365"/>
                  <a:pt x="174" y="365"/>
                </a:cubicBezTo>
                <a:cubicBezTo>
                  <a:pt x="220" y="365"/>
                  <a:pt x="257" y="328"/>
                  <a:pt x="257" y="282"/>
                </a:cubicBezTo>
                <a:lnTo>
                  <a:pt x="257" y="83"/>
                </a:lnTo>
                <a:cubicBezTo>
                  <a:pt x="257" y="37"/>
                  <a:pt x="220" y="0"/>
                  <a:pt x="174" y="0"/>
                </a:cubicBezTo>
                <a:cubicBezTo>
                  <a:pt x="174" y="0"/>
                  <a:pt x="173" y="0"/>
                  <a:pt x="173" y="0"/>
                </a:cubicBezTo>
                <a:cubicBezTo>
                  <a:pt x="172" y="0"/>
                  <a:pt x="172" y="0"/>
                  <a:pt x="171" y="0"/>
                </a:cubicBezTo>
                <a:cubicBezTo>
                  <a:pt x="126" y="0"/>
                  <a:pt x="89" y="37"/>
                  <a:pt x="89" y="83"/>
                </a:cubicBezTo>
                <a:lnTo>
                  <a:pt x="89" y="282"/>
                </a:lnTo>
                <a:cubicBezTo>
                  <a:pt x="89" y="328"/>
                  <a:pt x="126" y="365"/>
                  <a:pt x="171" y="365"/>
                </a:cubicBezTo>
                <a:close/>
              </a:path>
            </a:pathLst>
          </a:custGeom>
          <a:solidFill>
            <a:srgbClr val="314865"/>
          </a:solidFill>
          <a:ln>
            <a:noFill/>
          </a:ln>
        </p:spPr>
        <p:txBody>
          <a:bodyPr lIns="68562" tIns="34281" rIns="68562" bIns="34281"/>
          <a:lstStyle/>
          <a:p>
            <a:endParaRPr lang="zh-CN" altLang="en-US"/>
          </a:p>
        </p:txBody>
      </p:sp>
      <p:sp>
        <p:nvSpPr>
          <p:cNvPr id="64" name="TextBox 35"/>
          <p:cNvSpPr txBox="1">
            <a:spLocks noChangeArrowheads="1"/>
          </p:cNvSpPr>
          <p:nvPr/>
        </p:nvSpPr>
        <p:spPr bwMode="auto">
          <a:xfrm>
            <a:off x="3035823" y="2467239"/>
            <a:ext cx="4113312" cy="71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1600" dirty="0" smtClean="0">
                <a:solidFill>
                  <a:schemeClr val="bg1"/>
                </a:solidFill>
                <a:latin typeface="微软雅黑" pitchFamily="34" charset="-122"/>
                <a:ea typeface="微软雅黑" pitchFamily="34" charset="-122"/>
              </a:rPr>
              <a:t>   </a:t>
            </a:r>
            <a:r>
              <a:rPr lang="zh-CN" altLang="en-US" sz="2800" dirty="0" smtClean="0">
                <a:solidFill>
                  <a:schemeClr val="bg1"/>
                </a:solidFill>
                <a:latin typeface="微软雅黑" pitchFamily="34" charset="-122"/>
                <a:ea typeface="微软雅黑" pitchFamily="34" charset="-122"/>
              </a:rPr>
              <a:t>   理学院     数学系</a:t>
            </a:r>
            <a:endParaRPr lang="en-US" altLang="zh-CN" sz="2800" dirty="0">
              <a:solidFill>
                <a:schemeClr val="bg1"/>
              </a:solidFill>
              <a:latin typeface="微软雅黑" pitchFamily="34" charset="-122"/>
              <a:ea typeface="微软雅黑" pitchFamily="34" charset="-122"/>
            </a:endParaRPr>
          </a:p>
        </p:txBody>
      </p:sp>
      <p:pic>
        <p:nvPicPr>
          <p:cNvPr id="6" name="图片 5"/>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16456" y="-246812"/>
            <a:ext cx="4153999" cy="1832041"/>
          </a:xfrm>
          <a:prstGeom prst="rect">
            <a:avLst/>
          </a:prstGeom>
        </p:spPr>
      </p:pic>
      <p:sp>
        <p:nvSpPr>
          <p:cNvPr id="3" name="文本框 2"/>
          <p:cNvSpPr txBox="1"/>
          <p:nvPr/>
        </p:nvSpPr>
        <p:spPr>
          <a:xfrm>
            <a:off x="7635240" y="4735093"/>
            <a:ext cx="1508760" cy="300082"/>
          </a:xfrm>
          <a:prstGeom prst="rect">
            <a:avLst/>
          </a:prstGeom>
          <a:noFill/>
        </p:spPr>
        <p:txBody>
          <a:bodyPr wrap="square" rtlCol="0">
            <a:spAutoFit/>
          </a:bodyPr>
          <a:lstStyle/>
          <a:p>
            <a:r>
              <a:rPr lang="en-US" altLang="zh-CN" dirty="0" smtClean="0">
                <a:solidFill>
                  <a:schemeClr val="bg1"/>
                </a:solidFill>
              </a:rPr>
              <a:t>2017</a:t>
            </a:r>
            <a:r>
              <a:rPr lang="zh-CN" altLang="en-US" dirty="0" smtClean="0">
                <a:solidFill>
                  <a:schemeClr val="bg1"/>
                </a:solidFill>
              </a:rPr>
              <a:t>年</a:t>
            </a:r>
            <a:r>
              <a:rPr lang="en-US" altLang="zh-CN" dirty="0" smtClean="0">
                <a:solidFill>
                  <a:schemeClr val="bg1"/>
                </a:solidFill>
              </a:rPr>
              <a:t>12</a:t>
            </a:r>
            <a:r>
              <a:rPr lang="zh-CN" altLang="en-US" dirty="0" smtClean="0">
                <a:solidFill>
                  <a:schemeClr val="bg1"/>
                </a:solidFill>
              </a:rPr>
              <a:t>月</a:t>
            </a:r>
            <a:r>
              <a:rPr lang="en-US" altLang="zh-CN" dirty="0" smtClean="0">
                <a:solidFill>
                  <a:schemeClr val="bg1"/>
                </a:solidFill>
              </a:rPr>
              <a:t>13</a:t>
            </a:r>
            <a:r>
              <a:rPr lang="zh-CN" altLang="en-US" dirty="0" smtClean="0">
                <a:solidFill>
                  <a:schemeClr val="bg1"/>
                </a:solidFill>
              </a:rPr>
              <a:t>日</a:t>
            </a:r>
            <a:endParaRPr lang="zh-CN" altLang="en-US" dirty="0">
              <a:solidFill>
                <a:schemeClr val="bg1"/>
              </a:solidFill>
            </a:endParaRPr>
          </a:p>
        </p:txBody>
      </p:sp>
      <p:sp>
        <p:nvSpPr>
          <p:cNvPr id="16" name="TextBox 35"/>
          <p:cNvSpPr txBox="1">
            <a:spLocks noChangeArrowheads="1"/>
          </p:cNvSpPr>
          <p:nvPr/>
        </p:nvSpPr>
        <p:spPr bwMode="auto">
          <a:xfrm>
            <a:off x="3105377" y="3354631"/>
            <a:ext cx="3553428" cy="71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68562" tIns="34281" rIns="68562" bIns="34281">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eaLnBrk="1" hangingPunct="1">
              <a:lnSpc>
                <a:spcPct val="150000"/>
              </a:lnSpc>
            </a:pPr>
            <a:r>
              <a:rPr lang="zh-CN" altLang="en-US" sz="1600" dirty="0" smtClean="0">
                <a:solidFill>
                  <a:schemeClr val="bg1"/>
                </a:solidFill>
                <a:latin typeface="微软雅黑" pitchFamily="34" charset="-122"/>
                <a:ea typeface="微软雅黑" pitchFamily="34" charset="-122"/>
              </a:rPr>
              <a:t>   </a:t>
            </a:r>
            <a:r>
              <a:rPr lang="zh-CN" altLang="en-US" sz="2800" dirty="0" smtClean="0">
                <a:solidFill>
                  <a:schemeClr val="bg1"/>
                </a:solidFill>
                <a:latin typeface="微软雅黑" pitchFamily="34" charset="-122"/>
                <a:ea typeface="微软雅黑" pitchFamily="34" charset="-122"/>
              </a:rPr>
              <a:t>   计算数学教研室</a:t>
            </a:r>
            <a:endParaRPr lang="en-US" altLang="zh-CN" sz="2800" dirty="0">
              <a:solidFill>
                <a:schemeClr val="bg1"/>
              </a:solidFill>
              <a:latin typeface="微软雅黑" pitchFamily="34" charset="-122"/>
              <a:ea typeface="微软雅黑" pitchFamily="34" charset="-122"/>
            </a:endParaRPr>
          </a:p>
        </p:txBody>
      </p:sp>
    </p:spTree>
    <p:extLst>
      <p:ext uri="{BB962C8B-B14F-4D97-AF65-F5344CB8AC3E}">
        <p14:creationId xmlns:p14="http://schemas.microsoft.com/office/powerpoint/2010/main" val="3755260520"/>
      </p:ext>
    </p:extLst>
  </p:cSld>
  <p:clrMapOvr>
    <a:masterClrMapping/>
  </p:clrMapOvr>
  <mc:AlternateContent xmlns:mc="http://schemas.openxmlformats.org/markup-compatibility/2006" xmlns:p14="http://schemas.microsoft.com/office/powerpoint/2010/main">
    <mc:Choice Requires="p14">
      <p:transition spd="slow" p14:dur="4000" advTm="454">
        <p14:vortex dir="r"/>
      </p:transition>
    </mc:Choice>
    <mc:Fallback xmlns="">
      <p:transition spd="slow" advTm="454">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2"/>
          <p:cNvSpPr>
            <a:spLocks noChangeArrowheads="1"/>
          </p:cNvSpPr>
          <p:nvPr/>
        </p:nvSpPr>
        <p:spPr bwMode="auto">
          <a:xfrm>
            <a:off x="8247686" y="1357880"/>
            <a:ext cx="900230" cy="2094131"/>
          </a:xfrm>
          <a:prstGeom prst="rect">
            <a:avLst/>
          </a:prstGeom>
          <a:solidFill>
            <a:schemeClr val="accent2">
              <a:lumMod val="50000"/>
            </a:schemeClr>
          </a:solidFill>
          <a:ln>
            <a:noFill/>
          </a:ln>
          <a:extLst/>
        </p:spPr>
        <p:txBody>
          <a:bodyPr vert="horz" wrap="square" lIns="81614" tIns="40807" rIns="81614" bIns="40807" numCol="1" anchor="t" anchorCtr="0" compatLnSpc="1">
            <a:prstTxWarp prst="textNoShape">
              <a:avLst/>
            </a:prstTxWarp>
          </a:bodyPr>
          <a:lstStyle/>
          <a:p>
            <a:endParaRPr lang="zh-CN" altLang="en-US"/>
          </a:p>
        </p:txBody>
      </p:sp>
      <p:sp>
        <p:nvSpPr>
          <p:cNvPr id="21" name="Freeform 13"/>
          <p:cNvSpPr>
            <a:spLocks/>
          </p:cNvSpPr>
          <p:nvPr/>
        </p:nvSpPr>
        <p:spPr bwMode="auto">
          <a:xfrm>
            <a:off x="0" y="1357881"/>
            <a:ext cx="1461752" cy="2094131"/>
          </a:xfrm>
          <a:custGeom>
            <a:avLst/>
            <a:gdLst>
              <a:gd name="T0" fmla="*/ 2055 w 2055"/>
              <a:gd name="T1" fmla="*/ 3548 h 3548"/>
              <a:gd name="T2" fmla="*/ 0 w 2055"/>
              <a:gd name="T3" fmla="*/ 3548 h 3548"/>
              <a:gd name="T4" fmla="*/ 0 w 2055"/>
              <a:gd name="T5" fmla="*/ 0 h 3548"/>
              <a:gd name="T6" fmla="*/ 2055 w 2055"/>
              <a:gd name="T7" fmla="*/ 0 h 3548"/>
              <a:gd name="T8" fmla="*/ 959 w 2055"/>
              <a:gd name="T9" fmla="*/ 1774 h 3548"/>
              <a:gd name="T10" fmla="*/ 2055 w 2055"/>
              <a:gd name="T11" fmla="*/ 3548 h 3548"/>
            </a:gdLst>
            <a:ahLst/>
            <a:cxnLst>
              <a:cxn ang="0">
                <a:pos x="T0" y="T1"/>
              </a:cxn>
              <a:cxn ang="0">
                <a:pos x="T2" y="T3"/>
              </a:cxn>
              <a:cxn ang="0">
                <a:pos x="T4" y="T5"/>
              </a:cxn>
              <a:cxn ang="0">
                <a:pos x="T6" y="T7"/>
              </a:cxn>
              <a:cxn ang="0">
                <a:pos x="T8" y="T9"/>
              </a:cxn>
              <a:cxn ang="0">
                <a:pos x="T10" y="T11"/>
              </a:cxn>
            </a:cxnLst>
            <a:rect l="0" t="0" r="r" b="b"/>
            <a:pathLst>
              <a:path w="2055" h="3548">
                <a:moveTo>
                  <a:pt x="2055" y="3548"/>
                </a:moveTo>
                <a:lnTo>
                  <a:pt x="0" y="3548"/>
                </a:lnTo>
                <a:lnTo>
                  <a:pt x="0" y="0"/>
                </a:lnTo>
                <a:lnTo>
                  <a:pt x="2055" y="0"/>
                </a:lnTo>
                <a:cubicBezTo>
                  <a:pt x="1407" y="317"/>
                  <a:pt x="959" y="992"/>
                  <a:pt x="959" y="1774"/>
                </a:cubicBezTo>
                <a:cubicBezTo>
                  <a:pt x="959" y="2555"/>
                  <a:pt x="1407" y="3231"/>
                  <a:pt x="2055" y="3548"/>
                </a:cubicBezTo>
                <a:close/>
              </a:path>
            </a:pathLst>
          </a:custGeom>
          <a:solidFill>
            <a:schemeClr val="accent2">
              <a:lumMod val="50000"/>
            </a:schemeClr>
          </a:solidFill>
          <a:ln>
            <a:noFill/>
          </a:ln>
          <a:extLst/>
        </p:spPr>
        <p:txBody>
          <a:bodyPr vert="horz" wrap="square" lIns="81614" tIns="40807" rIns="81614" bIns="40807" numCol="1" anchor="t" anchorCtr="0" compatLnSpc="1">
            <a:prstTxWarp prst="textNoShape">
              <a:avLst/>
            </a:prstTxWarp>
          </a:bodyPr>
          <a:lstStyle/>
          <a:p>
            <a:endParaRPr lang="zh-CN" altLang="en-US"/>
          </a:p>
        </p:txBody>
      </p:sp>
      <p:sp>
        <p:nvSpPr>
          <p:cNvPr id="28" name="Freeform 19"/>
          <p:cNvSpPr>
            <a:spLocks/>
          </p:cNvSpPr>
          <p:nvPr/>
        </p:nvSpPr>
        <p:spPr bwMode="auto">
          <a:xfrm>
            <a:off x="2538945" y="-318655"/>
            <a:ext cx="1029373" cy="5188527"/>
          </a:xfrm>
          <a:custGeom>
            <a:avLst/>
            <a:gdLst>
              <a:gd name="T0" fmla="*/ 0 w 1703"/>
              <a:gd name="T1" fmla="*/ 0 h 9079"/>
              <a:gd name="T2" fmla="*/ 1703 w 1703"/>
              <a:gd name="T3" fmla="*/ 4539 h 9079"/>
              <a:gd name="T4" fmla="*/ 0 w 1703"/>
              <a:gd name="T5" fmla="*/ 9079 h 9079"/>
            </a:gdLst>
            <a:ahLst/>
            <a:cxnLst>
              <a:cxn ang="0">
                <a:pos x="T0" y="T1"/>
              </a:cxn>
              <a:cxn ang="0">
                <a:pos x="T2" y="T3"/>
              </a:cxn>
              <a:cxn ang="0">
                <a:pos x="T4" y="T5"/>
              </a:cxn>
            </a:cxnLst>
            <a:rect l="0" t="0" r="r" b="b"/>
            <a:pathLst>
              <a:path w="1703" h="9079">
                <a:moveTo>
                  <a:pt x="0" y="0"/>
                </a:moveTo>
                <a:cubicBezTo>
                  <a:pt x="1060" y="1213"/>
                  <a:pt x="1703" y="2801"/>
                  <a:pt x="1703" y="4539"/>
                </a:cubicBezTo>
                <a:cubicBezTo>
                  <a:pt x="1703" y="6277"/>
                  <a:pt x="1060" y="7865"/>
                  <a:pt x="0" y="9079"/>
                </a:cubicBezTo>
              </a:path>
            </a:pathLst>
          </a:custGeom>
          <a:noFill/>
          <a:ln w="8" cap="flat">
            <a:solidFill>
              <a:srgbClr val="2E2C2C"/>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81614" tIns="40807" rIns="81614" bIns="40807" numCol="1" anchor="t" anchorCtr="0" compatLnSpc="1">
            <a:prstTxWarp prst="textNoShape">
              <a:avLst/>
            </a:prstTxWarp>
          </a:bodyPr>
          <a:lstStyle/>
          <a:p>
            <a:endParaRPr lang="zh-CN" altLang="en-US"/>
          </a:p>
        </p:txBody>
      </p:sp>
      <p:sp>
        <p:nvSpPr>
          <p:cNvPr id="25" name="TextBox 24"/>
          <p:cNvSpPr txBox="1"/>
          <p:nvPr/>
        </p:nvSpPr>
        <p:spPr>
          <a:xfrm>
            <a:off x="3773274" y="866075"/>
            <a:ext cx="4292828" cy="328632"/>
          </a:xfrm>
          <a:prstGeom prst="rect">
            <a:avLst/>
          </a:prstGeom>
          <a:noFill/>
        </p:spPr>
        <p:txBody>
          <a:bodyPr wrap="square" lIns="81614" tIns="40807" rIns="81614" bIns="40807" rtlCol="0">
            <a:spAutoFit/>
          </a:bodyPr>
          <a:lstStyle/>
          <a:p>
            <a:r>
              <a:rPr lang="zh-CN" altLang="en-US" sz="1600" dirty="0" smtClean="0">
                <a:solidFill>
                  <a:schemeClr val="accent2">
                    <a:lumMod val="50000"/>
                  </a:schemeClr>
                </a:solidFill>
                <a:latin typeface="+mj-ea"/>
                <a:ea typeface="+mj-ea"/>
              </a:rPr>
              <a:t>第二章  解线性方程组的直接方法</a:t>
            </a:r>
            <a:endParaRPr lang="zh-CN" altLang="en-US" sz="1600" dirty="0">
              <a:solidFill>
                <a:schemeClr val="accent2">
                  <a:lumMod val="50000"/>
                </a:schemeClr>
              </a:solidFill>
              <a:latin typeface="+mj-ea"/>
              <a:ea typeface="+mj-ea"/>
            </a:endParaRPr>
          </a:p>
        </p:txBody>
      </p:sp>
      <p:sp>
        <p:nvSpPr>
          <p:cNvPr id="22" name="Oval 14"/>
          <p:cNvSpPr>
            <a:spLocks noChangeArrowheads="1"/>
          </p:cNvSpPr>
          <p:nvPr/>
        </p:nvSpPr>
        <p:spPr bwMode="auto">
          <a:xfrm>
            <a:off x="943185" y="1496279"/>
            <a:ext cx="1853878" cy="1812622"/>
          </a:xfrm>
          <a:prstGeom prst="ellipse">
            <a:avLst/>
          </a:prstGeom>
          <a:solidFill>
            <a:schemeClr val="accent2">
              <a:lumMod val="50000"/>
            </a:schemeClr>
          </a:solidFill>
          <a:ln>
            <a:noFill/>
          </a:ln>
          <a:extLst/>
        </p:spPr>
        <p:txBody>
          <a:bodyPr vert="horz" wrap="square" lIns="81614" tIns="40807" rIns="81614" bIns="40807" numCol="1" anchor="t" anchorCtr="0" compatLnSpc="1">
            <a:prstTxWarp prst="textNoShape">
              <a:avLst/>
            </a:prstTxWarp>
          </a:bodyPr>
          <a:lstStyle/>
          <a:p>
            <a:endParaRPr lang="zh-CN" altLang="en-US"/>
          </a:p>
        </p:txBody>
      </p:sp>
      <p:sp>
        <p:nvSpPr>
          <p:cNvPr id="23" name="Freeform 15"/>
          <p:cNvSpPr>
            <a:spLocks noEditPoints="1"/>
          </p:cNvSpPr>
          <p:nvPr/>
        </p:nvSpPr>
        <p:spPr bwMode="auto">
          <a:xfrm>
            <a:off x="1375799" y="1717803"/>
            <a:ext cx="976939" cy="872172"/>
          </a:xfrm>
          <a:custGeom>
            <a:avLst/>
            <a:gdLst>
              <a:gd name="T0" fmla="*/ 1051 w 1910"/>
              <a:gd name="T1" fmla="*/ 1550 h 1774"/>
              <a:gd name="T2" fmla="*/ 788 w 1910"/>
              <a:gd name="T3" fmla="*/ 1668 h 1774"/>
              <a:gd name="T4" fmla="*/ 535 w 1910"/>
              <a:gd name="T5" fmla="*/ 59 h 1774"/>
              <a:gd name="T6" fmla="*/ 591 w 1910"/>
              <a:gd name="T7" fmla="*/ 95 h 1774"/>
              <a:gd name="T8" fmla="*/ 963 w 1910"/>
              <a:gd name="T9" fmla="*/ 4 h 1774"/>
              <a:gd name="T10" fmla="*/ 477 w 1910"/>
              <a:gd name="T11" fmla="*/ 72 h 1774"/>
              <a:gd name="T12" fmla="*/ 582 w 1910"/>
              <a:gd name="T13" fmla="*/ 175 h 1774"/>
              <a:gd name="T14" fmla="*/ 560 w 1910"/>
              <a:gd name="T15" fmla="*/ 959 h 1774"/>
              <a:gd name="T16" fmla="*/ 454 w 1910"/>
              <a:gd name="T17" fmla="*/ 856 h 1774"/>
              <a:gd name="T18" fmla="*/ 477 w 1910"/>
              <a:gd name="T19" fmla="*/ 72 h 1774"/>
              <a:gd name="T20" fmla="*/ 869 w 1910"/>
              <a:gd name="T21" fmla="*/ 340 h 1774"/>
              <a:gd name="T22" fmla="*/ 1316 w 1910"/>
              <a:gd name="T23" fmla="*/ 289 h 1774"/>
              <a:gd name="T24" fmla="*/ 820 w 1910"/>
              <a:gd name="T25" fmla="*/ 308 h 1774"/>
              <a:gd name="T26" fmla="*/ 845 w 1910"/>
              <a:gd name="T27" fmla="*/ 375 h 1774"/>
              <a:gd name="T28" fmla="*/ 867 w 1910"/>
              <a:gd name="T29" fmla="*/ 1187 h 1774"/>
              <a:gd name="T30" fmla="*/ 762 w 1910"/>
              <a:gd name="T31" fmla="*/ 1155 h 1774"/>
              <a:gd name="T32" fmla="*/ 740 w 1910"/>
              <a:gd name="T33" fmla="*/ 343 h 1774"/>
              <a:gd name="T34" fmla="*/ 908 w 1910"/>
              <a:gd name="T35" fmla="*/ 408 h 1774"/>
              <a:gd name="T36" fmla="*/ 1440 w 1910"/>
              <a:gd name="T37" fmla="*/ 408 h 1774"/>
              <a:gd name="T38" fmla="*/ 1368 w 1910"/>
              <a:gd name="T39" fmla="*/ 1142 h 1774"/>
              <a:gd name="T40" fmla="*/ 908 w 1910"/>
              <a:gd name="T41" fmla="*/ 408 h 1774"/>
              <a:gd name="T42" fmla="*/ 1356 w 1910"/>
              <a:gd name="T43" fmla="*/ 469 h 1774"/>
              <a:gd name="T44" fmla="*/ 996 w 1910"/>
              <a:gd name="T45" fmla="*/ 677 h 1774"/>
              <a:gd name="T46" fmla="*/ 622 w 1910"/>
              <a:gd name="T47" fmla="*/ 158 h 1774"/>
              <a:gd name="T48" fmla="*/ 1155 w 1910"/>
              <a:gd name="T49" fmla="*/ 158 h 1774"/>
              <a:gd name="T50" fmla="*/ 719 w 1910"/>
              <a:gd name="T51" fmla="*/ 233 h 1774"/>
              <a:gd name="T52" fmla="*/ 677 w 1910"/>
              <a:gd name="T53" fmla="*/ 944 h 1774"/>
              <a:gd name="T54" fmla="*/ 622 w 1910"/>
              <a:gd name="T55" fmla="*/ 158 h 1774"/>
              <a:gd name="T56" fmla="*/ 378 w 1910"/>
              <a:gd name="T57" fmla="*/ 530 h 1774"/>
              <a:gd name="T58" fmla="*/ 293 w 1910"/>
              <a:gd name="T59" fmla="*/ 381 h 1774"/>
              <a:gd name="T60" fmla="*/ 152 w 1910"/>
              <a:gd name="T61" fmla="*/ 1314 h 1774"/>
              <a:gd name="T62" fmla="*/ 254 w 1910"/>
              <a:gd name="T63" fmla="*/ 1450 h 1774"/>
              <a:gd name="T64" fmla="*/ 0 w 1910"/>
              <a:gd name="T65" fmla="*/ 1774 h 1774"/>
              <a:gd name="T66" fmla="*/ 1910 w 1910"/>
              <a:gd name="T67" fmla="*/ 1651 h 1774"/>
              <a:gd name="T68" fmla="*/ 1748 w 1910"/>
              <a:gd name="T69" fmla="*/ 1314 h 1774"/>
              <a:gd name="T70" fmla="*/ 1607 w 1910"/>
              <a:gd name="T71" fmla="*/ 381 h 1774"/>
              <a:gd name="T72" fmla="*/ 1523 w 1910"/>
              <a:gd name="T73" fmla="*/ 530 h 1774"/>
              <a:gd name="T74" fmla="*/ 1614 w 1910"/>
              <a:gd name="T75" fmla="*/ 1336 h 1774"/>
              <a:gd name="T76" fmla="*/ 286 w 1910"/>
              <a:gd name="T77" fmla="*/ 530 h 1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910" h="1774">
                <a:moveTo>
                  <a:pt x="848" y="1550"/>
                </a:moveTo>
                <a:lnTo>
                  <a:pt x="1051" y="1550"/>
                </a:lnTo>
                <a:lnTo>
                  <a:pt x="1122" y="1668"/>
                </a:lnTo>
                <a:lnTo>
                  <a:pt x="788" y="1668"/>
                </a:lnTo>
                <a:lnTo>
                  <a:pt x="848" y="1550"/>
                </a:lnTo>
                <a:close/>
                <a:moveTo>
                  <a:pt x="535" y="59"/>
                </a:moveTo>
                <a:lnTo>
                  <a:pt x="584" y="90"/>
                </a:lnTo>
                <a:cubicBezTo>
                  <a:pt x="587" y="92"/>
                  <a:pt x="589" y="93"/>
                  <a:pt x="591" y="95"/>
                </a:cubicBezTo>
                <a:lnTo>
                  <a:pt x="1031" y="39"/>
                </a:lnTo>
                <a:cubicBezTo>
                  <a:pt x="1020" y="15"/>
                  <a:pt x="994" y="0"/>
                  <a:pt x="963" y="4"/>
                </a:cubicBezTo>
                <a:lnTo>
                  <a:pt x="535" y="59"/>
                </a:lnTo>
                <a:close/>
                <a:moveTo>
                  <a:pt x="477" y="72"/>
                </a:moveTo>
                <a:lnTo>
                  <a:pt x="560" y="125"/>
                </a:lnTo>
                <a:cubicBezTo>
                  <a:pt x="572" y="133"/>
                  <a:pt x="582" y="155"/>
                  <a:pt x="582" y="175"/>
                </a:cubicBezTo>
                <a:lnTo>
                  <a:pt x="582" y="937"/>
                </a:lnTo>
                <a:cubicBezTo>
                  <a:pt x="582" y="957"/>
                  <a:pt x="572" y="966"/>
                  <a:pt x="560" y="959"/>
                </a:cubicBezTo>
                <a:lnTo>
                  <a:pt x="477" y="906"/>
                </a:lnTo>
                <a:cubicBezTo>
                  <a:pt x="464" y="898"/>
                  <a:pt x="454" y="875"/>
                  <a:pt x="454" y="856"/>
                </a:cubicBezTo>
                <a:lnTo>
                  <a:pt x="454" y="93"/>
                </a:lnTo>
                <a:cubicBezTo>
                  <a:pt x="454" y="74"/>
                  <a:pt x="464" y="64"/>
                  <a:pt x="477" y="72"/>
                </a:cubicBezTo>
                <a:close/>
                <a:moveTo>
                  <a:pt x="820" y="308"/>
                </a:moveTo>
                <a:lnTo>
                  <a:pt x="869" y="340"/>
                </a:lnTo>
                <a:cubicBezTo>
                  <a:pt x="872" y="341"/>
                  <a:pt x="874" y="343"/>
                  <a:pt x="877" y="345"/>
                </a:cubicBezTo>
                <a:lnTo>
                  <a:pt x="1316" y="289"/>
                </a:lnTo>
                <a:cubicBezTo>
                  <a:pt x="1305" y="264"/>
                  <a:pt x="1279" y="250"/>
                  <a:pt x="1249" y="253"/>
                </a:cubicBezTo>
                <a:lnTo>
                  <a:pt x="820" y="308"/>
                </a:lnTo>
                <a:close/>
                <a:moveTo>
                  <a:pt x="762" y="322"/>
                </a:moveTo>
                <a:lnTo>
                  <a:pt x="845" y="375"/>
                </a:lnTo>
                <a:cubicBezTo>
                  <a:pt x="857" y="382"/>
                  <a:pt x="867" y="405"/>
                  <a:pt x="867" y="424"/>
                </a:cubicBezTo>
                <a:lnTo>
                  <a:pt x="867" y="1187"/>
                </a:lnTo>
                <a:cubicBezTo>
                  <a:pt x="867" y="1206"/>
                  <a:pt x="857" y="1216"/>
                  <a:pt x="845" y="1208"/>
                </a:cubicBezTo>
                <a:lnTo>
                  <a:pt x="762" y="1155"/>
                </a:lnTo>
                <a:cubicBezTo>
                  <a:pt x="750" y="1147"/>
                  <a:pt x="740" y="1125"/>
                  <a:pt x="740" y="1105"/>
                </a:cubicBezTo>
                <a:lnTo>
                  <a:pt x="740" y="343"/>
                </a:lnTo>
                <a:cubicBezTo>
                  <a:pt x="740" y="323"/>
                  <a:pt x="750" y="314"/>
                  <a:pt x="762" y="322"/>
                </a:cubicBezTo>
                <a:close/>
                <a:moveTo>
                  <a:pt x="908" y="408"/>
                </a:moveTo>
                <a:lnTo>
                  <a:pt x="1368" y="349"/>
                </a:lnTo>
                <a:cubicBezTo>
                  <a:pt x="1407" y="344"/>
                  <a:pt x="1440" y="370"/>
                  <a:pt x="1440" y="408"/>
                </a:cubicBezTo>
                <a:lnTo>
                  <a:pt x="1440" y="1064"/>
                </a:lnTo>
                <a:cubicBezTo>
                  <a:pt x="1440" y="1102"/>
                  <a:pt x="1407" y="1137"/>
                  <a:pt x="1368" y="1142"/>
                </a:cubicBezTo>
                <a:lnTo>
                  <a:pt x="908" y="1201"/>
                </a:lnTo>
                <a:lnTo>
                  <a:pt x="908" y="408"/>
                </a:lnTo>
                <a:close/>
                <a:moveTo>
                  <a:pt x="996" y="515"/>
                </a:moveTo>
                <a:lnTo>
                  <a:pt x="1356" y="469"/>
                </a:lnTo>
                <a:lnTo>
                  <a:pt x="1356" y="631"/>
                </a:lnTo>
                <a:lnTo>
                  <a:pt x="996" y="677"/>
                </a:lnTo>
                <a:lnTo>
                  <a:pt x="996" y="515"/>
                </a:lnTo>
                <a:close/>
                <a:moveTo>
                  <a:pt x="622" y="158"/>
                </a:moveTo>
                <a:lnTo>
                  <a:pt x="1082" y="99"/>
                </a:lnTo>
                <a:cubicBezTo>
                  <a:pt x="1122" y="94"/>
                  <a:pt x="1155" y="121"/>
                  <a:pt x="1155" y="158"/>
                </a:cubicBezTo>
                <a:lnTo>
                  <a:pt x="1155" y="177"/>
                </a:lnTo>
                <a:lnTo>
                  <a:pt x="719" y="233"/>
                </a:lnTo>
                <a:cubicBezTo>
                  <a:pt x="688" y="242"/>
                  <a:pt x="676" y="262"/>
                  <a:pt x="677" y="303"/>
                </a:cubicBezTo>
                <a:lnTo>
                  <a:pt x="677" y="944"/>
                </a:lnTo>
                <a:lnTo>
                  <a:pt x="622" y="951"/>
                </a:lnTo>
                <a:lnTo>
                  <a:pt x="622" y="158"/>
                </a:lnTo>
                <a:close/>
                <a:moveTo>
                  <a:pt x="286" y="530"/>
                </a:moveTo>
                <a:lnTo>
                  <a:pt x="378" y="530"/>
                </a:lnTo>
                <a:lnTo>
                  <a:pt x="378" y="381"/>
                </a:lnTo>
                <a:lnTo>
                  <a:pt x="293" y="381"/>
                </a:lnTo>
                <a:cubicBezTo>
                  <a:pt x="215" y="381"/>
                  <a:pt x="152" y="445"/>
                  <a:pt x="152" y="523"/>
                </a:cubicBezTo>
                <a:lnTo>
                  <a:pt x="152" y="1314"/>
                </a:lnTo>
                <a:cubicBezTo>
                  <a:pt x="152" y="1378"/>
                  <a:pt x="195" y="1433"/>
                  <a:pt x="254" y="1450"/>
                </a:cubicBezTo>
                <a:lnTo>
                  <a:pt x="254" y="1450"/>
                </a:lnTo>
                <a:lnTo>
                  <a:pt x="0" y="1651"/>
                </a:lnTo>
                <a:lnTo>
                  <a:pt x="0" y="1774"/>
                </a:lnTo>
                <a:lnTo>
                  <a:pt x="1910" y="1774"/>
                </a:lnTo>
                <a:lnTo>
                  <a:pt x="1910" y="1651"/>
                </a:lnTo>
                <a:lnTo>
                  <a:pt x="1638" y="1452"/>
                </a:lnTo>
                <a:cubicBezTo>
                  <a:pt x="1701" y="1438"/>
                  <a:pt x="1748" y="1381"/>
                  <a:pt x="1748" y="1314"/>
                </a:cubicBezTo>
                <a:lnTo>
                  <a:pt x="1748" y="523"/>
                </a:lnTo>
                <a:cubicBezTo>
                  <a:pt x="1748" y="445"/>
                  <a:pt x="1685" y="381"/>
                  <a:pt x="1607" y="381"/>
                </a:cubicBezTo>
                <a:lnTo>
                  <a:pt x="1523" y="381"/>
                </a:lnTo>
                <a:lnTo>
                  <a:pt x="1523" y="530"/>
                </a:lnTo>
                <a:lnTo>
                  <a:pt x="1614" y="530"/>
                </a:lnTo>
                <a:lnTo>
                  <a:pt x="1614" y="1336"/>
                </a:lnTo>
                <a:lnTo>
                  <a:pt x="286" y="1336"/>
                </a:lnTo>
                <a:lnTo>
                  <a:pt x="286" y="53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1614" tIns="40807" rIns="81614" bIns="40807" numCol="1" anchor="t" anchorCtr="0" compatLnSpc="1">
            <a:prstTxWarp prst="textNoShape">
              <a:avLst/>
            </a:prstTxWarp>
          </a:bodyPr>
          <a:lstStyle/>
          <a:p>
            <a:endParaRPr lang="zh-CN" altLang="en-US"/>
          </a:p>
        </p:txBody>
      </p:sp>
      <p:sp>
        <p:nvSpPr>
          <p:cNvPr id="38" name="TextBox 37"/>
          <p:cNvSpPr txBox="1"/>
          <p:nvPr/>
        </p:nvSpPr>
        <p:spPr>
          <a:xfrm>
            <a:off x="1360465" y="2614951"/>
            <a:ext cx="913633" cy="405576"/>
          </a:xfrm>
          <a:prstGeom prst="rect">
            <a:avLst/>
          </a:prstGeom>
          <a:noFill/>
        </p:spPr>
        <p:txBody>
          <a:bodyPr wrap="square" lIns="81614" tIns="40807" rIns="81614" bIns="40807" rtlCol="0">
            <a:spAutoFit/>
          </a:bodyPr>
          <a:lstStyle/>
          <a:p>
            <a:pPr algn="dist"/>
            <a:r>
              <a:rPr lang="zh-CN" altLang="en-US" sz="2100" b="1" dirty="0" smtClean="0">
                <a:solidFill>
                  <a:srgbClr val="F8F8F8"/>
                </a:solidFill>
                <a:latin typeface="+mn-ea"/>
              </a:rPr>
              <a:t>目录</a:t>
            </a:r>
            <a:endParaRPr lang="zh-CN" altLang="en-US" sz="2100" b="1" dirty="0">
              <a:solidFill>
                <a:srgbClr val="F8F8F8"/>
              </a:solidFill>
              <a:latin typeface="+mn-ea"/>
            </a:endParaRPr>
          </a:p>
        </p:txBody>
      </p:sp>
      <p:sp>
        <p:nvSpPr>
          <p:cNvPr id="39" name="TextBox 38"/>
          <p:cNvSpPr txBox="1"/>
          <p:nvPr/>
        </p:nvSpPr>
        <p:spPr>
          <a:xfrm>
            <a:off x="1390087" y="2908017"/>
            <a:ext cx="882967" cy="297855"/>
          </a:xfrm>
          <a:prstGeom prst="rect">
            <a:avLst/>
          </a:prstGeom>
          <a:noFill/>
        </p:spPr>
        <p:txBody>
          <a:bodyPr wrap="none" lIns="81614" tIns="40807" rIns="81614" bIns="40807" rtlCol="0">
            <a:spAutoFit/>
          </a:bodyPr>
          <a:lstStyle/>
          <a:p>
            <a:r>
              <a:rPr lang="en-US" altLang="zh-CN" sz="1400" dirty="0">
                <a:solidFill>
                  <a:srgbClr val="F8F8F8"/>
                </a:solidFill>
                <a:latin typeface="+mn-ea"/>
              </a:rPr>
              <a:t>Contents</a:t>
            </a:r>
            <a:endParaRPr lang="zh-CN" altLang="en-US" sz="1400" dirty="0">
              <a:solidFill>
                <a:srgbClr val="F8F8F8"/>
              </a:solidFill>
              <a:latin typeface="+mn-ea"/>
            </a:endParaRPr>
          </a:p>
        </p:txBody>
      </p:sp>
      <p:grpSp>
        <p:nvGrpSpPr>
          <p:cNvPr id="9" name="组合 8"/>
          <p:cNvGrpSpPr/>
          <p:nvPr/>
        </p:nvGrpSpPr>
        <p:grpSpPr>
          <a:xfrm>
            <a:off x="2582532" y="101422"/>
            <a:ext cx="5672352" cy="4558278"/>
            <a:chOff x="2628828" y="211375"/>
            <a:chExt cx="5672352" cy="4558278"/>
          </a:xfrm>
        </p:grpSpPr>
        <p:grpSp>
          <p:nvGrpSpPr>
            <p:cNvPr id="5" name="组合 4"/>
            <p:cNvGrpSpPr/>
            <p:nvPr/>
          </p:nvGrpSpPr>
          <p:grpSpPr>
            <a:xfrm>
              <a:off x="2848432" y="211375"/>
              <a:ext cx="4010902" cy="547156"/>
              <a:chOff x="2946811" y="309754"/>
              <a:chExt cx="4010902" cy="547156"/>
            </a:xfrm>
          </p:grpSpPr>
          <p:sp>
            <p:nvSpPr>
              <p:cNvPr id="29" name="椭圆 28"/>
              <p:cNvSpPr>
                <a:spLocks noChangeAspect="1"/>
              </p:cNvSpPr>
              <p:nvPr/>
            </p:nvSpPr>
            <p:spPr bwMode="auto">
              <a:xfrm>
                <a:off x="2946811" y="309754"/>
                <a:ext cx="575900" cy="5471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30" name="圆角矩形 29"/>
              <p:cNvSpPr/>
              <p:nvPr/>
            </p:nvSpPr>
            <p:spPr bwMode="auto">
              <a:xfrm>
                <a:off x="3615798" y="366175"/>
                <a:ext cx="3341915" cy="456370"/>
              </a:xfrm>
              <a:prstGeom prst="roundRect">
                <a:avLst>
                  <a:gd name="adj" fmla="val 50000"/>
                </a:avLst>
              </a:prstGeom>
              <a:noFill/>
              <a:ln w="9525" cap="flat" cmpd="sng" algn="ctr">
                <a:solidFill>
                  <a:srgbClr val="314865"/>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solidFill>
                    <a:schemeClr val="bg2">
                      <a:lumMod val="25000"/>
                    </a:schemeClr>
                  </a:solidFill>
                </a:endParaRPr>
              </a:p>
            </p:txBody>
          </p:sp>
          <p:sp>
            <p:nvSpPr>
              <p:cNvPr id="2" name="TextBox 1"/>
              <p:cNvSpPr txBox="1"/>
              <p:nvPr/>
            </p:nvSpPr>
            <p:spPr>
              <a:xfrm>
                <a:off x="3658517" y="416969"/>
                <a:ext cx="1373486" cy="328632"/>
              </a:xfrm>
              <a:prstGeom prst="rect">
                <a:avLst/>
              </a:prstGeom>
              <a:noFill/>
            </p:spPr>
            <p:txBody>
              <a:bodyPr wrap="none" lIns="81614" tIns="40807" rIns="81614" bIns="40807" rtlCol="0">
                <a:spAutoFit/>
              </a:bodyPr>
              <a:lstStyle/>
              <a:p>
                <a:r>
                  <a:rPr lang="zh-CN" altLang="en-US" sz="1600" dirty="0" smtClean="0">
                    <a:solidFill>
                      <a:schemeClr val="accent2">
                        <a:lumMod val="50000"/>
                      </a:schemeClr>
                    </a:solidFill>
                    <a:latin typeface="+mj-ea"/>
                    <a:ea typeface="+mj-ea"/>
                  </a:rPr>
                  <a:t>第一章  绪论 </a:t>
                </a:r>
                <a:endParaRPr lang="zh-CN" altLang="en-US" sz="1600" dirty="0">
                  <a:solidFill>
                    <a:schemeClr val="accent2">
                      <a:lumMod val="50000"/>
                    </a:schemeClr>
                  </a:solidFill>
                  <a:latin typeface="+mj-ea"/>
                  <a:ea typeface="+mj-ea"/>
                </a:endParaRPr>
              </a:p>
            </p:txBody>
          </p:sp>
          <p:sp>
            <p:nvSpPr>
              <p:cNvPr id="4" name="TextBox 3"/>
              <p:cNvSpPr txBox="1"/>
              <p:nvPr/>
            </p:nvSpPr>
            <p:spPr>
              <a:xfrm>
                <a:off x="3058495" y="333415"/>
                <a:ext cx="339550" cy="497909"/>
              </a:xfrm>
              <a:prstGeom prst="rect">
                <a:avLst/>
              </a:prstGeom>
              <a:noFill/>
            </p:spPr>
            <p:txBody>
              <a:bodyPr wrap="none" lIns="81614" tIns="40807" rIns="81614" bIns="40807" rtlCol="0">
                <a:spAutoFit/>
              </a:bodyPr>
              <a:lstStyle/>
              <a:p>
                <a:r>
                  <a:rPr lang="en-US" altLang="zh-CN" sz="2700" b="1" dirty="0">
                    <a:solidFill>
                      <a:srgbClr val="F8F8F8"/>
                    </a:solidFill>
                    <a:latin typeface="+mn-ea"/>
                  </a:rPr>
                  <a:t>1</a:t>
                </a:r>
                <a:endParaRPr lang="zh-CN" altLang="en-US" sz="2700" b="1" dirty="0">
                  <a:solidFill>
                    <a:srgbClr val="F8F8F8"/>
                  </a:solidFill>
                  <a:latin typeface="+mn-ea"/>
                </a:endParaRPr>
              </a:p>
            </p:txBody>
          </p:sp>
        </p:grpSp>
        <p:grpSp>
          <p:nvGrpSpPr>
            <p:cNvPr id="6" name="组合 5"/>
            <p:cNvGrpSpPr/>
            <p:nvPr/>
          </p:nvGrpSpPr>
          <p:grpSpPr>
            <a:xfrm>
              <a:off x="3106924" y="856307"/>
              <a:ext cx="3883398" cy="547156"/>
              <a:chOff x="3199516" y="989408"/>
              <a:chExt cx="3883398" cy="547156"/>
            </a:xfrm>
          </p:grpSpPr>
          <p:sp>
            <p:nvSpPr>
              <p:cNvPr id="67" name="椭圆 66"/>
              <p:cNvSpPr>
                <a:spLocks noChangeAspect="1"/>
              </p:cNvSpPr>
              <p:nvPr/>
            </p:nvSpPr>
            <p:spPr bwMode="auto">
              <a:xfrm>
                <a:off x="3199516" y="989408"/>
                <a:ext cx="575900" cy="5471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73" name="圆角矩形 72"/>
              <p:cNvSpPr/>
              <p:nvPr/>
            </p:nvSpPr>
            <p:spPr bwMode="auto">
              <a:xfrm>
                <a:off x="3856795" y="1045260"/>
                <a:ext cx="3226119" cy="456370"/>
              </a:xfrm>
              <a:prstGeom prst="roundRect">
                <a:avLst>
                  <a:gd name="adj" fmla="val 50000"/>
                </a:avLst>
              </a:prstGeom>
              <a:noFill/>
              <a:ln w="9525" cap="flat" cmpd="sng" algn="ctr">
                <a:solidFill>
                  <a:srgbClr val="314865"/>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33" name="TextBox 32"/>
              <p:cNvSpPr txBox="1"/>
              <p:nvPr/>
            </p:nvSpPr>
            <p:spPr>
              <a:xfrm>
                <a:off x="3308465" y="1008338"/>
                <a:ext cx="339550" cy="497909"/>
              </a:xfrm>
              <a:prstGeom prst="rect">
                <a:avLst/>
              </a:prstGeom>
              <a:noFill/>
            </p:spPr>
            <p:txBody>
              <a:bodyPr wrap="none" lIns="81614" tIns="40807" rIns="81614" bIns="40807" rtlCol="0">
                <a:spAutoFit/>
              </a:bodyPr>
              <a:lstStyle/>
              <a:p>
                <a:r>
                  <a:rPr lang="en-US" altLang="zh-CN" sz="2700" b="1" dirty="0">
                    <a:solidFill>
                      <a:srgbClr val="F8F8F8"/>
                    </a:solidFill>
                    <a:latin typeface="+mn-ea"/>
                  </a:rPr>
                  <a:t>2</a:t>
                </a:r>
                <a:endParaRPr lang="zh-CN" altLang="en-US" sz="2700" b="1" dirty="0">
                  <a:solidFill>
                    <a:srgbClr val="F8F8F8"/>
                  </a:solidFill>
                  <a:latin typeface="+mn-ea"/>
                </a:endParaRPr>
              </a:p>
            </p:txBody>
          </p:sp>
        </p:grpSp>
        <p:grpSp>
          <p:nvGrpSpPr>
            <p:cNvPr id="3" name="组合 2"/>
            <p:cNvGrpSpPr/>
            <p:nvPr/>
          </p:nvGrpSpPr>
          <p:grpSpPr>
            <a:xfrm>
              <a:off x="3147720" y="2883767"/>
              <a:ext cx="4075193" cy="547156"/>
              <a:chOff x="3026193" y="3086312"/>
              <a:chExt cx="4075193" cy="547156"/>
            </a:xfrm>
          </p:grpSpPr>
          <p:sp>
            <p:nvSpPr>
              <p:cNvPr id="70" name="椭圆 69"/>
              <p:cNvSpPr>
                <a:spLocks noChangeAspect="1"/>
              </p:cNvSpPr>
              <p:nvPr/>
            </p:nvSpPr>
            <p:spPr bwMode="auto">
              <a:xfrm>
                <a:off x="3026193" y="3086312"/>
                <a:ext cx="575900" cy="5471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dirty="0"/>
              </a:p>
            </p:txBody>
          </p:sp>
          <p:sp>
            <p:nvSpPr>
              <p:cNvPr id="76" name="圆角矩形 75"/>
              <p:cNvSpPr/>
              <p:nvPr/>
            </p:nvSpPr>
            <p:spPr bwMode="auto">
              <a:xfrm>
                <a:off x="3698043" y="3142838"/>
                <a:ext cx="3403343" cy="456370"/>
              </a:xfrm>
              <a:prstGeom prst="roundRect">
                <a:avLst>
                  <a:gd name="adj" fmla="val 50000"/>
                </a:avLst>
              </a:prstGeom>
              <a:noFill/>
              <a:ln w="9525" cap="flat" cmpd="sng" algn="ctr">
                <a:solidFill>
                  <a:srgbClr val="314865"/>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36" name="TextBox 35"/>
              <p:cNvSpPr txBox="1"/>
              <p:nvPr/>
            </p:nvSpPr>
            <p:spPr>
              <a:xfrm>
                <a:off x="3190939" y="3101299"/>
                <a:ext cx="339550" cy="497909"/>
              </a:xfrm>
              <a:prstGeom prst="rect">
                <a:avLst/>
              </a:prstGeom>
              <a:noFill/>
            </p:spPr>
            <p:txBody>
              <a:bodyPr wrap="none" lIns="81614" tIns="40807" rIns="81614" bIns="40807" rtlCol="0">
                <a:spAutoFit/>
              </a:bodyPr>
              <a:lstStyle/>
              <a:p>
                <a:r>
                  <a:rPr lang="en-US" altLang="zh-CN" sz="2700" b="1" dirty="0">
                    <a:solidFill>
                      <a:srgbClr val="F8F8F8"/>
                    </a:solidFill>
                    <a:latin typeface="+mn-ea"/>
                  </a:rPr>
                  <a:t>5</a:t>
                </a:r>
                <a:endParaRPr lang="zh-CN" altLang="en-US" sz="2700" b="1" dirty="0">
                  <a:solidFill>
                    <a:srgbClr val="F8F8F8"/>
                  </a:solidFill>
                  <a:latin typeface="+mn-ea"/>
                </a:endParaRPr>
              </a:p>
            </p:txBody>
          </p:sp>
        </p:grpSp>
        <p:grpSp>
          <p:nvGrpSpPr>
            <p:cNvPr id="7" name="组合 6"/>
            <p:cNvGrpSpPr/>
            <p:nvPr/>
          </p:nvGrpSpPr>
          <p:grpSpPr>
            <a:xfrm>
              <a:off x="3269886" y="1536819"/>
              <a:ext cx="4969576" cy="547156"/>
              <a:chOff x="3269886" y="1675707"/>
              <a:chExt cx="4969576" cy="547156"/>
            </a:xfrm>
          </p:grpSpPr>
          <p:sp>
            <p:nvSpPr>
              <p:cNvPr id="68" name="椭圆 67"/>
              <p:cNvSpPr>
                <a:spLocks noChangeAspect="1"/>
              </p:cNvSpPr>
              <p:nvPr/>
            </p:nvSpPr>
            <p:spPr bwMode="auto">
              <a:xfrm>
                <a:off x="3269886" y="1675707"/>
                <a:ext cx="575900" cy="5471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74" name="圆角矩形 73"/>
              <p:cNvSpPr/>
              <p:nvPr/>
            </p:nvSpPr>
            <p:spPr bwMode="auto">
              <a:xfrm>
                <a:off x="3956269" y="1746378"/>
                <a:ext cx="3145117" cy="456370"/>
              </a:xfrm>
              <a:prstGeom prst="roundRect">
                <a:avLst>
                  <a:gd name="adj" fmla="val 50000"/>
                </a:avLst>
              </a:prstGeom>
              <a:noFill/>
              <a:ln w="9525" cap="flat" cmpd="sng" algn="ctr">
                <a:solidFill>
                  <a:srgbClr val="314865"/>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34" name="TextBox 33"/>
              <p:cNvSpPr txBox="1"/>
              <p:nvPr/>
            </p:nvSpPr>
            <p:spPr>
              <a:xfrm>
                <a:off x="3386201" y="1693546"/>
                <a:ext cx="339550" cy="497909"/>
              </a:xfrm>
              <a:prstGeom prst="rect">
                <a:avLst/>
              </a:prstGeom>
              <a:noFill/>
            </p:spPr>
            <p:txBody>
              <a:bodyPr wrap="none" lIns="81614" tIns="40807" rIns="81614" bIns="40807" rtlCol="0">
                <a:spAutoFit/>
              </a:bodyPr>
              <a:lstStyle/>
              <a:p>
                <a:r>
                  <a:rPr lang="en-US" altLang="zh-CN" sz="2700" b="1" dirty="0">
                    <a:solidFill>
                      <a:srgbClr val="F8F8F8"/>
                    </a:solidFill>
                    <a:latin typeface="+mn-ea"/>
                  </a:rPr>
                  <a:t>3</a:t>
                </a:r>
                <a:endParaRPr lang="zh-CN" altLang="en-US" sz="2700" b="1" dirty="0">
                  <a:solidFill>
                    <a:srgbClr val="F8F8F8"/>
                  </a:solidFill>
                  <a:latin typeface="+mn-ea"/>
                </a:endParaRPr>
              </a:p>
            </p:txBody>
          </p:sp>
          <p:sp>
            <p:nvSpPr>
              <p:cNvPr id="32" name="TextBox 31"/>
              <p:cNvSpPr txBox="1"/>
              <p:nvPr/>
            </p:nvSpPr>
            <p:spPr>
              <a:xfrm>
                <a:off x="3946634" y="1810247"/>
                <a:ext cx="4292828" cy="328632"/>
              </a:xfrm>
              <a:prstGeom prst="rect">
                <a:avLst/>
              </a:prstGeom>
              <a:noFill/>
            </p:spPr>
            <p:txBody>
              <a:bodyPr wrap="square" lIns="81614" tIns="40807" rIns="81614" bIns="40807" rtlCol="0">
                <a:spAutoFit/>
              </a:bodyPr>
              <a:lstStyle/>
              <a:p>
                <a:r>
                  <a:rPr lang="zh-CN" altLang="en-US" sz="1600" dirty="0" smtClean="0">
                    <a:solidFill>
                      <a:schemeClr val="accent2">
                        <a:lumMod val="50000"/>
                      </a:schemeClr>
                    </a:solidFill>
                    <a:latin typeface="+mj-ea"/>
                    <a:ea typeface="+mj-ea"/>
                  </a:rPr>
                  <a:t>第三章  解线性方程组的迭代法</a:t>
                </a:r>
                <a:endParaRPr lang="zh-CN" altLang="en-US" sz="1600" dirty="0">
                  <a:solidFill>
                    <a:schemeClr val="accent2">
                      <a:lumMod val="50000"/>
                    </a:schemeClr>
                  </a:solidFill>
                  <a:latin typeface="+mj-ea"/>
                  <a:ea typeface="+mj-ea"/>
                </a:endParaRPr>
              </a:p>
            </p:txBody>
          </p:sp>
        </p:grpSp>
        <p:grpSp>
          <p:nvGrpSpPr>
            <p:cNvPr id="8" name="组合 7"/>
            <p:cNvGrpSpPr/>
            <p:nvPr/>
          </p:nvGrpSpPr>
          <p:grpSpPr>
            <a:xfrm>
              <a:off x="3257443" y="2221903"/>
              <a:ext cx="5043737" cy="547156"/>
              <a:chOff x="3205360" y="2389726"/>
              <a:chExt cx="5043737" cy="547156"/>
            </a:xfrm>
          </p:grpSpPr>
          <p:sp>
            <p:nvSpPr>
              <p:cNvPr id="69" name="椭圆 68"/>
              <p:cNvSpPr>
                <a:spLocks noChangeAspect="1"/>
              </p:cNvSpPr>
              <p:nvPr/>
            </p:nvSpPr>
            <p:spPr bwMode="auto">
              <a:xfrm>
                <a:off x="3205360" y="2389726"/>
                <a:ext cx="575900" cy="5471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75" name="圆角矩形 74"/>
              <p:cNvSpPr/>
              <p:nvPr/>
            </p:nvSpPr>
            <p:spPr bwMode="auto">
              <a:xfrm>
                <a:off x="3891617" y="2441913"/>
                <a:ext cx="3191297" cy="456370"/>
              </a:xfrm>
              <a:prstGeom prst="roundRect">
                <a:avLst>
                  <a:gd name="adj" fmla="val 50000"/>
                </a:avLst>
              </a:prstGeom>
              <a:noFill/>
              <a:ln w="9525" cap="flat" cmpd="sng" algn="ctr">
                <a:solidFill>
                  <a:srgbClr val="314865"/>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35" name="TextBox 34"/>
              <p:cNvSpPr txBox="1"/>
              <p:nvPr/>
            </p:nvSpPr>
            <p:spPr>
              <a:xfrm>
                <a:off x="3322027" y="2397641"/>
                <a:ext cx="339550" cy="497909"/>
              </a:xfrm>
              <a:prstGeom prst="rect">
                <a:avLst/>
              </a:prstGeom>
              <a:noFill/>
            </p:spPr>
            <p:txBody>
              <a:bodyPr wrap="none" lIns="81614" tIns="40807" rIns="81614" bIns="40807" rtlCol="0">
                <a:spAutoFit/>
              </a:bodyPr>
              <a:lstStyle/>
              <a:p>
                <a:r>
                  <a:rPr lang="en-US" altLang="zh-CN" sz="2700" b="1" dirty="0">
                    <a:solidFill>
                      <a:srgbClr val="F8F8F8"/>
                    </a:solidFill>
                    <a:latin typeface="+mn-ea"/>
                  </a:rPr>
                  <a:t>4</a:t>
                </a:r>
                <a:endParaRPr lang="zh-CN" altLang="en-US" sz="2700" b="1" dirty="0">
                  <a:solidFill>
                    <a:srgbClr val="F8F8F8"/>
                  </a:solidFill>
                  <a:latin typeface="+mn-ea"/>
                </a:endParaRPr>
              </a:p>
            </p:txBody>
          </p:sp>
          <p:sp>
            <p:nvSpPr>
              <p:cNvPr id="37" name="TextBox 36"/>
              <p:cNvSpPr txBox="1"/>
              <p:nvPr/>
            </p:nvSpPr>
            <p:spPr>
              <a:xfrm>
                <a:off x="3956269" y="2505782"/>
                <a:ext cx="4292828" cy="328632"/>
              </a:xfrm>
              <a:prstGeom prst="rect">
                <a:avLst/>
              </a:prstGeom>
              <a:noFill/>
            </p:spPr>
            <p:txBody>
              <a:bodyPr wrap="square" lIns="81614" tIns="40807" rIns="81614" bIns="40807" rtlCol="0">
                <a:spAutoFit/>
              </a:bodyPr>
              <a:lstStyle/>
              <a:p>
                <a:r>
                  <a:rPr lang="zh-CN" altLang="en-US" sz="1600" dirty="0" smtClean="0">
                    <a:solidFill>
                      <a:schemeClr val="accent2">
                        <a:lumMod val="50000"/>
                      </a:schemeClr>
                    </a:solidFill>
                    <a:latin typeface="+mj-ea"/>
                    <a:ea typeface="+mj-ea"/>
                  </a:rPr>
                  <a:t>第四章  非线性方程组求根</a:t>
                </a:r>
                <a:endParaRPr lang="zh-CN" altLang="en-US" sz="1600" dirty="0">
                  <a:solidFill>
                    <a:schemeClr val="accent2">
                      <a:lumMod val="50000"/>
                    </a:schemeClr>
                  </a:solidFill>
                  <a:latin typeface="+mj-ea"/>
                  <a:ea typeface="+mj-ea"/>
                </a:endParaRPr>
              </a:p>
            </p:txBody>
          </p:sp>
        </p:grpSp>
        <p:sp>
          <p:nvSpPr>
            <p:cNvPr id="40" name="TextBox 39"/>
            <p:cNvSpPr txBox="1"/>
            <p:nvPr/>
          </p:nvSpPr>
          <p:spPr>
            <a:xfrm>
              <a:off x="3856434" y="3026475"/>
              <a:ext cx="4292828" cy="328632"/>
            </a:xfrm>
            <a:prstGeom prst="rect">
              <a:avLst/>
            </a:prstGeom>
            <a:noFill/>
          </p:spPr>
          <p:txBody>
            <a:bodyPr wrap="square" lIns="81614" tIns="40807" rIns="81614" bIns="40807" rtlCol="0">
              <a:spAutoFit/>
            </a:bodyPr>
            <a:lstStyle/>
            <a:p>
              <a:r>
                <a:rPr lang="zh-CN" altLang="en-US" sz="1600" dirty="0" smtClean="0">
                  <a:solidFill>
                    <a:schemeClr val="accent2">
                      <a:lumMod val="50000"/>
                    </a:schemeClr>
                  </a:solidFill>
                  <a:latin typeface="+mj-ea"/>
                  <a:ea typeface="+mj-ea"/>
                </a:rPr>
                <a:t>第五章  插值与逼近</a:t>
              </a:r>
              <a:endParaRPr lang="zh-CN" altLang="en-US" sz="1600" dirty="0">
                <a:solidFill>
                  <a:schemeClr val="accent2">
                    <a:lumMod val="50000"/>
                  </a:schemeClr>
                </a:solidFill>
                <a:latin typeface="+mj-ea"/>
                <a:ea typeface="+mj-ea"/>
              </a:endParaRPr>
            </a:p>
          </p:txBody>
        </p:sp>
        <p:grpSp>
          <p:nvGrpSpPr>
            <p:cNvPr id="41" name="组合 40"/>
            <p:cNvGrpSpPr/>
            <p:nvPr/>
          </p:nvGrpSpPr>
          <p:grpSpPr>
            <a:xfrm>
              <a:off x="2953178" y="3548277"/>
              <a:ext cx="4075193" cy="547156"/>
              <a:chOff x="3026193" y="3086312"/>
              <a:chExt cx="4075193" cy="547156"/>
            </a:xfrm>
          </p:grpSpPr>
          <p:sp>
            <p:nvSpPr>
              <p:cNvPr id="42" name="椭圆 41"/>
              <p:cNvSpPr>
                <a:spLocks noChangeAspect="1"/>
              </p:cNvSpPr>
              <p:nvPr/>
            </p:nvSpPr>
            <p:spPr bwMode="auto">
              <a:xfrm>
                <a:off x="3026193" y="3086312"/>
                <a:ext cx="575900" cy="5471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dirty="0"/>
              </a:p>
            </p:txBody>
          </p:sp>
          <p:sp>
            <p:nvSpPr>
              <p:cNvPr id="43" name="圆角矩形 42"/>
              <p:cNvSpPr/>
              <p:nvPr/>
            </p:nvSpPr>
            <p:spPr bwMode="auto">
              <a:xfrm>
                <a:off x="3698043" y="3142838"/>
                <a:ext cx="3403343" cy="456370"/>
              </a:xfrm>
              <a:prstGeom prst="roundRect">
                <a:avLst>
                  <a:gd name="adj" fmla="val 50000"/>
                </a:avLst>
              </a:prstGeom>
              <a:noFill/>
              <a:ln w="9525" cap="flat" cmpd="sng" algn="ctr">
                <a:solidFill>
                  <a:srgbClr val="314865"/>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44" name="TextBox 43"/>
              <p:cNvSpPr txBox="1"/>
              <p:nvPr/>
            </p:nvSpPr>
            <p:spPr>
              <a:xfrm>
                <a:off x="3119666" y="3101299"/>
                <a:ext cx="339550" cy="497909"/>
              </a:xfrm>
              <a:prstGeom prst="rect">
                <a:avLst/>
              </a:prstGeom>
              <a:noFill/>
            </p:spPr>
            <p:txBody>
              <a:bodyPr wrap="none" lIns="81614" tIns="40807" rIns="81614" bIns="40807" rtlCol="0">
                <a:spAutoFit/>
              </a:bodyPr>
              <a:lstStyle/>
              <a:p>
                <a:r>
                  <a:rPr lang="en-US" altLang="zh-CN" sz="2700" b="1" dirty="0" smtClean="0">
                    <a:solidFill>
                      <a:srgbClr val="F8F8F8"/>
                    </a:solidFill>
                    <a:latin typeface="+mn-ea"/>
                  </a:rPr>
                  <a:t>6</a:t>
                </a:r>
                <a:endParaRPr lang="zh-CN" altLang="en-US" sz="2700" b="1" dirty="0">
                  <a:solidFill>
                    <a:srgbClr val="F8F8F8"/>
                  </a:solidFill>
                  <a:latin typeface="+mn-ea"/>
                </a:endParaRPr>
              </a:p>
            </p:txBody>
          </p:sp>
        </p:grpSp>
        <p:grpSp>
          <p:nvGrpSpPr>
            <p:cNvPr id="45" name="组合 44"/>
            <p:cNvGrpSpPr/>
            <p:nvPr/>
          </p:nvGrpSpPr>
          <p:grpSpPr>
            <a:xfrm>
              <a:off x="2628828" y="4222497"/>
              <a:ext cx="4075193" cy="547156"/>
              <a:chOff x="3026193" y="3086312"/>
              <a:chExt cx="4075193" cy="547156"/>
            </a:xfrm>
          </p:grpSpPr>
          <p:sp>
            <p:nvSpPr>
              <p:cNvPr id="46" name="椭圆 45"/>
              <p:cNvSpPr>
                <a:spLocks noChangeAspect="1"/>
              </p:cNvSpPr>
              <p:nvPr/>
            </p:nvSpPr>
            <p:spPr bwMode="auto">
              <a:xfrm>
                <a:off x="3026193" y="3086312"/>
                <a:ext cx="575900" cy="547156"/>
              </a:xfrm>
              <a:prstGeom prst="ellipse">
                <a:avLst/>
              </a:prstGeom>
              <a:solidFill>
                <a:schemeClr val="accent2">
                  <a:lumMod val="50000"/>
                </a:schemeClr>
              </a:solidFill>
              <a:ln w="9525" cap="flat" cmpd="sng" algn="ctr">
                <a:solidFill>
                  <a:schemeClr val="tx1"/>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dirty="0"/>
              </a:p>
            </p:txBody>
          </p:sp>
          <p:sp>
            <p:nvSpPr>
              <p:cNvPr id="47" name="圆角矩形 46"/>
              <p:cNvSpPr/>
              <p:nvPr/>
            </p:nvSpPr>
            <p:spPr bwMode="auto">
              <a:xfrm>
                <a:off x="3698043" y="3142838"/>
                <a:ext cx="3403343" cy="456370"/>
              </a:xfrm>
              <a:prstGeom prst="roundRect">
                <a:avLst>
                  <a:gd name="adj" fmla="val 50000"/>
                </a:avLst>
              </a:prstGeom>
              <a:noFill/>
              <a:ln w="9525" cap="flat" cmpd="sng" algn="ctr">
                <a:solidFill>
                  <a:srgbClr val="314865"/>
                </a:solidFill>
                <a:prstDash val="solid"/>
                <a:round/>
                <a:headEnd type="none" w="med" len="med"/>
                <a:tailEnd type="none" w="med" len="med"/>
              </a:ln>
              <a:effectLst/>
              <a:extLst/>
            </p:spPr>
            <p:txBody>
              <a:bodyPr vert="horz" wrap="square" lIns="81614" tIns="40807" rIns="81614" bIns="40807" numCol="1" rtlCol="0" anchor="t" anchorCtr="0" compatLnSpc="1">
                <a:prstTxWarp prst="textNoShape">
                  <a:avLst/>
                </a:prstTxWarp>
              </a:bodyPr>
              <a:lstStyle/>
              <a:p>
                <a:pPr defTabSz="816143"/>
                <a:endParaRPr lang="zh-CN" altLang="en-US"/>
              </a:p>
            </p:txBody>
          </p:sp>
          <p:sp>
            <p:nvSpPr>
              <p:cNvPr id="48" name="TextBox 47"/>
              <p:cNvSpPr txBox="1"/>
              <p:nvPr/>
            </p:nvSpPr>
            <p:spPr>
              <a:xfrm>
                <a:off x="3136596" y="3086312"/>
                <a:ext cx="339550" cy="497909"/>
              </a:xfrm>
              <a:prstGeom prst="rect">
                <a:avLst/>
              </a:prstGeom>
              <a:noFill/>
            </p:spPr>
            <p:txBody>
              <a:bodyPr wrap="none" lIns="81614" tIns="40807" rIns="81614" bIns="40807" rtlCol="0">
                <a:spAutoFit/>
              </a:bodyPr>
              <a:lstStyle/>
              <a:p>
                <a:r>
                  <a:rPr lang="en-US" altLang="zh-CN" sz="2700" b="1" dirty="0">
                    <a:solidFill>
                      <a:srgbClr val="F8F8F8"/>
                    </a:solidFill>
                    <a:latin typeface="+mn-ea"/>
                  </a:rPr>
                  <a:t>7</a:t>
                </a:r>
                <a:endParaRPr lang="zh-CN" altLang="en-US" sz="2700" b="1" dirty="0">
                  <a:solidFill>
                    <a:srgbClr val="F8F8F8"/>
                  </a:solidFill>
                  <a:latin typeface="+mn-ea"/>
                </a:endParaRPr>
              </a:p>
            </p:txBody>
          </p:sp>
        </p:grpSp>
        <p:sp>
          <p:nvSpPr>
            <p:cNvPr id="49" name="TextBox 48"/>
            <p:cNvSpPr txBox="1"/>
            <p:nvPr/>
          </p:nvSpPr>
          <p:spPr>
            <a:xfrm>
              <a:off x="3424332" y="4342892"/>
              <a:ext cx="4292828" cy="328632"/>
            </a:xfrm>
            <a:prstGeom prst="rect">
              <a:avLst/>
            </a:prstGeom>
            <a:noFill/>
          </p:spPr>
          <p:txBody>
            <a:bodyPr wrap="square" lIns="81614" tIns="40807" rIns="81614" bIns="40807" rtlCol="0">
              <a:spAutoFit/>
            </a:bodyPr>
            <a:lstStyle/>
            <a:p>
              <a:r>
                <a:rPr lang="zh-CN" altLang="en-US" sz="1600" dirty="0" smtClean="0">
                  <a:solidFill>
                    <a:schemeClr val="accent2">
                      <a:lumMod val="50000"/>
                    </a:schemeClr>
                  </a:solidFill>
                  <a:latin typeface="+mj-ea"/>
                  <a:ea typeface="+mj-ea"/>
                </a:rPr>
                <a:t>第七章  常微分方程数值解法</a:t>
              </a:r>
              <a:endParaRPr lang="zh-CN" altLang="en-US" sz="1600" dirty="0">
                <a:solidFill>
                  <a:schemeClr val="accent2">
                    <a:lumMod val="50000"/>
                  </a:schemeClr>
                </a:solidFill>
                <a:latin typeface="+mj-ea"/>
                <a:ea typeface="+mj-ea"/>
              </a:endParaRPr>
            </a:p>
          </p:txBody>
        </p:sp>
        <p:sp>
          <p:nvSpPr>
            <p:cNvPr id="50" name="TextBox 49"/>
            <p:cNvSpPr txBox="1"/>
            <p:nvPr/>
          </p:nvSpPr>
          <p:spPr>
            <a:xfrm>
              <a:off x="3725751" y="3668672"/>
              <a:ext cx="4292828" cy="328632"/>
            </a:xfrm>
            <a:prstGeom prst="rect">
              <a:avLst/>
            </a:prstGeom>
            <a:noFill/>
          </p:spPr>
          <p:txBody>
            <a:bodyPr wrap="square" lIns="81614" tIns="40807" rIns="81614" bIns="40807" rtlCol="0">
              <a:spAutoFit/>
            </a:bodyPr>
            <a:lstStyle/>
            <a:p>
              <a:r>
                <a:rPr lang="zh-CN" altLang="en-US" sz="1600" dirty="0" smtClean="0">
                  <a:solidFill>
                    <a:schemeClr val="accent2">
                      <a:lumMod val="50000"/>
                    </a:schemeClr>
                  </a:solidFill>
                  <a:latin typeface="+mj-ea"/>
                  <a:ea typeface="+mj-ea"/>
                </a:rPr>
                <a:t>第六章  数值积分与数值微分</a:t>
              </a:r>
              <a:endParaRPr lang="zh-CN" altLang="en-US" sz="1600" dirty="0">
                <a:solidFill>
                  <a:schemeClr val="accent2">
                    <a:lumMod val="50000"/>
                  </a:schemeClr>
                </a:solidFill>
                <a:latin typeface="+mj-ea"/>
                <a:ea typeface="+mj-ea"/>
              </a:endParaRPr>
            </a:p>
          </p:txBody>
        </p:sp>
      </p:grpSp>
    </p:spTree>
    <p:extLst>
      <p:ext uri="{BB962C8B-B14F-4D97-AF65-F5344CB8AC3E}">
        <p14:creationId xmlns:p14="http://schemas.microsoft.com/office/powerpoint/2010/main" val="3007742642"/>
      </p:ext>
    </p:extLst>
  </p:cSld>
  <p:clrMapOvr>
    <a:masterClrMapping/>
  </p:clrMapOvr>
  <mc:AlternateContent xmlns:mc="http://schemas.openxmlformats.org/markup-compatibility/2006" xmlns:p14="http://schemas.microsoft.com/office/powerpoint/2010/main">
    <mc:Choice Requires="p14">
      <p:transition spd="slow" p14:dur="900" advTm="725">
        <p14:warp dir="in"/>
      </p:transition>
    </mc:Choice>
    <mc:Fallback xmlns="">
      <p:transition spd="slow" advTm="725">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22" presetClass="entr" presetSubtype="8" fill="hold" grpId="0"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500"/>
                                        <p:tgtEl>
                                          <p:spTgt spid="20"/>
                                        </p:tgtEl>
                                      </p:cBhvr>
                                    </p:animEffect>
                                  </p:childTnLst>
                                </p:cTn>
                              </p:par>
                            </p:childTnLst>
                          </p:cTn>
                        </p:par>
                        <p:par>
                          <p:cTn id="12" fill="hold">
                            <p:stCondLst>
                              <p:cond delay="1500"/>
                            </p:stCondLst>
                            <p:childTnLst>
                              <p:par>
                                <p:cTn id="13" presetID="31" presetClass="entr" presetSubtype="0" fill="hold" grpId="0" nodeType="afterEffect">
                                  <p:stCondLst>
                                    <p:cond delay="0"/>
                                  </p:stCondLst>
                                  <p:childTnLst>
                                    <p:set>
                                      <p:cBhvr>
                                        <p:cTn id="14" dur="1" fill="hold">
                                          <p:stCondLst>
                                            <p:cond delay="0"/>
                                          </p:stCondLst>
                                        </p:cTn>
                                        <p:tgtEl>
                                          <p:spTgt spid="38"/>
                                        </p:tgtEl>
                                        <p:attrNameLst>
                                          <p:attrName>style.visibility</p:attrName>
                                        </p:attrNameLst>
                                      </p:cBhvr>
                                      <p:to>
                                        <p:strVal val="visible"/>
                                      </p:to>
                                    </p:set>
                                    <p:anim calcmode="lin" valueType="num">
                                      <p:cBhvr>
                                        <p:cTn id="15" dur="500" fill="hold"/>
                                        <p:tgtEl>
                                          <p:spTgt spid="38"/>
                                        </p:tgtEl>
                                        <p:attrNameLst>
                                          <p:attrName>ppt_w</p:attrName>
                                        </p:attrNameLst>
                                      </p:cBhvr>
                                      <p:tavLst>
                                        <p:tav tm="0">
                                          <p:val>
                                            <p:fltVal val="0"/>
                                          </p:val>
                                        </p:tav>
                                        <p:tav tm="100000">
                                          <p:val>
                                            <p:strVal val="#ppt_w"/>
                                          </p:val>
                                        </p:tav>
                                      </p:tavLst>
                                    </p:anim>
                                    <p:anim calcmode="lin" valueType="num">
                                      <p:cBhvr>
                                        <p:cTn id="16" dur="500" fill="hold"/>
                                        <p:tgtEl>
                                          <p:spTgt spid="38"/>
                                        </p:tgtEl>
                                        <p:attrNameLst>
                                          <p:attrName>ppt_h</p:attrName>
                                        </p:attrNameLst>
                                      </p:cBhvr>
                                      <p:tavLst>
                                        <p:tav tm="0">
                                          <p:val>
                                            <p:fltVal val="0"/>
                                          </p:val>
                                        </p:tav>
                                        <p:tav tm="100000">
                                          <p:val>
                                            <p:strVal val="#ppt_h"/>
                                          </p:val>
                                        </p:tav>
                                      </p:tavLst>
                                    </p:anim>
                                    <p:anim calcmode="lin" valueType="num">
                                      <p:cBhvr>
                                        <p:cTn id="17" dur="500" fill="hold"/>
                                        <p:tgtEl>
                                          <p:spTgt spid="38"/>
                                        </p:tgtEl>
                                        <p:attrNameLst>
                                          <p:attrName>style.rotation</p:attrName>
                                        </p:attrNameLst>
                                      </p:cBhvr>
                                      <p:tavLst>
                                        <p:tav tm="0">
                                          <p:val>
                                            <p:fltVal val="90"/>
                                          </p:val>
                                        </p:tav>
                                        <p:tav tm="100000">
                                          <p:val>
                                            <p:fltVal val="0"/>
                                          </p:val>
                                        </p:tav>
                                      </p:tavLst>
                                    </p:anim>
                                    <p:animEffect transition="in" filter="fade">
                                      <p:cBhvr>
                                        <p:cTn id="18" dur="500"/>
                                        <p:tgtEl>
                                          <p:spTgt spid="38"/>
                                        </p:tgtEl>
                                      </p:cBhvr>
                                    </p:animEffect>
                                  </p:childTnLst>
                                </p:cTn>
                              </p:par>
                              <p:par>
                                <p:cTn id="19" presetID="3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anim calcmode="lin" valueType="num">
                                      <p:cBhvr>
                                        <p:cTn id="21" dur="500" fill="hold"/>
                                        <p:tgtEl>
                                          <p:spTgt spid="39"/>
                                        </p:tgtEl>
                                        <p:attrNameLst>
                                          <p:attrName>ppt_w</p:attrName>
                                        </p:attrNameLst>
                                      </p:cBhvr>
                                      <p:tavLst>
                                        <p:tav tm="0">
                                          <p:val>
                                            <p:fltVal val="0"/>
                                          </p:val>
                                        </p:tav>
                                        <p:tav tm="100000">
                                          <p:val>
                                            <p:strVal val="#ppt_w"/>
                                          </p:val>
                                        </p:tav>
                                      </p:tavLst>
                                    </p:anim>
                                    <p:anim calcmode="lin" valueType="num">
                                      <p:cBhvr>
                                        <p:cTn id="22" dur="500" fill="hold"/>
                                        <p:tgtEl>
                                          <p:spTgt spid="39"/>
                                        </p:tgtEl>
                                        <p:attrNameLst>
                                          <p:attrName>ppt_h</p:attrName>
                                        </p:attrNameLst>
                                      </p:cBhvr>
                                      <p:tavLst>
                                        <p:tav tm="0">
                                          <p:val>
                                            <p:fltVal val="0"/>
                                          </p:val>
                                        </p:tav>
                                        <p:tav tm="100000">
                                          <p:val>
                                            <p:strVal val="#ppt_h"/>
                                          </p:val>
                                        </p:tav>
                                      </p:tavLst>
                                    </p:anim>
                                    <p:anim calcmode="lin" valueType="num">
                                      <p:cBhvr>
                                        <p:cTn id="23" dur="500" fill="hold"/>
                                        <p:tgtEl>
                                          <p:spTgt spid="39"/>
                                        </p:tgtEl>
                                        <p:attrNameLst>
                                          <p:attrName>style.rotation</p:attrName>
                                        </p:attrNameLst>
                                      </p:cBhvr>
                                      <p:tavLst>
                                        <p:tav tm="0">
                                          <p:val>
                                            <p:fltVal val="90"/>
                                          </p:val>
                                        </p:tav>
                                        <p:tav tm="100000">
                                          <p:val>
                                            <p:fltVal val="0"/>
                                          </p:val>
                                        </p:tav>
                                      </p:tavLst>
                                    </p:anim>
                                    <p:animEffect transition="in" filter="fade">
                                      <p:cBhvr>
                                        <p:cTn id="24" dur="500"/>
                                        <p:tgtEl>
                                          <p:spTgt spid="39"/>
                                        </p:tgtEl>
                                      </p:cBhvr>
                                    </p:animEffect>
                                  </p:childTnLst>
                                </p:cTn>
                              </p:par>
                              <p:par>
                                <p:cTn id="25" presetID="3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anim calcmode="lin" valueType="num">
                                      <p:cBhvr>
                                        <p:cTn id="27" dur="500" fill="hold"/>
                                        <p:tgtEl>
                                          <p:spTgt spid="22"/>
                                        </p:tgtEl>
                                        <p:attrNameLst>
                                          <p:attrName>ppt_w</p:attrName>
                                        </p:attrNameLst>
                                      </p:cBhvr>
                                      <p:tavLst>
                                        <p:tav tm="0">
                                          <p:val>
                                            <p:fltVal val="0"/>
                                          </p:val>
                                        </p:tav>
                                        <p:tav tm="100000">
                                          <p:val>
                                            <p:strVal val="#ppt_w"/>
                                          </p:val>
                                        </p:tav>
                                      </p:tavLst>
                                    </p:anim>
                                    <p:anim calcmode="lin" valueType="num">
                                      <p:cBhvr>
                                        <p:cTn id="28" dur="500" fill="hold"/>
                                        <p:tgtEl>
                                          <p:spTgt spid="22"/>
                                        </p:tgtEl>
                                        <p:attrNameLst>
                                          <p:attrName>ppt_h</p:attrName>
                                        </p:attrNameLst>
                                      </p:cBhvr>
                                      <p:tavLst>
                                        <p:tav tm="0">
                                          <p:val>
                                            <p:fltVal val="0"/>
                                          </p:val>
                                        </p:tav>
                                        <p:tav tm="100000">
                                          <p:val>
                                            <p:strVal val="#ppt_h"/>
                                          </p:val>
                                        </p:tav>
                                      </p:tavLst>
                                    </p:anim>
                                    <p:anim calcmode="lin" valueType="num">
                                      <p:cBhvr>
                                        <p:cTn id="29" dur="500" fill="hold"/>
                                        <p:tgtEl>
                                          <p:spTgt spid="22"/>
                                        </p:tgtEl>
                                        <p:attrNameLst>
                                          <p:attrName>style.rotation</p:attrName>
                                        </p:attrNameLst>
                                      </p:cBhvr>
                                      <p:tavLst>
                                        <p:tav tm="0">
                                          <p:val>
                                            <p:fltVal val="90"/>
                                          </p:val>
                                        </p:tav>
                                        <p:tav tm="100000">
                                          <p:val>
                                            <p:fltVal val="0"/>
                                          </p:val>
                                        </p:tav>
                                      </p:tavLst>
                                    </p:anim>
                                    <p:animEffect transition="in" filter="fade">
                                      <p:cBhvr>
                                        <p:cTn id="30" dur="500"/>
                                        <p:tgtEl>
                                          <p:spTgt spid="22"/>
                                        </p:tgtEl>
                                      </p:cBhvr>
                                    </p:animEffect>
                                  </p:childTnLst>
                                </p:cTn>
                              </p:par>
                              <p:par>
                                <p:cTn id="31" presetID="31" presetClass="entr" presetSubtype="0" fill="hold" grpId="0" nodeType="with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p:cTn id="33" dur="500" fill="hold"/>
                                        <p:tgtEl>
                                          <p:spTgt spid="23"/>
                                        </p:tgtEl>
                                        <p:attrNameLst>
                                          <p:attrName>ppt_w</p:attrName>
                                        </p:attrNameLst>
                                      </p:cBhvr>
                                      <p:tavLst>
                                        <p:tav tm="0">
                                          <p:val>
                                            <p:fltVal val="0"/>
                                          </p:val>
                                        </p:tav>
                                        <p:tav tm="100000">
                                          <p:val>
                                            <p:strVal val="#ppt_w"/>
                                          </p:val>
                                        </p:tav>
                                      </p:tavLst>
                                    </p:anim>
                                    <p:anim calcmode="lin" valueType="num">
                                      <p:cBhvr>
                                        <p:cTn id="34" dur="500" fill="hold"/>
                                        <p:tgtEl>
                                          <p:spTgt spid="23"/>
                                        </p:tgtEl>
                                        <p:attrNameLst>
                                          <p:attrName>ppt_h</p:attrName>
                                        </p:attrNameLst>
                                      </p:cBhvr>
                                      <p:tavLst>
                                        <p:tav tm="0">
                                          <p:val>
                                            <p:fltVal val="0"/>
                                          </p:val>
                                        </p:tav>
                                        <p:tav tm="100000">
                                          <p:val>
                                            <p:strVal val="#ppt_h"/>
                                          </p:val>
                                        </p:tav>
                                      </p:tavLst>
                                    </p:anim>
                                    <p:anim calcmode="lin" valueType="num">
                                      <p:cBhvr>
                                        <p:cTn id="35" dur="500" fill="hold"/>
                                        <p:tgtEl>
                                          <p:spTgt spid="23"/>
                                        </p:tgtEl>
                                        <p:attrNameLst>
                                          <p:attrName>style.rotation</p:attrName>
                                        </p:attrNameLst>
                                      </p:cBhvr>
                                      <p:tavLst>
                                        <p:tav tm="0">
                                          <p:val>
                                            <p:fltVal val="90"/>
                                          </p:val>
                                        </p:tav>
                                        <p:tav tm="100000">
                                          <p:val>
                                            <p:fltVal val="0"/>
                                          </p:val>
                                        </p:tav>
                                      </p:tavLst>
                                    </p:anim>
                                    <p:animEffect transition="in" filter="fade">
                                      <p:cBhvr>
                                        <p:cTn id="36" dur="500"/>
                                        <p:tgtEl>
                                          <p:spTgt spid="23"/>
                                        </p:tgtEl>
                                      </p:cBhvr>
                                    </p:animEffect>
                                  </p:childTnLst>
                                </p:cTn>
                              </p:par>
                            </p:childTnLst>
                          </p:cTn>
                        </p:par>
                        <p:par>
                          <p:cTn id="37" fill="hold">
                            <p:stCondLst>
                              <p:cond delay="2000"/>
                            </p:stCondLst>
                            <p:childTnLst>
                              <p:par>
                                <p:cTn id="38" presetID="22" presetClass="entr" presetSubtype="1" fill="hold" grpId="0" nodeType="after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wipe(up)">
                                      <p:cBhvr>
                                        <p:cTn id="40" dur="1000"/>
                                        <p:tgtEl>
                                          <p:spTgt spid="28"/>
                                        </p:tgtEl>
                                      </p:cBhvr>
                                    </p:animEffect>
                                  </p:childTnLst>
                                </p:cTn>
                              </p:par>
                            </p:childTnLst>
                          </p:cTn>
                        </p:par>
                        <p:par>
                          <p:cTn id="41" fill="hold">
                            <p:stCondLst>
                              <p:cond delay="3000"/>
                            </p:stCondLst>
                            <p:childTnLst>
                              <p:par>
                                <p:cTn id="42" presetID="22" presetClass="entr" presetSubtype="8" fill="hold" grpId="0" nodeType="afterEffect">
                                  <p:stCondLst>
                                    <p:cond delay="0"/>
                                  </p:stCondLst>
                                  <p:childTnLst>
                                    <p:set>
                                      <p:cBhvr>
                                        <p:cTn id="43" dur="1" fill="hold">
                                          <p:stCondLst>
                                            <p:cond delay="0"/>
                                          </p:stCondLst>
                                        </p:cTn>
                                        <p:tgtEl>
                                          <p:spTgt spid="25"/>
                                        </p:tgtEl>
                                        <p:attrNameLst>
                                          <p:attrName>style.visibility</p:attrName>
                                        </p:attrNameLst>
                                      </p:cBhvr>
                                      <p:to>
                                        <p:strVal val="visible"/>
                                      </p:to>
                                    </p:set>
                                    <p:animEffect transition="in" filter="wipe(left)">
                                      <p:cBhvr>
                                        <p:cTn id="44"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8" grpId="0" animBg="1"/>
      <p:bldP spid="25" grpId="0"/>
      <p:bldP spid="22" grpId="0" animBg="1"/>
      <p:bldP spid="23" grpId="0" animBg="1"/>
      <p:bldP spid="38" grpId="0"/>
      <p:bldP spid="3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梯形 10"/>
          <p:cNvSpPr/>
          <p:nvPr/>
        </p:nvSpPr>
        <p:spPr>
          <a:xfrm>
            <a:off x="2674800" y="1261295"/>
            <a:ext cx="1170000" cy="216024"/>
          </a:xfrm>
          <a:prstGeom prst="trapezoid">
            <a:avLst>
              <a:gd name="adj" fmla="val 40432"/>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2209800" y="1392461"/>
            <a:ext cx="6747588" cy="1257117"/>
          </a:xfrm>
          <a:prstGeom prst="rect">
            <a:avLst/>
          </a:prstGeom>
          <a:solidFill>
            <a:schemeClr val="bg1">
              <a:lumMod val="95000"/>
            </a:schemeClr>
          </a:solidFill>
          <a:ln w="12700" cap="flat" cmpd="sng" algn="ctr">
            <a:noFill/>
            <a:prstDash val="solid"/>
            <a:miter lim="800000"/>
          </a:ln>
          <a:effectLst/>
        </p:spPr>
        <p:txBody>
          <a:bodyPr lIns="1116000" tIns="0" bIns="36000" anchor="ctr"/>
          <a:lstStyle/>
          <a:p>
            <a:pPr algn="just" eaLnBrk="1" fontAlgn="auto" hangingPunct="1">
              <a:spcBef>
                <a:spcPts val="0"/>
              </a:spcBef>
              <a:spcAft>
                <a:spcPts val="0"/>
              </a:spcAft>
              <a:defRPr/>
            </a:pPr>
            <a:endParaRPr lang="zh-CN" altLang="en-US" sz="3600" b="1" dirty="0">
              <a:solidFill>
                <a:srgbClr val="00A28B"/>
              </a:solidFill>
              <a:latin typeface="华文中宋" panose="02010600040101010101" pitchFamily="2" charset="-122"/>
              <a:ea typeface="华文中宋" panose="02010600040101010101" pitchFamily="2" charset="-122"/>
              <a:cs typeface="+mj-cs"/>
            </a:endParaRPr>
          </a:p>
        </p:txBody>
      </p:sp>
      <p:sp>
        <p:nvSpPr>
          <p:cNvPr id="13" name="任意多边形 8"/>
          <p:cNvSpPr>
            <a:spLocks/>
          </p:cNvSpPr>
          <p:nvPr/>
        </p:nvSpPr>
        <p:spPr bwMode="auto">
          <a:xfrm>
            <a:off x="2763665" y="1261295"/>
            <a:ext cx="993775" cy="1011237"/>
          </a:xfrm>
          <a:custGeom>
            <a:avLst/>
            <a:gdLst>
              <a:gd name="T0" fmla="*/ 0 w 993531"/>
              <a:gd name="T1" fmla="*/ 0 h 1011115"/>
              <a:gd name="T2" fmla="*/ 993775 w 993531"/>
              <a:gd name="T3" fmla="*/ 0 h 1011115"/>
              <a:gd name="T4" fmla="*/ 496888 w 993531"/>
              <a:gd name="T5" fmla="*/ 1011237 h 1011115"/>
              <a:gd name="T6" fmla="*/ 0 60000 65536"/>
              <a:gd name="T7" fmla="*/ 0 60000 65536"/>
              <a:gd name="T8" fmla="*/ 0 60000 65536"/>
              <a:gd name="T9" fmla="*/ 0 w 993531"/>
              <a:gd name="T10" fmla="*/ 0 h 1011115"/>
              <a:gd name="T11" fmla="*/ 993531 w 993531"/>
              <a:gd name="T12" fmla="*/ 1011115 h 1011115"/>
            </a:gdLst>
            <a:ahLst/>
            <a:cxnLst>
              <a:cxn ang="T6">
                <a:pos x="T0" y="T1"/>
              </a:cxn>
              <a:cxn ang="T7">
                <a:pos x="T2" y="T3"/>
              </a:cxn>
              <a:cxn ang="T8">
                <a:pos x="T4" y="T5"/>
              </a:cxn>
            </a:cxnLst>
            <a:rect l="T9" t="T10" r="T11" b="T12"/>
            <a:pathLst>
              <a:path w="993531" h="1011115">
                <a:moveTo>
                  <a:pt x="0" y="0"/>
                </a:moveTo>
                <a:lnTo>
                  <a:pt x="993531" y="0"/>
                </a:lnTo>
                <a:lnTo>
                  <a:pt x="496766" y="1011115"/>
                </a:lnTo>
                <a:lnTo>
                  <a:pt x="0" y="0"/>
                </a:lnTo>
                <a:close/>
              </a:path>
            </a:pathLst>
          </a:custGeom>
          <a:solidFill>
            <a:schemeClr val="bg1">
              <a:lumMod val="85000"/>
            </a:schemeClr>
          </a:solidFill>
          <a:ln w="12700" algn="ctr">
            <a:noFill/>
            <a:miter lim="800000"/>
            <a:headEnd/>
            <a:tailEnd/>
          </a:ln>
        </p:spPr>
        <p:txBody>
          <a:bodyPr tIns="0" bIns="360000" anchor="ctr"/>
          <a:lstStyle/>
          <a:p>
            <a:pPr algn="ctr" eaLnBrk="1" hangingPunct="1">
              <a:spcBef>
                <a:spcPts val="2400"/>
              </a:spcBef>
              <a:buClr>
                <a:schemeClr val="accent1"/>
              </a:buClr>
              <a:buSzPct val="60000"/>
            </a:pPr>
            <a:r>
              <a:rPr lang="en-US" altLang="zh-CN" sz="3200" b="1" dirty="0" smtClean="0">
                <a:solidFill>
                  <a:schemeClr val="accent2">
                    <a:lumMod val="50000"/>
                  </a:schemeClr>
                </a:solidFill>
                <a:latin typeface="微软雅黑" pitchFamily="34" charset="-122"/>
                <a:ea typeface="微软雅黑" pitchFamily="34" charset="-122"/>
                <a:cs typeface="Arial Unicode MS" pitchFamily="34" charset="-122"/>
              </a:rPr>
              <a:t>06</a:t>
            </a:r>
            <a:endParaRPr lang="zh-CN" altLang="en-US" sz="3200" b="1" dirty="0">
              <a:solidFill>
                <a:schemeClr val="accent2">
                  <a:lumMod val="50000"/>
                </a:schemeClr>
              </a:solidFill>
              <a:latin typeface="微软雅黑" pitchFamily="34" charset="-122"/>
              <a:ea typeface="微软雅黑" pitchFamily="34" charset="-122"/>
              <a:cs typeface="Arial Unicode MS" pitchFamily="34" charset="-122"/>
            </a:endParaRPr>
          </a:p>
        </p:txBody>
      </p:sp>
      <p:sp>
        <p:nvSpPr>
          <p:cNvPr id="14" name="矩形 13"/>
          <p:cNvSpPr/>
          <p:nvPr/>
        </p:nvSpPr>
        <p:spPr>
          <a:xfrm>
            <a:off x="3838203" y="1612128"/>
            <a:ext cx="4801314" cy="707886"/>
          </a:xfrm>
          <a:prstGeom prst="rect">
            <a:avLst/>
          </a:prstGeom>
        </p:spPr>
        <p:txBody>
          <a:bodyPr wrap="none">
            <a:spAutoFit/>
          </a:bodyPr>
          <a:lstStyle/>
          <a:p>
            <a:r>
              <a:rPr lang="zh-CN" altLang="en-US" sz="4000" b="1" dirty="0" smtClean="0">
                <a:solidFill>
                  <a:schemeClr val="accent2">
                    <a:lumMod val="50000"/>
                  </a:schemeClr>
                </a:solidFill>
                <a:latin typeface="微软雅黑" pitchFamily="34" charset="-122"/>
                <a:ea typeface="微软雅黑" pitchFamily="34" charset="-122"/>
              </a:rPr>
              <a:t>数值积分与数值微分</a:t>
            </a:r>
            <a:endParaRPr lang="zh-CN" altLang="en-US" sz="4000" b="1" dirty="0">
              <a:solidFill>
                <a:schemeClr val="accent2">
                  <a:lumMod val="50000"/>
                </a:schemeClr>
              </a:solidFill>
              <a:latin typeface="微软雅黑" pitchFamily="34" charset="-122"/>
              <a:ea typeface="微软雅黑" pitchFamily="34" charset="-122"/>
            </a:endParaRPr>
          </a:p>
        </p:txBody>
      </p:sp>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942431"/>
            <a:ext cx="3668713" cy="1952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7" name="Freeform 11"/>
          <p:cNvSpPr>
            <a:spLocks noEditPoints="1"/>
          </p:cNvSpPr>
          <p:nvPr/>
        </p:nvSpPr>
        <p:spPr bwMode="auto">
          <a:xfrm>
            <a:off x="7050088" y="3275013"/>
            <a:ext cx="1489075" cy="1287462"/>
          </a:xfrm>
          <a:custGeom>
            <a:avLst/>
            <a:gdLst>
              <a:gd name="T0" fmla="*/ 2147483647 w 948"/>
              <a:gd name="T1" fmla="*/ 2147483647 h 810"/>
              <a:gd name="T2" fmla="*/ 2147483647 w 948"/>
              <a:gd name="T3" fmla="*/ 2147483647 h 810"/>
              <a:gd name="T4" fmla="*/ 2147483647 w 948"/>
              <a:gd name="T5" fmla="*/ 2147483647 h 810"/>
              <a:gd name="T6" fmla="*/ 2147483647 w 948"/>
              <a:gd name="T7" fmla="*/ 2147483647 h 810"/>
              <a:gd name="T8" fmla="*/ 2147483647 w 948"/>
              <a:gd name="T9" fmla="*/ 2147483647 h 810"/>
              <a:gd name="T10" fmla="*/ 2147483647 w 948"/>
              <a:gd name="T11" fmla="*/ 2147483647 h 810"/>
              <a:gd name="T12" fmla="*/ 2147483647 w 948"/>
              <a:gd name="T13" fmla="*/ 2147483647 h 810"/>
              <a:gd name="T14" fmla="*/ 2147483647 w 948"/>
              <a:gd name="T15" fmla="*/ 2147483647 h 810"/>
              <a:gd name="T16" fmla="*/ 2147483647 w 948"/>
              <a:gd name="T17" fmla="*/ 2147483647 h 810"/>
              <a:gd name="T18" fmla="*/ 2147483647 w 948"/>
              <a:gd name="T19" fmla="*/ 2147483647 h 810"/>
              <a:gd name="T20" fmla="*/ 2147483647 w 948"/>
              <a:gd name="T21" fmla="*/ 2147483647 h 810"/>
              <a:gd name="T22" fmla="*/ 2147483647 w 948"/>
              <a:gd name="T23" fmla="*/ 2147483647 h 810"/>
              <a:gd name="T24" fmla="*/ 2147483647 w 948"/>
              <a:gd name="T25" fmla="*/ 2147483647 h 810"/>
              <a:gd name="T26" fmla="*/ 2147483647 w 948"/>
              <a:gd name="T27" fmla="*/ 2147483647 h 810"/>
              <a:gd name="T28" fmla="*/ 2147483647 w 948"/>
              <a:gd name="T29" fmla="*/ 2147483647 h 810"/>
              <a:gd name="T30" fmla="*/ 2147483647 w 948"/>
              <a:gd name="T31" fmla="*/ 2147483647 h 810"/>
              <a:gd name="T32" fmla="*/ 2147483647 w 948"/>
              <a:gd name="T33" fmla="*/ 2147483647 h 810"/>
              <a:gd name="T34" fmla="*/ 2147483647 w 948"/>
              <a:gd name="T35" fmla="*/ 2147483647 h 810"/>
              <a:gd name="T36" fmla="*/ 2147483647 w 948"/>
              <a:gd name="T37" fmla="*/ 2147483647 h 810"/>
              <a:gd name="T38" fmla="*/ 2147483647 w 948"/>
              <a:gd name="T39" fmla="*/ 2147483647 h 810"/>
              <a:gd name="T40" fmla="*/ 2147483647 w 948"/>
              <a:gd name="T41" fmla="*/ 2147483647 h 810"/>
              <a:gd name="T42" fmla="*/ 2147483647 w 948"/>
              <a:gd name="T43" fmla="*/ 2147483647 h 810"/>
              <a:gd name="T44" fmla="*/ 2147483647 w 948"/>
              <a:gd name="T45" fmla="*/ 2147483647 h 810"/>
              <a:gd name="T46" fmla="*/ 2147483647 w 948"/>
              <a:gd name="T47" fmla="*/ 2147483647 h 810"/>
              <a:gd name="T48" fmla="*/ 2147483647 w 948"/>
              <a:gd name="T49" fmla="*/ 2147483647 h 810"/>
              <a:gd name="T50" fmla="*/ 2147483647 w 948"/>
              <a:gd name="T51" fmla="*/ 2147483647 h 810"/>
              <a:gd name="T52" fmla="*/ 2147483647 w 948"/>
              <a:gd name="T53" fmla="*/ 2147483647 h 810"/>
              <a:gd name="T54" fmla="*/ 2147483647 w 948"/>
              <a:gd name="T55" fmla="*/ 2147483647 h 810"/>
              <a:gd name="T56" fmla="*/ 2147483647 w 948"/>
              <a:gd name="T57" fmla="*/ 2147483647 h 810"/>
              <a:gd name="T58" fmla="*/ 2147483647 w 948"/>
              <a:gd name="T59" fmla="*/ 2147483647 h 810"/>
              <a:gd name="T60" fmla="*/ 2147483647 w 948"/>
              <a:gd name="T61" fmla="*/ 2147483647 h 810"/>
              <a:gd name="T62" fmla="*/ 2147483647 w 948"/>
              <a:gd name="T63" fmla="*/ 2147483647 h 810"/>
              <a:gd name="T64" fmla="*/ 2147483647 w 948"/>
              <a:gd name="T65" fmla="*/ 2147483647 h 810"/>
              <a:gd name="T66" fmla="*/ 2147483647 w 948"/>
              <a:gd name="T67" fmla="*/ 2147483647 h 810"/>
              <a:gd name="T68" fmla="*/ 2147483647 w 948"/>
              <a:gd name="T69" fmla="*/ 2147483647 h 810"/>
              <a:gd name="T70" fmla="*/ 2147483647 w 948"/>
              <a:gd name="T71" fmla="*/ 2147483647 h 810"/>
              <a:gd name="T72" fmla="*/ 2147483647 w 948"/>
              <a:gd name="T73" fmla="*/ 2147483647 h 810"/>
              <a:gd name="T74" fmla="*/ 2147483647 w 948"/>
              <a:gd name="T75" fmla="*/ 2147483647 h 810"/>
              <a:gd name="T76" fmla="*/ 2147483647 w 948"/>
              <a:gd name="T77" fmla="*/ 2147483647 h 810"/>
              <a:gd name="T78" fmla="*/ 2147483647 w 948"/>
              <a:gd name="T79" fmla="*/ 2147483647 h 810"/>
              <a:gd name="T80" fmla="*/ 2147483647 w 948"/>
              <a:gd name="T81" fmla="*/ 2147483647 h 810"/>
              <a:gd name="T82" fmla="*/ 2147483647 w 948"/>
              <a:gd name="T83" fmla="*/ 2147483647 h 810"/>
              <a:gd name="T84" fmla="*/ 2147483647 w 948"/>
              <a:gd name="T85" fmla="*/ 2147483647 h 810"/>
              <a:gd name="T86" fmla="*/ 2147483647 w 948"/>
              <a:gd name="T87" fmla="*/ 2147483647 h 810"/>
              <a:gd name="T88" fmla="*/ 2147483647 w 948"/>
              <a:gd name="T89" fmla="*/ 2147483647 h 810"/>
              <a:gd name="T90" fmla="*/ 2147483647 w 948"/>
              <a:gd name="T91" fmla="*/ 2147483647 h 810"/>
              <a:gd name="T92" fmla="*/ 2147483647 w 948"/>
              <a:gd name="T93" fmla="*/ 2147483647 h 810"/>
              <a:gd name="T94" fmla="*/ 2147483647 w 948"/>
              <a:gd name="T95" fmla="*/ 2147483647 h 810"/>
              <a:gd name="T96" fmla="*/ 2147483647 w 948"/>
              <a:gd name="T97" fmla="*/ 2147483647 h 810"/>
              <a:gd name="T98" fmla="*/ 2147483647 w 948"/>
              <a:gd name="T99" fmla="*/ 2147483647 h 810"/>
              <a:gd name="T100" fmla="*/ 2147483647 w 948"/>
              <a:gd name="T101" fmla="*/ 2147483647 h 810"/>
              <a:gd name="T102" fmla="*/ 2147483647 w 948"/>
              <a:gd name="T103" fmla="*/ 2147483647 h 810"/>
              <a:gd name="T104" fmla="*/ 2147483647 w 948"/>
              <a:gd name="T105" fmla="*/ 2147483647 h 810"/>
              <a:gd name="T106" fmla="*/ 2147483647 w 948"/>
              <a:gd name="T107" fmla="*/ 2147483647 h 810"/>
              <a:gd name="T108" fmla="*/ 2147483647 w 948"/>
              <a:gd name="T109" fmla="*/ 2147483647 h 810"/>
              <a:gd name="T110" fmla="*/ 2147483647 w 948"/>
              <a:gd name="T111" fmla="*/ 2147483647 h 810"/>
              <a:gd name="T112" fmla="*/ 2147483647 w 948"/>
              <a:gd name="T113" fmla="*/ 2147483647 h 810"/>
              <a:gd name="T114" fmla="*/ 2147483647 w 948"/>
              <a:gd name="T115" fmla="*/ 2147483647 h 810"/>
              <a:gd name="T116" fmla="*/ 2147483647 w 948"/>
              <a:gd name="T117" fmla="*/ 2147483647 h 810"/>
              <a:gd name="T118" fmla="*/ 2147483647 w 948"/>
              <a:gd name="T119" fmla="*/ 2147483647 h 8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948" h="810">
                <a:moveTo>
                  <a:pt x="588" y="151"/>
                </a:moveTo>
                <a:cubicBezTo>
                  <a:pt x="588" y="151"/>
                  <a:pt x="588" y="152"/>
                  <a:pt x="588" y="152"/>
                </a:cubicBezTo>
                <a:cubicBezTo>
                  <a:pt x="588" y="153"/>
                  <a:pt x="589" y="154"/>
                  <a:pt x="589" y="155"/>
                </a:cubicBezTo>
                <a:cubicBezTo>
                  <a:pt x="589" y="156"/>
                  <a:pt x="589" y="156"/>
                  <a:pt x="589" y="157"/>
                </a:cubicBezTo>
                <a:cubicBezTo>
                  <a:pt x="589" y="158"/>
                  <a:pt x="589" y="159"/>
                  <a:pt x="589" y="161"/>
                </a:cubicBezTo>
                <a:cubicBezTo>
                  <a:pt x="589" y="161"/>
                  <a:pt x="589" y="161"/>
                  <a:pt x="589" y="161"/>
                </a:cubicBezTo>
                <a:cubicBezTo>
                  <a:pt x="589" y="162"/>
                  <a:pt x="589" y="164"/>
                  <a:pt x="589" y="165"/>
                </a:cubicBezTo>
                <a:cubicBezTo>
                  <a:pt x="589" y="165"/>
                  <a:pt x="589" y="166"/>
                  <a:pt x="589" y="166"/>
                </a:cubicBezTo>
                <a:cubicBezTo>
                  <a:pt x="589" y="167"/>
                  <a:pt x="589" y="168"/>
                  <a:pt x="589" y="169"/>
                </a:cubicBezTo>
                <a:cubicBezTo>
                  <a:pt x="589" y="170"/>
                  <a:pt x="589" y="170"/>
                  <a:pt x="589" y="171"/>
                </a:cubicBezTo>
                <a:cubicBezTo>
                  <a:pt x="588" y="178"/>
                  <a:pt x="586" y="185"/>
                  <a:pt x="584" y="191"/>
                </a:cubicBezTo>
                <a:cubicBezTo>
                  <a:pt x="584" y="192"/>
                  <a:pt x="583" y="193"/>
                  <a:pt x="583" y="194"/>
                </a:cubicBezTo>
                <a:cubicBezTo>
                  <a:pt x="583" y="195"/>
                  <a:pt x="583" y="195"/>
                  <a:pt x="583" y="195"/>
                </a:cubicBezTo>
                <a:cubicBezTo>
                  <a:pt x="583" y="196"/>
                  <a:pt x="582" y="197"/>
                  <a:pt x="582" y="198"/>
                </a:cubicBezTo>
                <a:cubicBezTo>
                  <a:pt x="582" y="198"/>
                  <a:pt x="582" y="198"/>
                  <a:pt x="582" y="198"/>
                </a:cubicBezTo>
                <a:cubicBezTo>
                  <a:pt x="580" y="201"/>
                  <a:pt x="579" y="204"/>
                  <a:pt x="577" y="207"/>
                </a:cubicBezTo>
                <a:cubicBezTo>
                  <a:pt x="577" y="207"/>
                  <a:pt x="577" y="207"/>
                  <a:pt x="577" y="208"/>
                </a:cubicBezTo>
                <a:cubicBezTo>
                  <a:pt x="577" y="208"/>
                  <a:pt x="576" y="209"/>
                  <a:pt x="575" y="210"/>
                </a:cubicBezTo>
                <a:cubicBezTo>
                  <a:pt x="575" y="210"/>
                  <a:pt x="575" y="211"/>
                  <a:pt x="575" y="211"/>
                </a:cubicBezTo>
                <a:cubicBezTo>
                  <a:pt x="573" y="215"/>
                  <a:pt x="570" y="218"/>
                  <a:pt x="567" y="222"/>
                </a:cubicBezTo>
                <a:cubicBezTo>
                  <a:pt x="567" y="222"/>
                  <a:pt x="567" y="222"/>
                  <a:pt x="567" y="222"/>
                </a:cubicBezTo>
                <a:cubicBezTo>
                  <a:pt x="566" y="223"/>
                  <a:pt x="566" y="224"/>
                  <a:pt x="565" y="224"/>
                </a:cubicBezTo>
                <a:cubicBezTo>
                  <a:pt x="565" y="224"/>
                  <a:pt x="565" y="225"/>
                  <a:pt x="565" y="225"/>
                </a:cubicBezTo>
                <a:cubicBezTo>
                  <a:pt x="562" y="227"/>
                  <a:pt x="560" y="230"/>
                  <a:pt x="558" y="232"/>
                </a:cubicBezTo>
                <a:cubicBezTo>
                  <a:pt x="558" y="232"/>
                  <a:pt x="557" y="232"/>
                  <a:pt x="557" y="232"/>
                </a:cubicBezTo>
                <a:cubicBezTo>
                  <a:pt x="557" y="233"/>
                  <a:pt x="556" y="233"/>
                  <a:pt x="555" y="234"/>
                </a:cubicBezTo>
                <a:cubicBezTo>
                  <a:pt x="555" y="234"/>
                  <a:pt x="555" y="234"/>
                  <a:pt x="554" y="234"/>
                </a:cubicBezTo>
                <a:cubicBezTo>
                  <a:pt x="554" y="235"/>
                  <a:pt x="553" y="236"/>
                  <a:pt x="552" y="236"/>
                </a:cubicBezTo>
                <a:cubicBezTo>
                  <a:pt x="547" y="240"/>
                  <a:pt x="543" y="243"/>
                  <a:pt x="537" y="246"/>
                </a:cubicBezTo>
                <a:cubicBezTo>
                  <a:pt x="536" y="246"/>
                  <a:pt x="535" y="247"/>
                  <a:pt x="534" y="247"/>
                </a:cubicBezTo>
                <a:cubicBezTo>
                  <a:pt x="533" y="247"/>
                  <a:pt x="533" y="248"/>
                  <a:pt x="532" y="248"/>
                </a:cubicBezTo>
                <a:cubicBezTo>
                  <a:pt x="532" y="248"/>
                  <a:pt x="531" y="249"/>
                  <a:pt x="530" y="249"/>
                </a:cubicBezTo>
                <a:cubicBezTo>
                  <a:pt x="529" y="249"/>
                  <a:pt x="529" y="249"/>
                  <a:pt x="528" y="249"/>
                </a:cubicBezTo>
                <a:cubicBezTo>
                  <a:pt x="527" y="250"/>
                  <a:pt x="526" y="250"/>
                  <a:pt x="525" y="251"/>
                </a:cubicBezTo>
                <a:cubicBezTo>
                  <a:pt x="525" y="251"/>
                  <a:pt x="525" y="251"/>
                  <a:pt x="525" y="251"/>
                </a:cubicBezTo>
                <a:cubicBezTo>
                  <a:pt x="523" y="251"/>
                  <a:pt x="522" y="252"/>
                  <a:pt x="520" y="252"/>
                </a:cubicBezTo>
                <a:cubicBezTo>
                  <a:pt x="520" y="252"/>
                  <a:pt x="520" y="252"/>
                  <a:pt x="519" y="252"/>
                </a:cubicBezTo>
                <a:cubicBezTo>
                  <a:pt x="518" y="253"/>
                  <a:pt x="517" y="253"/>
                  <a:pt x="516" y="253"/>
                </a:cubicBezTo>
                <a:cubicBezTo>
                  <a:pt x="516" y="253"/>
                  <a:pt x="515" y="253"/>
                  <a:pt x="515" y="253"/>
                </a:cubicBezTo>
                <a:cubicBezTo>
                  <a:pt x="514" y="254"/>
                  <a:pt x="512" y="254"/>
                  <a:pt x="511" y="254"/>
                </a:cubicBezTo>
                <a:cubicBezTo>
                  <a:pt x="509" y="254"/>
                  <a:pt x="508" y="255"/>
                  <a:pt x="506" y="255"/>
                </a:cubicBezTo>
                <a:cubicBezTo>
                  <a:pt x="506" y="255"/>
                  <a:pt x="506" y="255"/>
                  <a:pt x="505" y="255"/>
                </a:cubicBezTo>
                <a:cubicBezTo>
                  <a:pt x="504" y="255"/>
                  <a:pt x="503" y="255"/>
                  <a:pt x="502" y="255"/>
                </a:cubicBezTo>
                <a:cubicBezTo>
                  <a:pt x="502" y="255"/>
                  <a:pt x="501" y="255"/>
                  <a:pt x="501" y="255"/>
                </a:cubicBezTo>
                <a:cubicBezTo>
                  <a:pt x="499" y="255"/>
                  <a:pt x="498" y="255"/>
                  <a:pt x="496" y="255"/>
                </a:cubicBezTo>
                <a:cubicBezTo>
                  <a:pt x="496" y="255"/>
                  <a:pt x="496" y="255"/>
                  <a:pt x="496" y="255"/>
                </a:cubicBezTo>
                <a:cubicBezTo>
                  <a:pt x="495" y="255"/>
                  <a:pt x="494" y="255"/>
                  <a:pt x="492" y="255"/>
                </a:cubicBezTo>
                <a:cubicBezTo>
                  <a:pt x="492" y="255"/>
                  <a:pt x="491" y="255"/>
                  <a:pt x="491" y="255"/>
                </a:cubicBezTo>
                <a:cubicBezTo>
                  <a:pt x="490" y="255"/>
                  <a:pt x="489" y="255"/>
                  <a:pt x="488" y="255"/>
                </a:cubicBezTo>
                <a:cubicBezTo>
                  <a:pt x="488" y="255"/>
                  <a:pt x="487" y="255"/>
                  <a:pt x="487" y="255"/>
                </a:cubicBezTo>
                <a:cubicBezTo>
                  <a:pt x="485" y="255"/>
                  <a:pt x="484" y="255"/>
                  <a:pt x="483" y="255"/>
                </a:cubicBezTo>
                <a:cubicBezTo>
                  <a:pt x="477" y="254"/>
                  <a:pt x="471" y="253"/>
                  <a:pt x="466" y="251"/>
                </a:cubicBezTo>
                <a:cubicBezTo>
                  <a:pt x="465" y="250"/>
                  <a:pt x="464" y="250"/>
                  <a:pt x="463" y="250"/>
                </a:cubicBezTo>
                <a:cubicBezTo>
                  <a:pt x="463" y="250"/>
                  <a:pt x="462" y="250"/>
                  <a:pt x="462" y="249"/>
                </a:cubicBezTo>
                <a:cubicBezTo>
                  <a:pt x="461" y="249"/>
                  <a:pt x="460" y="249"/>
                  <a:pt x="459" y="248"/>
                </a:cubicBezTo>
                <a:cubicBezTo>
                  <a:pt x="459" y="248"/>
                  <a:pt x="459" y="248"/>
                  <a:pt x="459" y="248"/>
                </a:cubicBezTo>
                <a:cubicBezTo>
                  <a:pt x="456" y="247"/>
                  <a:pt x="453" y="245"/>
                  <a:pt x="450" y="244"/>
                </a:cubicBezTo>
                <a:cubicBezTo>
                  <a:pt x="450" y="244"/>
                  <a:pt x="450" y="244"/>
                  <a:pt x="450" y="244"/>
                </a:cubicBezTo>
                <a:cubicBezTo>
                  <a:pt x="449" y="243"/>
                  <a:pt x="448" y="243"/>
                  <a:pt x="447" y="242"/>
                </a:cubicBezTo>
                <a:cubicBezTo>
                  <a:pt x="447" y="242"/>
                  <a:pt x="447" y="242"/>
                  <a:pt x="446" y="242"/>
                </a:cubicBezTo>
                <a:cubicBezTo>
                  <a:pt x="443" y="239"/>
                  <a:pt x="439" y="237"/>
                  <a:pt x="436" y="234"/>
                </a:cubicBezTo>
                <a:cubicBezTo>
                  <a:pt x="435" y="234"/>
                  <a:pt x="435" y="234"/>
                  <a:pt x="435" y="234"/>
                </a:cubicBezTo>
                <a:cubicBezTo>
                  <a:pt x="434" y="233"/>
                  <a:pt x="434" y="232"/>
                  <a:pt x="433" y="232"/>
                </a:cubicBezTo>
                <a:cubicBezTo>
                  <a:pt x="433" y="231"/>
                  <a:pt x="433" y="231"/>
                  <a:pt x="432" y="231"/>
                </a:cubicBezTo>
                <a:cubicBezTo>
                  <a:pt x="430" y="229"/>
                  <a:pt x="428" y="227"/>
                  <a:pt x="425" y="224"/>
                </a:cubicBezTo>
                <a:cubicBezTo>
                  <a:pt x="425" y="224"/>
                  <a:pt x="425" y="224"/>
                  <a:pt x="425" y="224"/>
                </a:cubicBezTo>
                <a:cubicBezTo>
                  <a:pt x="425" y="223"/>
                  <a:pt x="424" y="222"/>
                  <a:pt x="423" y="222"/>
                </a:cubicBezTo>
                <a:cubicBezTo>
                  <a:pt x="423" y="221"/>
                  <a:pt x="423" y="221"/>
                  <a:pt x="423" y="221"/>
                </a:cubicBezTo>
                <a:cubicBezTo>
                  <a:pt x="422" y="220"/>
                  <a:pt x="421" y="219"/>
                  <a:pt x="421" y="218"/>
                </a:cubicBezTo>
                <a:cubicBezTo>
                  <a:pt x="417" y="213"/>
                  <a:pt x="413" y="207"/>
                  <a:pt x="410" y="200"/>
                </a:cubicBezTo>
                <a:cubicBezTo>
                  <a:pt x="410" y="200"/>
                  <a:pt x="410" y="199"/>
                  <a:pt x="409" y="199"/>
                </a:cubicBezTo>
                <a:cubicBezTo>
                  <a:pt x="409" y="198"/>
                  <a:pt x="409" y="197"/>
                  <a:pt x="408" y="196"/>
                </a:cubicBezTo>
                <a:cubicBezTo>
                  <a:pt x="408" y="196"/>
                  <a:pt x="408" y="195"/>
                  <a:pt x="408" y="195"/>
                </a:cubicBezTo>
                <a:cubicBezTo>
                  <a:pt x="407" y="194"/>
                  <a:pt x="407" y="193"/>
                  <a:pt x="407" y="191"/>
                </a:cubicBezTo>
                <a:cubicBezTo>
                  <a:pt x="406" y="191"/>
                  <a:pt x="406" y="191"/>
                  <a:pt x="406" y="191"/>
                </a:cubicBezTo>
                <a:cubicBezTo>
                  <a:pt x="406" y="190"/>
                  <a:pt x="406" y="188"/>
                  <a:pt x="405" y="187"/>
                </a:cubicBezTo>
                <a:cubicBezTo>
                  <a:pt x="405" y="187"/>
                  <a:pt x="405" y="186"/>
                  <a:pt x="405" y="186"/>
                </a:cubicBezTo>
                <a:cubicBezTo>
                  <a:pt x="405" y="185"/>
                  <a:pt x="404" y="184"/>
                  <a:pt x="404" y="183"/>
                </a:cubicBezTo>
                <a:cubicBezTo>
                  <a:pt x="404" y="182"/>
                  <a:pt x="404" y="182"/>
                  <a:pt x="404" y="181"/>
                </a:cubicBezTo>
                <a:cubicBezTo>
                  <a:pt x="404" y="180"/>
                  <a:pt x="403" y="179"/>
                  <a:pt x="403" y="177"/>
                </a:cubicBezTo>
                <a:cubicBezTo>
                  <a:pt x="403" y="176"/>
                  <a:pt x="403" y="174"/>
                  <a:pt x="402" y="173"/>
                </a:cubicBezTo>
                <a:cubicBezTo>
                  <a:pt x="402" y="173"/>
                  <a:pt x="402" y="172"/>
                  <a:pt x="402" y="172"/>
                </a:cubicBezTo>
                <a:cubicBezTo>
                  <a:pt x="402" y="171"/>
                  <a:pt x="402" y="170"/>
                  <a:pt x="402" y="169"/>
                </a:cubicBezTo>
                <a:cubicBezTo>
                  <a:pt x="402" y="168"/>
                  <a:pt x="402" y="168"/>
                  <a:pt x="402" y="167"/>
                </a:cubicBezTo>
                <a:cubicBezTo>
                  <a:pt x="402" y="166"/>
                  <a:pt x="402" y="164"/>
                  <a:pt x="402" y="163"/>
                </a:cubicBezTo>
                <a:cubicBezTo>
                  <a:pt x="402" y="163"/>
                  <a:pt x="402" y="163"/>
                  <a:pt x="402" y="163"/>
                </a:cubicBezTo>
                <a:cubicBezTo>
                  <a:pt x="402" y="161"/>
                  <a:pt x="402" y="160"/>
                  <a:pt x="402" y="159"/>
                </a:cubicBezTo>
                <a:cubicBezTo>
                  <a:pt x="402" y="158"/>
                  <a:pt x="402" y="158"/>
                  <a:pt x="402" y="157"/>
                </a:cubicBezTo>
                <a:cubicBezTo>
                  <a:pt x="402" y="156"/>
                  <a:pt x="402" y="156"/>
                  <a:pt x="402" y="155"/>
                </a:cubicBezTo>
                <a:cubicBezTo>
                  <a:pt x="402" y="154"/>
                  <a:pt x="402" y="154"/>
                  <a:pt x="402" y="153"/>
                </a:cubicBezTo>
                <a:cubicBezTo>
                  <a:pt x="402" y="152"/>
                  <a:pt x="402" y="151"/>
                  <a:pt x="403" y="149"/>
                </a:cubicBezTo>
                <a:cubicBezTo>
                  <a:pt x="403" y="149"/>
                  <a:pt x="403" y="149"/>
                  <a:pt x="403" y="149"/>
                </a:cubicBezTo>
                <a:cubicBezTo>
                  <a:pt x="403" y="143"/>
                  <a:pt x="405" y="138"/>
                  <a:pt x="406" y="132"/>
                </a:cubicBezTo>
                <a:cubicBezTo>
                  <a:pt x="407" y="131"/>
                  <a:pt x="407" y="130"/>
                  <a:pt x="408" y="129"/>
                </a:cubicBezTo>
                <a:cubicBezTo>
                  <a:pt x="408" y="129"/>
                  <a:pt x="408" y="129"/>
                  <a:pt x="408" y="129"/>
                </a:cubicBezTo>
                <a:cubicBezTo>
                  <a:pt x="408" y="128"/>
                  <a:pt x="409" y="127"/>
                  <a:pt x="409" y="126"/>
                </a:cubicBezTo>
                <a:cubicBezTo>
                  <a:pt x="409" y="126"/>
                  <a:pt x="409" y="126"/>
                  <a:pt x="409" y="126"/>
                </a:cubicBezTo>
                <a:cubicBezTo>
                  <a:pt x="410" y="123"/>
                  <a:pt x="412" y="120"/>
                  <a:pt x="413" y="117"/>
                </a:cubicBezTo>
                <a:cubicBezTo>
                  <a:pt x="413" y="117"/>
                  <a:pt x="414" y="116"/>
                  <a:pt x="414" y="116"/>
                </a:cubicBezTo>
                <a:cubicBezTo>
                  <a:pt x="414" y="115"/>
                  <a:pt x="415" y="114"/>
                  <a:pt x="415" y="114"/>
                </a:cubicBezTo>
                <a:cubicBezTo>
                  <a:pt x="415" y="113"/>
                  <a:pt x="415" y="113"/>
                  <a:pt x="416" y="113"/>
                </a:cubicBezTo>
                <a:cubicBezTo>
                  <a:pt x="418" y="109"/>
                  <a:pt x="420" y="106"/>
                  <a:pt x="423" y="102"/>
                </a:cubicBezTo>
                <a:cubicBezTo>
                  <a:pt x="423" y="102"/>
                  <a:pt x="423" y="102"/>
                  <a:pt x="424" y="102"/>
                </a:cubicBezTo>
                <a:cubicBezTo>
                  <a:pt x="424" y="101"/>
                  <a:pt x="425" y="100"/>
                  <a:pt x="426" y="99"/>
                </a:cubicBezTo>
                <a:cubicBezTo>
                  <a:pt x="426" y="99"/>
                  <a:pt x="426" y="99"/>
                  <a:pt x="426" y="99"/>
                </a:cubicBezTo>
                <a:cubicBezTo>
                  <a:pt x="428" y="97"/>
                  <a:pt x="431" y="94"/>
                  <a:pt x="433" y="92"/>
                </a:cubicBezTo>
                <a:cubicBezTo>
                  <a:pt x="433" y="92"/>
                  <a:pt x="433" y="92"/>
                  <a:pt x="433" y="92"/>
                </a:cubicBezTo>
                <a:cubicBezTo>
                  <a:pt x="434" y="91"/>
                  <a:pt x="435" y="90"/>
                  <a:pt x="436" y="90"/>
                </a:cubicBezTo>
                <a:cubicBezTo>
                  <a:pt x="436" y="90"/>
                  <a:pt x="436" y="89"/>
                  <a:pt x="436" y="89"/>
                </a:cubicBezTo>
                <a:cubicBezTo>
                  <a:pt x="437" y="89"/>
                  <a:pt x="438" y="88"/>
                  <a:pt x="439" y="87"/>
                </a:cubicBezTo>
                <a:cubicBezTo>
                  <a:pt x="443" y="84"/>
                  <a:pt x="448" y="81"/>
                  <a:pt x="453" y="78"/>
                </a:cubicBezTo>
                <a:cubicBezTo>
                  <a:pt x="454" y="78"/>
                  <a:pt x="456" y="77"/>
                  <a:pt x="457" y="77"/>
                </a:cubicBezTo>
                <a:cubicBezTo>
                  <a:pt x="457" y="76"/>
                  <a:pt x="458" y="76"/>
                  <a:pt x="458" y="76"/>
                </a:cubicBezTo>
                <a:cubicBezTo>
                  <a:pt x="459" y="76"/>
                  <a:pt x="460" y="75"/>
                  <a:pt x="461" y="75"/>
                </a:cubicBezTo>
                <a:cubicBezTo>
                  <a:pt x="461" y="75"/>
                  <a:pt x="462" y="74"/>
                  <a:pt x="462" y="74"/>
                </a:cubicBezTo>
                <a:cubicBezTo>
                  <a:pt x="463" y="74"/>
                  <a:pt x="465" y="73"/>
                  <a:pt x="466" y="73"/>
                </a:cubicBezTo>
                <a:cubicBezTo>
                  <a:pt x="466" y="73"/>
                  <a:pt x="466" y="73"/>
                  <a:pt x="466" y="73"/>
                </a:cubicBezTo>
                <a:cubicBezTo>
                  <a:pt x="467" y="72"/>
                  <a:pt x="469" y="72"/>
                  <a:pt x="470" y="72"/>
                </a:cubicBezTo>
                <a:cubicBezTo>
                  <a:pt x="471" y="72"/>
                  <a:pt x="471" y="71"/>
                  <a:pt x="471" y="71"/>
                </a:cubicBezTo>
                <a:cubicBezTo>
                  <a:pt x="472" y="71"/>
                  <a:pt x="473" y="71"/>
                  <a:pt x="474" y="71"/>
                </a:cubicBezTo>
                <a:cubicBezTo>
                  <a:pt x="475" y="71"/>
                  <a:pt x="475" y="70"/>
                  <a:pt x="476" y="70"/>
                </a:cubicBezTo>
                <a:cubicBezTo>
                  <a:pt x="477" y="70"/>
                  <a:pt x="479" y="70"/>
                  <a:pt x="480" y="70"/>
                </a:cubicBezTo>
                <a:cubicBezTo>
                  <a:pt x="481" y="69"/>
                  <a:pt x="483" y="69"/>
                  <a:pt x="484" y="69"/>
                </a:cubicBezTo>
                <a:cubicBezTo>
                  <a:pt x="485" y="69"/>
                  <a:pt x="485" y="69"/>
                  <a:pt x="486" y="69"/>
                </a:cubicBezTo>
                <a:cubicBezTo>
                  <a:pt x="487" y="69"/>
                  <a:pt x="488" y="69"/>
                  <a:pt x="489" y="69"/>
                </a:cubicBezTo>
                <a:cubicBezTo>
                  <a:pt x="489" y="68"/>
                  <a:pt x="490" y="68"/>
                  <a:pt x="490" y="68"/>
                </a:cubicBezTo>
                <a:cubicBezTo>
                  <a:pt x="491" y="68"/>
                  <a:pt x="493" y="68"/>
                  <a:pt x="494" y="68"/>
                </a:cubicBezTo>
                <a:cubicBezTo>
                  <a:pt x="494" y="68"/>
                  <a:pt x="494" y="68"/>
                  <a:pt x="495" y="68"/>
                </a:cubicBezTo>
                <a:cubicBezTo>
                  <a:pt x="496" y="68"/>
                  <a:pt x="497" y="68"/>
                  <a:pt x="498" y="68"/>
                </a:cubicBezTo>
                <a:cubicBezTo>
                  <a:pt x="499" y="68"/>
                  <a:pt x="499" y="68"/>
                  <a:pt x="500" y="68"/>
                </a:cubicBezTo>
                <a:cubicBezTo>
                  <a:pt x="501" y="68"/>
                  <a:pt x="502" y="68"/>
                  <a:pt x="503" y="69"/>
                </a:cubicBezTo>
                <a:cubicBezTo>
                  <a:pt x="503" y="69"/>
                  <a:pt x="504" y="69"/>
                  <a:pt x="504" y="69"/>
                </a:cubicBezTo>
                <a:cubicBezTo>
                  <a:pt x="505" y="69"/>
                  <a:pt x="507" y="69"/>
                  <a:pt x="508" y="69"/>
                </a:cubicBezTo>
                <a:cubicBezTo>
                  <a:pt x="514" y="70"/>
                  <a:pt x="519" y="71"/>
                  <a:pt x="525" y="73"/>
                </a:cubicBezTo>
                <a:cubicBezTo>
                  <a:pt x="526" y="73"/>
                  <a:pt x="527" y="74"/>
                  <a:pt x="528" y="74"/>
                </a:cubicBezTo>
                <a:cubicBezTo>
                  <a:pt x="528" y="74"/>
                  <a:pt x="528" y="74"/>
                  <a:pt x="528" y="74"/>
                </a:cubicBezTo>
                <a:cubicBezTo>
                  <a:pt x="529" y="75"/>
                  <a:pt x="530" y="75"/>
                  <a:pt x="531" y="75"/>
                </a:cubicBezTo>
                <a:cubicBezTo>
                  <a:pt x="531" y="75"/>
                  <a:pt x="532" y="76"/>
                  <a:pt x="532" y="76"/>
                </a:cubicBezTo>
                <a:cubicBezTo>
                  <a:pt x="535" y="77"/>
                  <a:pt x="538" y="78"/>
                  <a:pt x="541" y="80"/>
                </a:cubicBezTo>
                <a:cubicBezTo>
                  <a:pt x="541" y="80"/>
                  <a:pt x="541" y="80"/>
                  <a:pt x="541" y="80"/>
                </a:cubicBezTo>
                <a:cubicBezTo>
                  <a:pt x="542" y="81"/>
                  <a:pt x="543" y="81"/>
                  <a:pt x="544" y="82"/>
                </a:cubicBezTo>
                <a:cubicBezTo>
                  <a:pt x="544" y="82"/>
                  <a:pt x="544" y="82"/>
                  <a:pt x="544" y="82"/>
                </a:cubicBezTo>
                <a:cubicBezTo>
                  <a:pt x="548" y="84"/>
                  <a:pt x="552" y="87"/>
                  <a:pt x="555" y="90"/>
                </a:cubicBezTo>
                <a:cubicBezTo>
                  <a:pt x="555" y="90"/>
                  <a:pt x="555" y="90"/>
                  <a:pt x="556" y="90"/>
                </a:cubicBezTo>
                <a:cubicBezTo>
                  <a:pt x="556" y="91"/>
                  <a:pt x="557" y="92"/>
                  <a:pt x="558" y="92"/>
                </a:cubicBezTo>
                <a:cubicBezTo>
                  <a:pt x="558" y="92"/>
                  <a:pt x="558" y="92"/>
                  <a:pt x="558" y="93"/>
                </a:cubicBezTo>
                <a:cubicBezTo>
                  <a:pt x="561" y="95"/>
                  <a:pt x="563" y="97"/>
                  <a:pt x="565" y="100"/>
                </a:cubicBezTo>
                <a:cubicBezTo>
                  <a:pt x="565" y="100"/>
                  <a:pt x="565" y="100"/>
                  <a:pt x="565" y="100"/>
                </a:cubicBezTo>
                <a:cubicBezTo>
                  <a:pt x="566" y="101"/>
                  <a:pt x="567" y="101"/>
                  <a:pt x="567" y="102"/>
                </a:cubicBezTo>
                <a:cubicBezTo>
                  <a:pt x="568" y="102"/>
                  <a:pt x="568" y="103"/>
                  <a:pt x="568" y="103"/>
                </a:cubicBezTo>
                <a:cubicBezTo>
                  <a:pt x="569" y="104"/>
                  <a:pt x="569" y="104"/>
                  <a:pt x="570" y="105"/>
                </a:cubicBezTo>
                <a:cubicBezTo>
                  <a:pt x="573" y="110"/>
                  <a:pt x="576" y="115"/>
                  <a:pt x="579" y="120"/>
                </a:cubicBezTo>
                <a:cubicBezTo>
                  <a:pt x="580" y="121"/>
                  <a:pt x="580" y="122"/>
                  <a:pt x="581" y="123"/>
                </a:cubicBezTo>
                <a:cubicBezTo>
                  <a:pt x="581" y="124"/>
                  <a:pt x="581" y="124"/>
                  <a:pt x="581" y="125"/>
                </a:cubicBezTo>
                <a:cubicBezTo>
                  <a:pt x="582" y="126"/>
                  <a:pt x="582" y="127"/>
                  <a:pt x="582" y="127"/>
                </a:cubicBezTo>
                <a:cubicBezTo>
                  <a:pt x="583" y="128"/>
                  <a:pt x="583" y="128"/>
                  <a:pt x="583" y="129"/>
                </a:cubicBezTo>
                <a:cubicBezTo>
                  <a:pt x="583" y="130"/>
                  <a:pt x="584" y="131"/>
                  <a:pt x="584" y="132"/>
                </a:cubicBezTo>
                <a:cubicBezTo>
                  <a:pt x="584" y="132"/>
                  <a:pt x="584" y="133"/>
                  <a:pt x="584" y="133"/>
                </a:cubicBezTo>
                <a:cubicBezTo>
                  <a:pt x="585" y="134"/>
                  <a:pt x="585" y="135"/>
                  <a:pt x="585" y="137"/>
                </a:cubicBezTo>
                <a:lnTo>
                  <a:pt x="586" y="138"/>
                </a:lnTo>
                <a:cubicBezTo>
                  <a:pt x="586" y="139"/>
                  <a:pt x="586" y="140"/>
                  <a:pt x="587" y="141"/>
                </a:cubicBezTo>
                <a:cubicBezTo>
                  <a:pt x="587" y="141"/>
                  <a:pt x="587" y="142"/>
                  <a:pt x="587" y="142"/>
                </a:cubicBezTo>
                <a:cubicBezTo>
                  <a:pt x="587" y="144"/>
                  <a:pt x="587" y="145"/>
                  <a:pt x="588" y="147"/>
                </a:cubicBezTo>
                <a:cubicBezTo>
                  <a:pt x="588" y="148"/>
                  <a:pt x="588" y="149"/>
                  <a:pt x="588" y="151"/>
                </a:cubicBezTo>
                <a:close/>
                <a:moveTo>
                  <a:pt x="657" y="163"/>
                </a:moveTo>
                <a:lnTo>
                  <a:pt x="648" y="108"/>
                </a:lnTo>
                <a:lnTo>
                  <a:pt x="616" y="114"/>
                </a:lnTo>
                <a:cubicBezTo>
                  <a:pt x="611" y="99"/>
                  <a:pt x="602" y="86"/>
                  <a:pt x="592" y="74"/>
                </a:cubicBezTo>
                <a:lnTo>
                  <a:pt x="611" y="48"/>
                </a:lnTo>
                <a:lnTo>
                  <a:pt x="565" y="16"/>
                </a:lnTo>
                <a:lnTo>
                  <a:pt x="547" y="42"/>
                </a:lnTo>
                <a:cubicBezTo>
                  <a:pt x="533" y="36"/>
                  <a:pt x="518" y="32"/>
                  <a:pt x="502" y="32"/>
                </a:cubicBezTo>
                <a:lnTo>
                  <a:pt x="497" y="0"/>
                </a:lnTo>
                <a:lnTo>
                  <a:pt x="442" y="9"/>
                </a:lnTo>
                <a:lnTo>
                  <a:pt x="447" y="41"/>
                </a:lnTo>
                <a:cubicBezTo>
                  <a:pt x="432" y="47"/>
                  <a:pt x="419" y="55"/>
                  <a:pt x="408" y="65"/>
                </a:cubicBezTo>
                <a:lnTo>
                  <a:pt x="382" y="47"/>
                </a:lnTo>
                <a:lnTo>
                  <a:pt x="350" y="92"/>
                </a:lnTo>
                <a:lnTo>
                  <a:pt x="376" y="110"/>
                </a:lnTo>
                <a:cubicBezTo>
                  <a:pt x="370" y="124"/>
                  <a:pt x="366" y="140"/>
                  <a:pt x="365" y="155"/>
                </a:cubicBezTo>
                <a:lnTo>
                  <a:pt x="334" y="161"/>
                </a:lnTo>
                <a:lnTo>
                  <a:pt x="343" y="215"/>
                </a:lnTo>
                <a:lnTo>
                  <a:pt x="374" y="210"/>
                </a:lnTo>
                <a:cubicBezTo>
                  <a:pt x="380" y="225"/>
                  <a:pt x="388" y="238"/>
                  <a:pt x="399" y="249"/>
                </a:cubicBezTo>
                <a:lnTo>
                  <a:pt x="380" y="275"/>
                </a:lnTo>
                <a:lnTo>
                  <a:pt x="425" y="308"/>
                </a:lnTo>
                <a:lnTo>
                  <a:pt x="444" y="282"/>
                </a:lnTo>
                <a:cubicBezTo>
                  <a:pt x="458" y="288"/>
                  <a:pt x="473" y="291"/>
                  <a:pt x="489" y="292"/>
                </a:cubicBezTo>
                <a:lnTo>
                  <a:pt x="494" y="324"/>
                </a:lnTo>
                <a:lnTo>
                  <a:pt x="549" y="315"/>
                </a:lnTo>
                <a:lnTo>
                  <a:pt x="544" y="283"/>
                </a:lnTo>
                <a:cubicBezTo>
                  <a:pt x="558" y="277"/>
                  <a:pt x="571" y="269"/>
                  <a:pt x="583" y="258"/>
                </a:cubicBezTo>
                <a:lnTo>
                  <a:pt x="609" y="277"/>
                </a:lnTo>
                <a:lnTo>
                  <a:pt x="641" y="232"/>
                </a:lnTo>
                <a:lnTo>
                  <a:pt x="615" y="213"/>
                </a:lnTo>
                <a:cubicBezTo>
                  <a:pt x="621" y="199"/>
                  <a:pt x="625" y="184"/>
                  <a:pt x="625" y="168"/>
                </a:cubicBezTo>
                <a:lnTo>
                  <a:pt x="657" y="163"/>
                </a:lnTo>
                <a:close/>
                <a:moveTo>
                  <a:pt x="453" y="544"/>
                </a:moveTo>
                <a:cubicBezTo>
                  <a:pt x="453" y="545"/>
                  <a:pt x="453" y="546"/>
                  <a:pt x="453" y="547"/>
                </a:cubicBezTo>
                <a:cubicBezTo>
                  <a:pt x="452" y="548"/>
                  <a:pt x="452" y="550"/>
                  <a:pt x="452" y="552"/>
                </a:cubicBezTo>
                <a:cubicBezTo>
                  <a:pt x="452" y="553"/>
                  <a:pt x="451" y="554"/>
                  <a:pt x="451" y="554"/>
                </a:cubicBezTo>
                <a:cubicBezTo>
                  <a:pt x="451" y="557"/>
                  <a:pt x="450" y="559"/>
                  <a:pt x="450" y="562"/>
                </a:cubicBezTo>
                <a:cubicBezTo>
                  <a:pt x="450" y="562"/>
                  <a:pt x="450" y="562"/>
                  <a:pt x="449" y="562"/>
                </a:cubicBezTo>
                <a:cubicBezTo>
                  <a:pt x="449" y="565"/>
                  <a:pt x="448" y="567"/>
                  <a:pt x="448" y="569"/>
                </a:cubicBezTo>
                <a:cubicBezTo>
                  <a:pt x="447" y="570"/>
                  <a:pt x="447" y="570"/>
                  <a:pt x="447" y="571"/>
                </a:cubicBezTo>
                <a:cubicBezTo>
                  <a:pt x="447" y="573"/>
                  <a:pt x="446" y="575"/>
                  <a:pt x="445" y="576"/>
                </a:cubicBezTo>
                <a:cubicBezTo>
                  <a:pt x="445" y="577"/>
                  <a:pt x="445" y="578"/>
                  <a:pt x="445" y="579"/>
                </a:cubicBezTo>
                <a:cubicBezTo>
                  <a:pt x="440" y="591"/>
                  <a:pt x="435" y="602"/>
                  <a:pt x="428" y="612"/>
                </a:cubicBezTo>
                <a:cubicBezTo>
                  <a:pt x="427" y="614"/>
                  <a:pt x="426" y="616"/>
                  <a:pt x="425" y="617"/>
                </a:cubicBezTo>
                <a:cubicBezTo>
                  <a:pt x="424" y="617"/>
                  <a:pt x="424" y="618"/>
                  <a:pt x="424" y="618"/>
                </a:cubicBezTo>
                <a:cubicBezTo>
                  <a:pt x="423" y="620"/>
                  <a:pt x="422" y="621"/>
                  <a:pt x="421" y="623"/>
                </a:cubicBezTo>
                <a:cubicBezTo>
                  <a:pt x="421" y="623"/>
                  <a:pt x="420" y="623"/>
                  <a:pt x="420" y="623"/>
                </a:cubicBezTo>
                <a:cubicBezTo>
                  <a:pt x="417" y="628"/>
                  <a:pt x="413" y="632"/>
                  <a:pt x="409" y="637"/>
                </a:cubicBezTo>
                <a:cubicBezTo>
                  <a:pt x="409" y="637"/>
                  <a:pt x="409" y="637"/>
                  <a:pt x="408" y="637"/>
                </a:cubicBezTo>
                <a:cubicBezTo>
                  <a:pt x="407" y="639"/>
                  <a:pt x="406" y="640"/>
                  <a:pt x="404" y="641"/>
                </a:cubicBezTo>
                <a:cubicBezTo>
                  <a:pt x="404" y="641"/>
                  <a:pt x="404" y="642"/>
                  <a:pt x="404" y="642"/>
                </a:cubicBezTo>
                <a:cubicBezTo>
                  <a:pt x="398" y="648"/>
                  <a:pt x="392" y="653"/>
                  <a:pt x="386" y="657"/>
                </a:cubicBezTo>
                <a:cubicBezTo>
                  <a:pt x="385" y="657"/>
                  <a:pt x="385" y="658"/>
                  <a:pt x="385" y="658"/>
                </a:cubicBezTo>
                <a:cubicBezTo>
                  <a:pt x="383" y="659"/>
                  <a:pt x="382" y="660"/>
                  <a:pt x="380" y="661"/>
                </a:cubicBezTo>
                <a:cubicBezTo>
                  <a:pt x="380" y="661"/>
                  <a:pt x="379" y="661"/>
                  <a:pt x="379" y="662"/>
                </a:cubicBezTo>
                <a:cubicBezTo>
                  <a:pt x="374" y="665"/>
                  <a:pt x="369" y="668"/>
                  <a:pt x="364" y="670"/>
                </a:cubicBezTo>
                <a:cubicBezTo>
                  <a:pt x="364" y="671"/>
                  <a:pt x="364" y="671"/>
                  <a:pt x="363" y="671"/>
                </a:cubicBezTo>
                <a:cubicBezTo>
                  <a:pt x="362" y="672"/>
                  <a:pt x="360" y="672"/>
                  <a:pt x="358" y="673"/>
                </a:cubicBezTo>
                <a:cubicBezTo>
                  <a:pt x="358" y="673"/>
                  <a:pt x="358" y="674"/>
                  <a:pt x="357" y="674"/>
                </a:cubicBezTo>
                <a:cubicBezTo>
                  <a:pt x="356" y="675"/>
                  <a:pt x="354" y="675"/>
                  <a:pt x="352" y="676"/>
                </a:cubicBezTo>
                <a:cubicBezTo>
                  <a:pt x="343" y="680"/>
                  <a:pt x="333" y="683"/>
                  <a:pt x="323" y="685"/>
                </a:cubicBezTo>
                <a:cubicBezTo>
                  <a:pt x="321" y="686"/>
                  <a:pt x="318" y="686"/>
                  <a:pt x="316" y="687"/>
                </a:cubicBezTo>
                <a:cubicBezTo>
                  <a:pt x="315" y="687"/>
                  <a:pt x="314" y="687"/>
                  <a:pt x="313" y="687"/>
                </a:cubicBezTo>
                <a:cubicBezTo>
                  <a:pt x="312" y="687"/>
                  <a:pt x="310" y="688"/>
                  <a:pt x="308" y="688"/>
                </a:cubicBezTo>
                <a:cubicBezTo>
                  <a:pt x="307" y="688"/>
                  <a:pt x="307" y="688"/>
                  <a:pt x="306" y="688"/>
                </a:cubicBezTo>
                <a:cubicBezTo>
                  <a:pt x="304" y="688"/>
                  <a:pt x="301" y="689"/>
                  <a:pt x="299" y="689"/>
                </a:cubicBezTo>
                <a:cubicBezTo>
                  <a:pt x="299" y="689"/>
                  <a:pt x="299" y="689"/>
                  <a:pt x="298" y="689"/>
                </a:cubicBezTo>
                <a:cubicBezTo>
                  <a:pt x="296" y="689"/>
                  <a:pt x="293" y="689"/>
                  <a:pt x="291" y="689"/>
                </a:cubicBezTo>
                <a:cubicBezTo>
                  <a:pt x="290" y="689"/>
                  <a:pt x="289" y="689"/>
                  <a:pt x="289" y="689"/>
                </a:cubicBezTo>
                <a:cubicBezTo>
                  <a:pt x="287" y="689"/>
                  <a:pt x="285" y="689"/>
                  <a:pt x="283" y="689"/>
                </a:cubicBezTo>
                <a:cubicBezTo>
                  <a:pt x="282" y="689"/>
                  <a:pt x="281" y="689"/>
                  <a:pt x="281" y="689"/>
                </a:cubicBezTo>
                <a:cubicBezTo>
                  <a:pt x="278" y="689"/>
                  <a:pt x="276" y="689"/>
                  <a:pt x="273" y="689"/>
                </a:cubicBezTo>
                <a:cubicBezTo>
                  <a:pt x="270" y="688"/>
                  <a:pt x="268" y="688"/>
                  <a:pt x="265" y="688"/>
                </a:cubicBezTo>
                <a:cubicBezTo>
                  <a:pt x="265" y="688"/>
                  <a:pt x="264" y="687"/>
                  <a:pt x="263" y="687"/>
                </a:cubicBezTo>
                <a:cubicBezTo>
                  <a:pt x="261" y="687"/>
                  <a:pt x="259" y="687"/>
                  <a:pt x="257" y="686"/>
                </a:cubicBezTo>
                <a:cubicBezTo>
                  <a:pt x="257" y="686"/>
                  <a:pt x="256" y="686"/>
                  <a:pt x="255" y="686"/>
                </a:cubicBezTo>
                <a:cubicBezTo>
                  <a:pt x="253" y="686"/>
                  <a:pt x="250" y="685"/>
                  <a:pt x="248" y="684"/>
                </a:cubicBezTo>
                <a:cubicBezTo>
                  <a:pt x="248" y="684"/>
                  <a:pt x="247" y="684"/>
                  <a:pt x="247" y="684"/>
                </a:cubicBezTo>
                <a:cubicBezTo>
                  <a:pt x="245" y="684"/>
                  <a:pt x="243" y="683"/>
                  <a:pt x="241" y="683"/>
                </a:cubicBezTo>
                <a:cubicBezTo>
                  <a:pt x="240" y="682"/>
                  <a:pt x="239" y="682"/>
                  <a:pt x="238" y="682"/>
                </a:cubicBezTo>
                <a:cubicBezTo>
                  <a:pt x="237" y="681"/>
                  <a:pt x="235" y="681"/>
                  <a:pt x="233" y="680"/>
                </a:cubicBezTo>
                <a:cubicBezTo>
                  <a:pt x="233" y="680"/>
                  <a:pt x="232" y="680"/>
                  <a:pt x="231" y="679"/>
                </a:cubicBezTo>
                <a:cubicBezTo>
                  <a:pt x="229" y="679"/>
                  <a:pt x="226" y="678"/>
                  <a:pt x="224" y="677"/>
                </a:cubicBezTo>
                <a:cubicBezTo>
                  <a:pt x="215" y="673"/>
                  <a:pt x="206" y="668"/>
                  <a:pt x="197" y="663"/>
                </a:cubicBezTo>
                <a:cubicBezTo>
                  <a:pt x="196" y="662"/>
                  <a:pt x="194" y="661"/>
                  <a:pt x="192" y="660"/>
                </a:cubicBezTo>
                <a:cubicBezTo>
                  <a:pt x="192" y="659"/>
                  <a:pt x="192" y="659"/>
                  <a:pt x="191" y="659"/>
                </a:cubicBezTo>
                <a:cubicBezTo>
                  <a:pt x="190" y="658"/>
                  <a:pt x="188" y="657"/>
                  <a:pt x="187" y="656"/>
                </a:cubicBezTo>
                <a:cubicBezTo>
                  <a:pt x="187" y="655"/>
                  <a:pt x="187" y="655"/>
                  <a:pt x="186" y="655"/>
                </a:cubicBezTo>
                <a:cubicBezTo>
                  <a:pt x="182" y="652"/>
                  <a:pt x="177" y="648"/>
                  <a:pt x="173" y="644"/>
                </a:cubicBezTo>
                <a:cubicBezTo>
                  <a:pt x="173" y="644"/>
                  <a:pt x="172" y="643"/>
                  <a:pt x="172" y="643"/>
                </a:cubicBezTo>
                <a:cubicBezTo>
                  <a:pt x="171" y="642"/>
                  <a:pt x="170" y="641"/>
                  <a:pt x="168" y="639"/>
                </a:cubicBezTo>
                <a:cubicBezTo>
                  <a:pt x="168" y="639"/>
                  <a:pt x="168" y="639"/>
                  <a:pt x="167" y="638"/>
                </a:cubicBezTo>
                <a:cubicBezTo>
                  <a:pt x="162" y="633"/>
                  <a:pt x="157" y="627"/>
                  <a:pt x="152" y="620"/>
                </a:cubicBezTo>
                <a:cubicBezTo>
                  <a:pt x="152" y="620"/>
                  <a:pt x="152" y="620"/>
                  <a:pt x="151" y="619"/>
                </a:cubicBezTo>
                <a:cubicBezTo>
                  <a:pt x="150" y="618"/>
                  <a:pt x="149" y="616"/>
                  <a:pt x="148" y="615"/>
                </a:cubicBezTo>
                <a:cubicBezTo>
                  <a:pt x="148" y="615"/>
                  <a:pt x="148" y="614"/>
                  <a:pt x="148" y="614"/>
                </a:cubicBezTo>
                <a:cubicBezTo>
                  <a:pt x="145" y="609"/>
                  <a:pt x="142" y="604"/>
                  <a:pt x="139" y="599"/>
                </a:cubicBezTo>
                <a:cubicBezTo>
                  <a:pt x="139" y="599"/>
                  <a:pt x="139" y="598"/>
                  <a:pt x="139" y="598"/>
                </a:cubicBezTo>
                <a:cubicBezTo>
                  <a:pt x="138" y="597"/>
                  <a:pt x="137" y="595"/>
                  <a:pt x="136" y="593"/>
                </a:cubicBezTo>
                <a:cubicBezTo>
                  <a:pt x="136" y="593"/>
                  <a:pt x="136" y="592"/>
                  <a:pt x="136" y="592"/>
                </a:cubicBezTo>
                <a:cubicBezTo>
                  <a:pt x="135" y="590"/>
                  <a:pt x="134" y="589"/>
                  <a:pt x="133" y="587"/>
                </a:cubicBezTo>
                <a:cubicBezTo>
                  <a:pt x="129" y="575"/>
                  <a:pt x="125" y="563"/>
                  <a:pt x="123" y="551"/>
                </a:cubicBezTo>
                <a:cubicBezTo>
                  <a:pt x="123" y="550"/>
                  <a:pt x="122" y="549"/>
                  <a:pt x="122" y="548"/>
                </a:cubicBezTo>
                <a:cubicBezTo>
                  <a:pt x="122" y="547"/>
                  <a:pt x="122" y="545"/>
                  <a:pt x="122" y="543"/>
                </a:cubicBezTo>
                <a:cubicBezTo>
                  <a:pt x="122" y="542"/>
                  <a:pt x="121" y="541"/>
                  <a:pt x="121" y="541"/>
                </a:cubicBezTo>
                <a:cubicBezTo>
                  <a:pt x="121" y="538"/>
                  <a:pt x="121" y="536"/>
                  <a:pt x="121" y="534"/>
                </a:cubicBezTo>
                <a:cubicBezTo>
                  <a:pt x="121" y="534"/>
                  <a:pt x="121" y="533"/>
                  <a:pt x="121" y="533"/>
                </a:cubicBezTo>
                <a:cubicBezTo>
                  <a:pt x="120" y="531"/>
                  <a:pt x="120" y="528"/>
                  <a:pt x="120" y="526"/>
                </a:cubicBezTo>
                <a:cubicBezTo>
                  <a:pt x="120" y="525"/>
                  <a:pt x="120" y="524"/>
                  <a:pt x="120" y="523"/>
                </a:cubicBezTo>
                <a:cubicBezTo>
                  <a:pt x="120" y="522"/>
                  <a:pt x="120" y="520"/>
                  <a:pt x="120" y="518"/>
                </a:cubicBezTo>
                <a:cubicBezTo>
                  <a:pt x="120" y="517"/>
                  <a:pt x="120" y="516"/>
                  <a:pt x="120" y="515"/>
                </a:cubicBezTo>
                <a:cubicBezTo>
                  <a:pt x="121" y="513"/>
                  <a:pt x="121" y="510"/>
                  <a:pt x="121" y="508"/>
                </a:cubicBezTo>
                <a:cubicBezTo>
                  <a:pt x="121" y="505"/>
                  <a:pt x="121" y="503"/>
                  <a:pt x="122" y="500"/>
                </a:cubicBezTo>
                <a:cubicBezTo>
                  <a:pt x="122" y="499"/>
                  <a:pt x="122" y="499"/>
                  <a:pt x="122" y="498"/>
                </a:cubicBezTo>
                <a:cubicBezTo>
                  <a:pt x="122" y="496"/>
                  <a:pt x="123" y="494"/>
                  <a:pt x="123" y="492"/>
                </a:cubicBezTo>
                <a:cubicBezTo>
                  <a:pt x="123" y="492"/>
                  <a:pt x="123" y="491"/>
                  <a:pt x="123" y="490"/>
                </a:cubicBezTo>
                <a:cubicBezTo>
                  <a:pt x="124" y="488"/>
                  <a:pt x="124" y="485"/>
                  <a:pt x="125" y="483"/>
                </a:cubicBezTo>
                <a:cubicBezTo>
                  <a:pt x="125" y="482"/>
                  <a:pt x="125" y="482"/>
                  <a:pt x="125" y="482"/>
                </a:cubicBezTo>
                <a:cubicBezTo>
                  <a:pt x="126" y="480"/>
                  <a:pt x="126" y="478"/>
                  <a:pt x="127" y="475"/>
                </a:cubicBezTo>
                <a:cubicBezTo>
                  <a:pt x="127" y="475"/>
                  <a:pt x="127" y="474"/>
                  <a:pt x="128" y="473"/>
                </a:cubicBezTo>
                <a:cubicBezTo>
                  <a:pt x="128" y="471"/>
                  <a:pt x="129" y="470"/>
                  <a:pt x="129" y="468"/>
                </a:cubicBezTo>
                <a:cubicBezTo>
                  <a:pt x="130" y="467"/>
                  <a:pt x="130" y="467"/>
                  <a:pt x="130" y="466"/>
                </a:cubicBezTo>
                <a:cubicBezTo>
                  <a:pt x="131" y="464"/>
                  <a:pt x="132" y="461"/>
                  <a:pt x="133" y="459"/>
                </a:cubicBezTo>
                <a:cubicBezTo>
                  <a:pt x="133" y="459"/>
                  <a:pt x="133" y="459"/>
                  <a:pt x="133" y="459"/>
                </a:cubicBezTo>
                <a:cubicBezTo>
                  <a:pt x="136" y="450"/>
                  <a:pt x="141" y="440"/>
                  <a:pt x="147" y="432"/>
                </a:cubicBezTo>
                <a:cubicBezTo>
                  <a:pt x="148" y="430"/>
                  <a:pt x="149" y="429"/>
                  <a:pt x="150" y="427"/>
                </a:cubicBezTo>
                <a:cubicBezTo>
                  <a:pt x="150" y="427"/>
                  <a:pt x="150" y="426"/>
                  <a:pt x="151" y="426"/>
                </a:cubicBezTo>
                <a:cubicBezTo>
                  <a:pt x="152" y="425"/>
                  <a:pt x="153" y="423"/>
                  <a:pt x="154" y="422"/>
                </a:cubicBezTo>
                <a:cubicBezTo>
                  <a:pt x="154" y="422"/>
                  <a:pt x="154" y="421"/>
                  <a:pt x="154" y="421"/>
                </a:cubicBezTo>
                <a:cubicBezTo>
                  <a:pt x="158" y="416"/>
                  <a:pt x="162" y="412"/>
                  <a:pt x="166" y="408"/>
                </a:cubicBezTo>
                <a:cubicBezTo>
                  <a:pt x="166" y="407"/>
                  <a:pt x="166" y="407"/>
                  <a:pt x="166" y="407"/>
                </a:cubicBezTo>
                <a:cubicBezTo>
                  <a:pt x="168" y="406"/>
                  <a:pt x="169" y="404"/>
                  <a:pt x="170" y="403"/>
                </a:cubicBezTo>
                <a:cubicBezTo>
                  <a:pt x="170" y="403"/>
                  <a:pt x="171" y="403"/>
                  <a:pt x="171" y="402"/>
                </a:cubicBezTo>
                <a:cubicBezTo>
                  <a:pt x="177" y="397"/>
                  <a:pt x="183" y="392"/>
                  <a:pt x="189" y="387"/>
                </a:cubicBezTo>
                <a:cubicBezTo>
                  <a:pt x="189" y="387"/>
                  <a:pt x="190" y="387"/>
                  <a:pt x="190" y="386"/>
                </a:cubicBezTo>
                <a:cubicBezTo>
                  <a:pt x="192" y="385"/>
                  <a:pt x="193" y="384"/>
                  <a:pt x="195" y="383"/>
                </a:cubicBezTo>
                <a:cubicBezTo>
                  <a:pt x="195" y="383"/>
                  <a:pt x="195" y="383"/>
                  <a:pt x="195" y="383"/>
                </a:cubicBezTo>
                <a:cubicBezTo>
                  <a:pt x="200" y="379"/>
                  <a:pt x="205" y="377"/>
                  <a:pt x="211" y="374"/>
                </a:cubicBezTo>
                <a:cubicBezTo>
                  <a:pt x="211" y="374"/>
                  <a:pt x="211" y="374"/>
                  <a:pt x="211" y="373"/>
                </a:cubicBezTo>
                <a:cubicBezTo>
                  <a:pt x="213" y="373"/>
                  <a:pt x="215" y="372"/>
                  <a:pt x="216" y="371"/>
                </a:cubicBezTo>
                <a:cubicBezTo>
                  <a:pt x="217" y="371"/>
                  <a:pt x="217" y="371"/>
                  <a:pt x="217" y="371"/>
                </a:cubicBezTo>
                <a:cubicBezTo>
                  <a:pt x="219" y="370"/>
                  <a:pt x="221" y="369"/>
                  <a:pt x="223" y="368"/>
                </a:cubicBezTo>
                <a:cubicBezTo>
                  <a:pt x="232" y="364"/>
                  <a:pt x="242" y="361"/>
                  <a:pt x="252" y="359"/>
                </a:cubicBezTo>
                <a:cubicBezTo>
                  <a:pt x="254" y="358"/>
                  <a:pt x="256" y="358"/>
                  <a:pt x="259" y="358"/>
                </a:cubicBezTo>
                <a:cubicBezTo>
                  <a:pt x="260" y="357"/>
                  <a:pt x="260" y="357"/>
                  <a:pt x="261" y="357"/>
                </a:cubicBezTo>
                <a:cubicBezTo>
                  <a:pt x="263" y="357"/>
                  <a:pt x="265" y="357"/>
                  <a:pt x="266" y="356"/>
                </a:cubicBezTo>
                <a:cubicBezTo>
                  <a:pt x="267" y="356"/>
                  <a:pt x="268" y="356"/>
                  <a:pt x="269" y="356"/>
                </a:cubicBezTo>
                <a:cubicBezTo>
                  <a:pt x="271" y="356"/>
                  <a:pt x="273" y="356"/>
                  <a:pt x="276" y="356"/>
                </a:cubicBezTo>
                <a:cubicBezTo>
                  <a:pt x="276" y="355"/>
                  <a:pt x="276" y="355"/>
                  <a:pt x="276" y="355"/>
                </a:cubicBezTo>
                <a:cubicBezTo>
                  <a:pt x="279" y="355"/>
                  <a:pt x="281" y="355"/>
                  <a:pt x="284" y="355"/>
                </a:cubicBezTo>
                <a:cubicBezTo>
                  <a:pt x="285" y="355"/>
                  <a:pt x="285" y="355"/>
                  <a:pt x="286" y="355"/>
                </a:cubicBezTo>
                <a:cubicBezTo>
                  <a:pt x="288" y="355"/>
                  <a:pt x="290" y="355"/>
                  <a:pt x="292" y="355"/>
                </a:cubicBezTo>
                <a:cubicBezTo>
                  <a:pt x="292" y="355"/>
                  <a:pt x="293" y="355"/>
                  <a:pt x="294" y="355"/>
                </a:cubicBezTo>
                <a:cubicBezTo>
                  <a:pt x="297" y="355"/>
                  <a:pt x="299" y="356"/>
                  <a:pt x="302" y="356"/>
                </a:cubicBezTo>
                <a:cubicBezTo>
                  <a:pt x="304" y="356"/>
                  <a:pt x="307" y="356"/>
                  <a:pt x="309" y="357"/>
                </a:cubicBezTo>
                <a:cubicBezTo>
                  <a:pt x="310" y="357"/>
                  <a:pt x="311" y="357"/>
                  <a:pt x="312" y="357"/>
                </a:cubicBezTo>
                <a:cubicBezTo>
                  <a:pt x="314" y="357"/>
                  <a:pt x="315" y="357"/>
                  <a:pt x="317" y="358"/>
                </a:cubicBezTo>
                <a:cubicBezTo>
                  <a:pt x="318" y="358"/>
                  <a:pt x="319" y="358"/>
                  <a:pt x="319" y="358"/>
                </a:cubicBezTo>
                <a:cubicBezTo>
                  <a:pt x="322" y="359"/>
                  <a:pt x="324" y="359"/>
                  <a:pt x="327" y="360"/>
                </a:cubicBezTo>
                <a:cubicBezTo>
                  <a:pt x="327" y="360"/>
                  <a:pt x="327" y="360"/>
                  <a:pt x="328" y="360"/>
                </a:cubicBezTo>
                <a:cubicBezTo>
                  <a:pt x="330" y="361"/>
                  <a:pt x="332" y="361"/>
                  <a:pt x="334" y="362"/>
                </a:cubicBezTo>
                <a:cubicBezTo>
                  <a:pt x="335" y="362"/>
                  <a:pt x="336" y="362"/>
                  <a:pt x="336" y="363"/>
                </a:cubicBezTo>
                <a:cubicBezTo>
                  <a:pt x="338" y="363"/>
                  <a:pt x="340" y="363"/>
                  <a:pt x="341" y="364"/>
                </a:cubicBezTo>
                <a:cubicBezTo>
                  <a:pt x="342" y="364"/>
                  <a:pt x="343" y="365"/>
                  <a:pt x="344" y="365"/>
                </a:cubicBezTo>
                <a:cubicBezTo>
                  <a:pt x="346" y="366"/>
                  <a:pt x="348" y="367"/>
                  <a:pt x="350" y="367"/>
                </a:cubicBezTo>
                <a:cubicBezTo>
                  <a:pt x="360" y="371"/>
                  <a:pt x="369" y="376"/>
                  <a:pt x="378" y="382"/>
                </a:cubicBezTo>
                <a:cubicBezTo>
                  <a:pt x="379" y="383"/>
                  <a:pt x="381" y="384"/>
                  <a:pt x="382" y="385"/>
                </a:cubicBezTo>
                <a:cubicBezTo>
                  <a:pt x="383" y="385"/>
                  <a:pt x="383" y="385"/>
                  <a:pt x="383" y="385"/>
                </a:cubicBezTo>
                <a:cubicBezTo>
                  <a:pt x="385" y="387"/>
                  <a:pt x="386" y="388"/>
                  <a:pt x="388" y="389"/>
                </a:cubicBezTo>
                <a:cubicBezTo>
                  <a:pt x="388" y="389"/>
                  <a:pt x="388" y="389"/>
                  <a:pt x="388" y="389"/>
                </a:cubicBezTo>
                <a:cubicBezTo>
                  <a:pt x="393" y="393"/>
                  <a:pt x="398" y="397"/>
                  <a:pt x="402" y="401"/>
                </a:cubicBezTo>
                <a:cubicBezTo>
                  <a:pt x="402" y="401"/>
                  <a:pt x="402" y="401"/>
                  <a:pt x="402" y="401"/>
                </a:cubicBezTo>
                <a:cubicBezTo>
                  <a:pt x="404" y="402"/>
                  <a:pt x="405" y="404"/>
                  <a:pt x="406" y="405"/>
                </a:cubicBezTo>
                <a:cubicBezTo>
                  <a:pt x="407" y="405"/>
                  <a:pt x="407" y="406"/>
                  <a:pt x="407" y="406"/>
                </a:cubicBezTo>
                <a:cubicBezTo>
                  <a:pt x="413" y="412"/>
                  <a:pt x="418" y="418"/>
                  <a:pt x="422" y="424"/>
                </a:cubicBezTo>
                <a:cubicBezTo>
                  <a:pt x="423" y="424"/>
                  <a:pt x="423" y="425"/>
                  <a:pt x="423" y="425"/>
                </a:cubicBezTo>
                <a:cubicBezTo>
                  <a:pt x="424" y="426"/>
                  <a:pt x="425" y="428"/>
                  <a:pt x="426" y="429"/>
                </a:cubicBezTo>
                <a:cubicBezTo>
                  <a:pt x="426" y="430"/>
                  <a:pt x="427" y="430"/>
                  <a:pt x="427" y="430"/>
                </a:cubicBezTo>
                <a:cubicBezTo>
                  <a:pt x="430" y="435"/>
                  <a:pt x="433" y="440"/>
                  <a:pt x="436" y="445"/>
                </a:cubicBezTo>
                <a:cubicBezTo>
                  <a:pt x="436" y="446"/>
                  <a:pt x="436" y="446"/>
                  <a:pt x="436" y="446"/>
                </a:cubicBezTo>
                <a:cubicBezTo>
                  <a:pt x="437" y="448"/>
                  <a:pt x="438" y="449"/>
                  <a:pt x="438" y="451"/>
                </a:cubicBezTo>
                <a:cubicBezTo>
                  <a:pt x="439" y="451"/>
                  <a:pt x="439" y="452"/>
                  <a:pt x="439" y="452"/>
                </a:cubicBezTo>
                <a:cubicBezTo>
                  <a:pt x="440" y="454"/>
                  <a:pt x="441" y="456"/>
                  <a:pt x="441" y="457"/>
                </a:cubicBezTo>
                <a:cubicBezTo>
                  <a:pt x="445" y="467"/>
                  <a:pt x="448" y="476"/>
                  <a:pt x="451" y="487"/>
                </a:cubicBezTo>
                <a:cubicBezTo>
                  <a:pt x="451" y="489"/>
                  <a:pt x="452" y="491"/>
                  <a:pt x="452" y="494"/>
                </a:cubicBezTo>
                <a:cubicBezTo>
                  <a:pt x="452" y="494"/>
                  <a:pt x="452" y="495"/>
                  <a:pt x="452" y="496"/>
                </a:cubicBezTo>
                <a:cubicBezTo>
                  <a:pt x="453" y="498"/>
                  <a:pt x="453" y="499"/>
                  <a:pt x="453" y="501"/>
                </a:cubicBezTo>
                <a:cubicBezTo>
                  <a:pt x="453" y="502"/>
                  <a:pt x="453" y="503"/>
                  <a:pt x="453" y="504"/>
                </a:cubicBezTo>
                <a:cubicBezTo>
                  <a:pt x="454" y="506"/>
                  <a:pt x="454" y="508"/>
                  <a:pt x="454" y="510"/>
                </a:cubicBezTo>
                <a:cubicBezTo>
                  <a:pt x="454" y="511"/>
                  <a:pt x="454" y="511"/>
                  <a:pt x="454" y="511"/>
                </a:cubicBezTo>
                <a:cubicBezTo>
                  <a:pt x="454" y="514"/>
                  <a:pt x="454" y="516"/>
                  <a:pt x="454" y="519"/>
                </a:cubicBezTo>
                <a:lnTo>
                  <a:pt x="454" y="521"/>
                </a:lnTo>
                <a:cubicBezTo>
                  <a:pt x="454" y="523"/>
                  <a:pt x="454" y="525"/>
                  <a:pt x="454" y="527"/>
                </a:cubicBezTo>
                <a:cubicBezTo>
                  <a:pt x="454" y="527"/>
                  <a:pt x="454" y="528"/>
                  <a:pt x="454" y="529"/>
                </a:cubicBezTo>
                <a:cubicBezTo>
                  <a:pt x="454" y="531"/>
                  <a:pt x="454" y="534"/>
                  <a:pt x="454" y="537"/>
                </a:cubicBezTo>
                <a:cubicBezTo>
                  <a:pt x="454" y="539"/>
                  <a:pt x="453" y="542"/>
                  <a:pt x="453" y="544"/>
                </a:cubicBezTo>
                <a:close/>
                <a:moveTo>
                  <a:pt x="566" y="596"/>
                </a:moveTo>
                <a:lnTo>
                  <a:pt x="575" y="497"/>
                </a:lnTo>
                <a:lnTo>
                  <a:pt x="518" y="492"/>
                </a:lnTo>
                <a:cubicBezTo>
                  <a:pt x="514" y="464"/>
                  <a:pt x="506" y="438"/>
                  <a:pt x="493" y="414"/>
                </a:cubicBezTo>
                <a:lnTo>
                  <a:pt x="537" y="377"/>
                </a:lnTo>
                <a:lnTo>
                  <a:pt x="473" y="301"/>
                </a:lnTo>
                <a:lnTo>
                  <a:pt x="429" y="338"/>
                </a:lnTo>
                <a:cubicBezTo>
                  <a:pt x="408" y="321"/>
                  <a:pt x="383" y="308"/>
                  <a:pt x="356" y="300"/>
                </a:cubicBezTo>
                <a:lnTo>
                  <a:pt x="361" y="243"/>
                </a:lnTo>
                <a:lnTo>
                  <a:pt x="262" y="235"/>
                </a:lnTo>
                <a:lnTo>
                  <a:pt x="258" y="291"/>
                </a:lnTo>
                <a:cubicBezTo>
                  <a:pt x="230" y="295"/>
                  <a:pt x="203" y="304"/>
                  <a:pt x="179" y="316"/>
                </a:cubicBezTo>
                <a:lnTo>
                  <a:pt x="142" y="273"/>
                </a:lnTo>
                <a:lnTo>
                  <a:pt x="66" y="336"/>
                </a:lnTo>
                <a:lnTo>
                  <a:pt x="103" y="380"/>
                </a:lnTo>
                <a:cubicBezTo>
                  <a:pt x="87" y="402"/>
                  <a:pt x="73" y="426"/>
                  <a:pt x="65" y="453"/>
                </a:cubicBezTo>
                <a:lnTo>
                  <a:pt x="8" y="448"/>
                </a:lnTo>
                <a:lnTo>
                  <a:pt x="0" y="547"/>
                </a:lnTo>
                <a:lnTo>
                  <a:pt x="57" y="552"/>
                </a:lnTo>
                <a:cubicBezTo>
                  <a:pt x="60" y="580"/>
                  <a:pt x="69" y="606"/>
                  <a:pt x="82" y="631"/>
                </a:cubicBezTo>
                <a:lnTo>
                  <a:pt x="38" y="667"/>
                </a:lnTo>
                <a:lnTo>
                  <a:pt x="102" y="743"/>
                </a:lnTo>
                <a:lnTo>
                  <a:pt x="145" y="706"/>
                </a:lnTo>
                <a:cubicBezTo>
                  <a:pt x="167" y="723"/>
                  <a:pt x="192" y="736"/>
                  <a:pt x="219" y="744"/>
                </a:cubicBezTo>
                <a:lnTo>
                  <a:pt x="214" y="801"/>
                </a:lnTo>
                <a:lnTo>
                  <a:pt x="312" y="810"/>
                </a:lnTo>
                <a:lnTo>
                  <a:pt x="317" y="753"/>
                </a:lnTo>
                <a:cubicBezTo>
                  <a:pt x="345" y="749"/>
                  <a:pt x="372" y="741"/>
                  <a:pt x="396" y="728"/>
                </a:cubicBezTo>
                <a:lnTo>
                  <a:pt x="432" y="772"/>
                </a:lnTo>
                <a:lnTo>
                  <a:pt x="508" y="708"/>
                </a:lnTo>
                <a:lnTo>
                  <a:pt x="471" y="664"/>
                </a:lnTo>
                <a:cubicBezTo>
                  <a:pt x="488" y="643"/>
                  <a:pt x="501" y="618"/>
                  <a:pt x="509" y="591"/>
                </a:cubicBezTo>
                <a:lnTo>
                  <a:pt x="566" y="596"/>
                </a:lnTo>
                <a:close/>
                <a:moveTo>
                  <a:pt x="863" y="462"/>
                </a:moveTo>
                <a:cubicBezTo>
                  <a:pt x="863" y="462"/>
                  <a:pt x="862" y="463"/>
                  <a:pt x="862" y="463"/>
                </a:cubicBezTo>
                <a:cubicBezTo>
                  <a:pt x="862" y="465"/>
                  <a:pt x="862" y="466"/>
                  <a:pt x="862" y="467"/>
                </a:cubicBezTo>
                <a:cubicBezTo>
                  <a:pt x="862" y="468"/>
                  <a:pt x="862" y="468"/>
                  <a:pt x="861" y="469"/>
                </a:cubicBezTo>
                <a:cubicBezTo>
                  <a:pt x="861" y="470"/>
                  <a:pt x="861" y="472"/>
                  <a:pt x="860" y="474"/>
                </a:cubicBezTo>
                <a:cubicBezTo>
                  <a:pt x="860" y="474"/>
                  <a:pt x="860" y="474"/>
                  <a:pt x="860" y="474"/>
                </a:cubicBezTo>
                <a:cubicBezTo>
                  <a:pt x="860" y="476"/>
                  <a:pt x="859" y="477"/>
                  <a:pt x="859" y="479"/>
                </a:cubicBezTo>
                <a:cubicBezTo>
                  <a:pt x="859" y="479"/>
                  <a:pt x="859" y="480"/>
                  <a:pt x="858" y="481"/>
                </a:cubicBezTo>
                <a:cubicBezTo>
                  <a:pt x="858" y="482"/>
                  <a:pt x="858" y="483"/>
                  <a:pt x="857" y="484"/>
                </a:cubicBezTo>
                <a:cubicBezTo>
                  <a:pt x="857" y="485"/>
                  <a:pt x="857" y="485"/>
                  <a:pt x="857" y="486"/>
                </a:cubicBezTo>
                <a:cubicBezTo>
                  <a:pt x="854" y="494"/>
                  <a:pt x="850" y="502"/>
                  <a:pt x="845" y="510"/>
                </a:cubicBezTo>
                <a:cubicBezTo>
                  <a:pt x="844" y="511"/>
                  <a:pt x="844" y="512"/>
                  <a:pt x="843" y="513"/>
                </a:cubicBezTo>
                <a:cubicBezTo>
                  <a:pt x="843" y="513"/>
                  <a:pt x="842" y="513"/>
                  <a:pt x="842" y="513"/>
                </a:cubicBezTo>
                <a:cubicBezTo>
                  <a:pt x="842" y="515"/>
                  <a:pt x="841" y="516"/>
                  <a:pt x="840" y="517"/>
                </a:cubicBezTo>
                <a:cubicBezTo>
                  <a:pt x="840" y="517"/>
                  <a:pt x="840" y="517"/>
                  <a:pt x="840" y="517"/>
                </a:cubicBezTo>
                <a:cubicBezTo>
                  <a:pt x="837" y="520"/>
                  <a:pt x="835" y="524"/>
                  <a:pt x="832" y="527"/>
                </a:cubicBezTo>
                <a:cubicBezTo>
                  <a:pt x="832" y="527"/>
                  <a:pt x="831" y="527"/>
                  <a:pt x="831" y="527"/>
                </a:cubicBezTo>
                <a:cubicBezTo>
                  <a:pt x="830" y="528"/>
                  <a:pt x="829" y="529"/>
                  <a:pt x="829" y="530"/>
                </a:cubicBezTo>
                <a:cubicBezTo>
                  <a:pt x="828" y="530"/>
                  <a:pt x="828" y="530"/>
                  <a:pt x="828" y="530"/>
                </a:cubicBezTo>
                <a:cubicBezTo>
                  <a:pt x="824" y="534"/>
                  <a:pt x="820" y="538"/>
                  <a:pt x="815" y="541"/>
                </a:cubicBezTo>
                <a:cubicBezTo>
                  <a:pt x="815" y="541"/>
                  <a:pt x="815" y="541"/>
                  <a:pt x="815" y="541"/>
                </a:cubicBezTo>
                <a:cubicBezTo>
                  <a:pt x="814" y="542"/>
                  <a:pt x="812" y="543"/>
                  <a:pt x="811" y="544"/>
                </a:cubicBezTo>
                <a:cubicBezTo>
                  <a:pt x="811" y="544"/>
                  <a:pt x="811" y="544"/>
                  <a:pt x="811" y="544"/>
                </a:cubicBezTo>
                <a:cubicBezTo>
                  <a:pt x="807" y="546"/>
                  <a:pt x="804" y="548"/>
                  <a:pt x="800" y="550"/>
                </a:cubicBezTo>
                <a:cubicBezTo>
                  <a:pt x="800" y="550"/>
                  <a:pt x="800" y="550"/>
                  <a:pt x="800" y="551"/>
                </a:cubicBezTo>
                <a:cubicBezTo>
                  <a:pt x="799" y="551"/>
                  <a:pt x="797" y="552"/>
                  <a:pt x="796" y="552"/>
                </a:cubicBezTo>
                <a:cubicBezTo>
                  <a:pt x="796" y="552"/>
                  <a:pt x="796" y="552"/>
                  <a:pt x="795" y="553"/>
                </a:cubicBezTo>
                <a:cubicBezTo>
                  <a:pt x="794" y="553"/>
                  <a:pt x="793" y="554"/>
                  <a:pt x="792" y="554"/>
                </a:cubicBezTo>
                <a:cubicBezTo>
                  <a:pt x="785" y="557"/>
                  <a:pt x="778" y="559"/>
                  <a:pt x="771" y="561"/>
                </a:cubicBezTo>
                <a:cubicBezTo>
                  <a:pt x="770" y="561"/>
                  <a:pt x="768" y="561"/>
                  <a:pt x="766" y="562"/>
                </a:cubicBezTo>
                <a:cubicBezTo>
                  <a:pt x="766" y="562"/>
                  <a:pt x="765" y="562"/>
                  <a:pt x="765" y="562"/>
                </a:cubicBezTo>
                <a:cubicBezTo>
                  <a:pt x="763" y="562"/>
                  <a:pt x="762" y="562"/>
                  <a:pt x="761" y="562"/>
                </a:cubicBezTo>
                <a:cubicBezTo>
                  <a:pt x="760" y="563"/>
                  <a:pt x="760" y="563"/>
                  <a:pt x="759" y="563"/>
                </a:cubicBezTo>
                <a:cubicBezTo>
                  <a:pt x="758" y="563"/>
                  <a:pt x="756" y="563"/>
                  <a:pt x="755" y="563"/>
                </a:cubicBezTo>
                <a:cubicBezTo>
                  <a:pt x="754" y="563"/>
                  <a:pt x="754" y="563"/>
                  <a:pt x="754" y="563"/>
                </a:cubicBezTo>
                <a:cubicBezTo>
                  <a:pt x="752" y="563"/>
                  <a:pt x="751" y="563"/>
                  <a:pt x="749" y="563"/>
                </a:cubicBezTo>
                <a:cubicBezTo>
                  <a:pt x="748" y="563"/>
                  <a:pt x="748" y="563"/>
                  <a:pt x="747" y="563"/>
                </a:cubicBezTo>
                <a:cubicBezTo>
                  <a:pt x="746" y="563"/>
                  <a:pt x="745" y="563"/>
                  <a:pt x="743" y="563"/>
                </a:cubicBezTo>
                <a:cubicBezTo>
                  <a:pt x="743" y="563"/>
                  <a:pt x="742" y="563"/>
                  <a:pt x="742" y="563"/>
                </a:cubicBezTo>
                <a:cubicBezTo>
                  <a:pt x="740" y="563"/>
                  <a:pt x="738" y="563"/>
                  <a:pt x="736" y="563"/>
                </a:cubicBezTo>
                <a:cubicBezTo>
                  <a:pt x="734" y="563"/>
                  <a:pt x="733" y="563"/>
                  <a:pt x="731" y="562"/>
                </a:cubicBezTo>
                <a:cubicBezTo>
                  <a:pt x="730" y="562"/>
                  <a:pt x="730" y="562"/>
                  <a:pt x="729" y="562"/>
                </a:cubicBezTo>
                <a:cubicBezTo>
                  <a:pt x="728" y="562"/>
                  <a:pt x="727" y="562"/>
                  <a:pt x="725" y="562"/>
                </a:cubicBezTo>
                <a:cubicBezTo>
                  <a:pt x="725" y="561"/>
                  <a:pt x="724" y="561"/>
                  <a:pt x="724" y="561"/>
                </a:cubicBezTo>
                <a:cubicBezTo>
                  <a:pt x="722" y="561"/>
                  <a:pt x="720" y="561"/>
                  <a:pt x="719" y="560"/>
                </a:cubicBezTo>
                <a:cubicBezTo>
                  <a:pt x="718" y="560"/>
                  <a:pt x="718" y="560"/>
                  <a:pt x="718" y="560"/>
                </a:cubicBezTo>
                <a:cubicBezTo>
                  <a:pt x="717" y="560"/>
                  <a:pt x="715" y="559"/>
                  <a:pt x="714" y="559"/>
                </a:cubicBezTo>
                <a:cubicBezTo>
                  <a:pt x="713" y="559"/>
                  <a:pt x="712" y="558"/>
                  <a:pt x="712" y="558"/>
                </a:cubicBezTo>
                <a:cubicBezTo>
                  <a:pt x="711" y="558"/>
                  <a:pt x="710" y="558"/>
                  <a:pt x="708" y="557"/>
                </a:cubicBezTo>
                <a:cubicBezTo>
                  <a:pt x="708" y="557"/>
                  <a:pt x="707" y="557"/>
                  <a:pt x="707" y="557"/>
                </a:cubicBezTo>
                <a:cubicBezTo>
                  <a:pt x="705" y="556"/>
                  <a:pt x="704" y="555"/>
                  <a:pt x="702" y="555"/>
                </a:cubicBezTo>
                <a:cubicBezTo>
                  <a:pt x="695" y="552"/>
                  <a:pt x="689" y="549"/>
                  <a:pt x="683" y="545"/>
                </a:cubicBezTo>
                <a:cubicBezTo>
                  <a:pt x="682" y="544"/>
                  <a:pt x="681" y="543"/>
                  <a:pt x="680" y="543"/>
                </a:cubicBezTo>
                <a:cubicBezTo>
                  <a:pt x="679" y="542"/>
                  <a:pt x="679" y="542"/>
                  <a:pt x="679" y="542"/>
                </a:cubicBezTo>
                <a:cubicBezTo>
                  <a:pt x="678" y="541"/>
                  <a:pt x="677" y="541"/>
                  <a:pt x="676" y="540"/>
                </a:cubicBezTo>
                <a:cubicBezTo>
                  <a:pt x="676" y="540"/>
                  <a:pt x="676" y="540"/>
                  <a:pt x="675" y="539"/>
                </a:cubicBezTo>
                <a:cubicBezTo>
                  <a:pt x="672" y="537"/>
                  <a:pt x="669" y="534"/>
                  <a:pt x="666" y="531"/>
                </a:cubicBezTo>
                <a:cubicBezTo>
                  <a:pt x="666" y="531"/>
                  <a:pt x="666" y="531"/>
                  <a:pt x="665" y="531"/>
                </a:cubicBezTo>
                <a:cubicBezTo>
                  <a:pt x="665" y="530"/>
                  <a:pt x="664" y="529"/>
                  <a:pt x="663" y="528"/>
                </a:cubicBezTo>
                <a:cubicBezTo>
                  <a:pt x="663" y="528"/>
                  <a:pt x="662" y="528"/>
                  <a:pt x="662" y="528"/>
                </a:cubicBezTo>
                <a:cubicBezTo>
                  <a:pt x="658" y="524"/>
                  <a:pt x="655" y="520"/>
                  <a:pt x="651" y="515"/>
                </a:cubicBezTo>
                <a:cubicBezTo>
                  <a:pt x="651" y="515"/>
                  <a:pt x="651" y="515"/>
                  <a:pt x="651" y="514"/>
                </a:cubicBezTo>
                <a:cubicBezTo>
                  <a:pt x="650" y="513"/>
                  <a:pt x="649" y="512"/>
                  <a:pt x="649" y="511"/>
                </a:cubicBezTo>
                <a:cubicBezTo>
                  <a:pt x="649" y="511"/>
                  <a:pt x="649" y="511"/>
                  <a:pt x="648" y="511"/>
                </a:cubicBezTo>
                <a:cubicBezTo>
                  <a:pt x="646" y="507"/>
                  <a:pt x="644" y="504"/>
                  <a:pt x="642" y="500"/>
                </a:cubicBezTo>
                <a:cubicBezTo>
                  <a:pt x="642" y="500"/>
                  <a:pt x="642" y="500"/>
                  <a:pt x="642" y="500"/>
                </a:cubicBezTo>
                <a:cubicBezTo>
                  <a:pt x="641" y="498"/>
                  <a:pt x="641" y="497"/>
                  <a:pt x="640" y="496"/>
                </a:cubicBezTo>
                <a:cubicBezTo>
                  <a:pt x="640" y="496"/>
                  <a:pt x="640" y="495"/>
                  <a:pt x="640" y="495"/>
                </a:cubicBezTo>
                <a:cubicBezTo>
                  <a:pt x="639" y="494"/>
                  <a:pt x="639" y="493"/>
                  <a:pt x="638" y="492"/>
                </a:cubicBezTo>
                <a:cubicBezTo>
                  <a:pt x="635" y="484"/>
                  <a:pt x="632" y="475"/>
                  <a:pt x="631" y="466"/>
                </a:cubicBezTo>
                <a:cubicBezTo>
                  <a:pt x="631" y="466"/>
                  <a:pt x="631" y="465"/>
                  <a:pt x="630" y="464"/>
                </a:cubicBezTo>
                <a:cubicBezTo>
                  <a:pt x="630" y="463"/>
                  <a:pt x="630" y="462"/>
                  <a:pt x="630" y="461"/>
                </a:cubicBezTo>
                <a:cubicBezTo>
                  <a:pt x="630" y="460"/>
                  <a:pt x="630" y="460"/>
                  <a:pt x="630" y="459"/>
                </a:cubicBezTo>
                <a:cubicBezTo>
                  <a:pt x="630" y="458"/>
                  <a:pt x="629" y="456"/>
                  <a:pt x="629" y="454"/>
                </a:cubicBezTo>
                <a:cubicBezTo>
                  <a:pt x="629" y="454"/>
                  <a:pt x="629" y="454"/>
                  <a:pt x="629" y="454"/>
                </a:cubicBezTo>
                <a:cubicBezTo>
                  <a:pt x="629" y="452"/>
                  <a:pt x="629" y="450"/>
                  <a:pt x="629" y="449"/>
                </a:cubicBezTo>
                <a:cubicBezTo>
                  <a:pt x="629" y="448"/>
                  <a:pt x="629" y="448"/>
                  <a:pt x="629" y="447"/>
                </a:cubicBezTo>
                <a:cubicBezTo>
                  <a:pt x="629" y="446"/>
                  <a:pt x="629" y="444"/>
                  <a:pt x="629" y="443"/>
                </a:cubicBezTo>
                <a:cubicBezTo>
                  <a:pt x="629" y="443"/>
                  <a:pt x="629" y="442"/>
                  <a:pt x="629" y="441"/>
                </a:cubicBezTo>
                <a:cubicBezTo>
                  <a:pt x="629" y="440"/>
                  <a:pt x="629" y="438"/>
                  <a:pt x="629" y="436"/>
                </a:cubicBezTo>
                <a:cubicBezTo>
                  <a:pt x="630" y="434"/>
                  <a:pt x="630" y="432"/>
                  <a:pt x="630" y="431"/>
                </a:cubicBezTo>
                <a:cubicBezTo>
                  <a:pt x="630" y="430"/>
                  <a:pt x="630" y="430"/>
                  <a:pt x="630" y="429"/>
                </a:cubicBezTo>
                <a:cubicBezTo>
                  <a:pt x="630" y="428"/>
                  <a:pt x="631" y="426"/>
                  <a:pt x="631" y="425"/>
                </a:cubicBezTo>
                <a:cubicBezTo>
                  <a:pt x="631" y="425"/>
                  <a:pt x="631" y="424"/>
                  <a:pt x="631" y="424"/>
                </a:cubicBezTo>
                <a:cubicBezTo>
                  <a:pt x="632" y="422"/>
                  <a:pt x="632" y="420"/>
                  <a:pt x="632" y="418"/>
                </a:cubicBezTo>
                <a:cubicBezTo>
                  <a:pt x="632" y="418"/>
                  <a:pt x="632" y="418"/>
                  <a:pt x="632" y="418"/>
                </a:cubicBezTo>
                <a:cubicBezTo>
                  <a:pt x="633" y="416"/>
                  <a:pt x="633" y="415"/>
                  <a:pt x="634" y="413"/>
                </a:cubicBezTo>
                <a:cubicBezTo>
                  <a:pt x="634" y="413"/>
                  <a:pt x="634" y="412"/>
                  <a:pt x="634" y="412"/>
                </a:cubicBezTo>
                <a:cubicBezTo>
                  <a:pt x="635" y="410"/>
                  <a:pt x="635" y="409"/>
                  <a:pt x="635" y="408"/>
                </a:cubicBezTo>
                <a:cubicBezTo>
                  <a:pt x="635" y="408"/>
                  <a:pt x="636" y="407"/>
                  <a:pt x="636" y="407"/>
                </a:cubicBezTo>
                <a:cubicBezTo>
                  <a:pt x="636" y="405"/>
                  <a:pt x="637" y="403"/>
                  <a:pt x="638" y="402"/>
                </a:cubicBezTo>
                <a:cubicBezTo>
                  <a:pt x="638" y="402"/>
                  <a:pt x="638" y="402"/>
                  <a:pt x="638" y="402"/>
                </a:cubicBezTo>
                <a:cubicBezTo>
                  <a:pt x="640" y="395"/>
                  <a:pt x="644" y="389"/>
                  <a:pt x="648" y="383"/>
                </a:cubicBezTo>
                <a:cubicBezTo>
                  <a:pt x="648" y="382"/>
                  <a:pt x="649" y="380"/>
                  <a:pt x="650" y="379"/>
                </a:cubicBezTo>
                <a:cubicBezTo>
                  <a:pt x="650" y="379"/>
                  <a:pt x="650" y="379"/>
                  <a:pt x="650" y="379"/>
                </a:cubicBezTo>
                <a:cubicBezTo>
                  <a:pt x="651" y="378"/>
                  <a:pt x="652" y="377"/>
                  <a:pt x="653" y="376"/>
                </a:cubicBezTo>
                <a:cubicBezTo>
                  <a:pt x="653" y="375"/>
                  <a:pt x="653" y="375"/>
                  <a:pt x="653" y="375"/>
                </a:cubicBezTo>
                <a:cubicBezTo>
                  <a:pt x="655" y="372"/>
                  <a:pt x="658" y="369"/>
                  <a:pt x="661" y="366"/>
                </a:cubicBezTo>
                <a:cubicBezTo>
                  <a:pt x="661" y="366"/>
                  <a:pt x="661" y="365"/>
                  <a:pt x="661" y="365"/>
                </a:cubicBezTo>
                <a:cubicBezTo>
                  <a:pt x="662" y="364"/>
                  <a:pt x="663" y="363"/>
                  <a:pt x="664" y="363"/>
                </a:cubicBezTo>
                <a:cubicBezTo>
                  <a:pt x="664" y="362"/>
                  <a:pt x="664" y="362"/>
                  <a:pt x="665" y="362"/>
                </a:cubicBezTo>
                <a:cubicBezTo>
                  <a:pt x="669" y="358"/>
                  <a:pt x="673" y="355"/>
                  <a:pt x="677" y="351"/>
                </a:cubicBezTo>
                <a:cubicBezTo>
                  <a:pt x="678" y="351"/>
                  <a:pt x="678" y="351"/>
                  <a:pt x="678" y="351"/>
                </a:cubicBezTo>
                <a:cubicBezTo>
                  <a:pt x="679" y="350"/>
                  <a:pt x="680" y="349"/>
                  <a:pt x="681" y="349"/>
                </a:cubicBezTo>
                <a:cubicBezTo>
                  <a:pt x="681" y="348"/>
                  <a:pt x="682" y="348"/>
                  <a:pt x="682" y="348"/>
                </a:cubicBezTo>
                <a:cubicBezTo>
                  <a:pt x="685" y="346"/>
                  <a:pt x="689" y="344"/>
                  <a:pt x="692" y="342"/>
                </a:cubicBezTo>
                <a:cubicBezTo>
                  <a:pt x="693" y="342"/>
                  <a:pt x="693" y="342"/>
                  <a:pt x="693" y="342"/>
                </a:cubicBezTo>
                <a:cubicBezTo>
                  <a:pt x="694" y="341"/>
                  <a:pt x="695" y="341"/>
                  <a:pt x="696" y="340"/>
                </a:cubicBezTo>
                <a:cubicBezTo>
                  <a:pt x="697" y="340"/>
                  <a:pt x="697" y="340"/>
                  <a:pt x="697" y="340"/>
                </a:cubicBezTo>
                <a:cubicBezTo>
                  <a:pt x="698" y="339"/>
                  <a:pt x="700" y="339"/>
                  <a:pt x="701" y="338"/>
                </a:cubicBezTo>
                <a:cubicBezTo>
                  <a:pt x="707" y="335"/>
                  <a:pt x="714" y="333"/>
                  <a:pt x="721" y="331"/>
                </a:cubicBezTo>
                <a:cubicBezTo>
                  <a:pt x="723" y="331"/>
                  <a:pt x="725" y="331"/>
                  <a:pt x="726" y="331"/>
                </a:cubicBezTo>
                <a:cubicBezTo>
                  <a:pt x="727" y="330"/>
                  <a:pt x="727" y="330"/>
                  <a:pt x="728" y="330"/>
                </a:cubicBezTo>
                <a:cubicBezTo>
                  <a:pt x="729" y="330"/>
                  <a:pt x="730" y="330"/>
                  <a:pt x="732" y="330"/>
                </a:cubicBezTo>
                <a:cubicBezTo>
                  <a:pt x="732" y="330"/>
                  <a:pt x="733" y="330"/>
                  <a:pt x="733" y="330"/>
                </a:cubicBezTo>
                <a:cubicBezTo>
                  <a:pt x="735" y="329"/>
                  <a:pt x="736" y="329"/>
                  <a:pt x="738" y="329"/>
                </a:cubicBezTo>
                <a:cubicBezTo>
                  <a:pt x="738" y="329"/>
                  <a:pt x="738" y="329"/>
                  <a:pt x="739" y="329"/>
                </a:cubicBezTo>
                <a:cubicBezTo>
                  <a:pt x="740" y="329"/>
                  <a:pt x="742" y="329"/>
                  <a:pt x="744" y="329"/>
                </a:cubicBezTo>
                <a:cubicBezTo>
                  <a:pt x="744" y="329"/>
                  <a:pt x="745" y="329"/>
                  <a:pt x="745" y="329"/>
                </a:cubicBezTo>
                <a:cubicBezTo>
                  <a:pt x="747" y="329"/>
                  <a:pt x="748" y="329"/>
                  <a:pt x="749" y="329"/>
                </a:cubicBezTo>
                <a:cubicBezTo>
                  <a:pt x="750" y="329"/>
                  <a:pt x="750" y="329"/>
                  <a:pt x="751" y="329"/>
                </a:cubicBezTo>
                <a:cubicBezTo>
                  <a:pt x="753" y="329"/>
                  <a:pt x="755" y="329"/>
                  <a:pt x="756" y="329"/>
                </a:cubicBezTo>
                <a:cubicBezTo>
                  <a:pt x="758" y="329"/>
                  <a:pt x="760" y="330"/>
                  <a:pt x="762" y="330"/>
                </a:cubicBezTo>
                <a:cubicBezTo>
                  <a:pt x="762" y="330"/>
                  <a:pt x="763" y="330"/>
                  <a:pt x="763" y="330"/>
                </a:cubicBezTo>
                <a:cubicBezTo>
                  <a:pt x="765" y="330"/>
                  <a:pt x="766" y="330"/>
                  <a:pt x="767" y="331"/>
                </a:cubicBezTo>
                <a:cubicBezTo>
                  <a:pt x="768" y="331"/>
                  <a:pt x="768" y="331"/>
                  <a:pt x="769" y="331"/>
                </a:cubicBezTo>
                <a:cubicBezTo>
                  <a:pt x="771" y="331"/>
                  <a:pt x="772" y="332"/>
                  <a:pt x="774" y="332"/>
                </a:cubicBezTo>
                <a:cubicBezTo>
                  <a:pt x="774" y="332"/>
                  <a:pt x="774" y="332"/>
                  <a:pt x="775" y="332"/>
                </a:cubicBezTo>
                <a:cubicBezTo>
                  <a:pt x="776" y="333"/>
                  <a:pt x="778" y="333"/>
                  <a:pt x="779" y="333"/>
                </a:cubicBezTo>
                <a:cubicBezTo>
                  <a:pt x="780" y="334"/>
                  <a:pt x="780" y="334"/>
                  <a:pt x="781" y="334"/>
                </a:cubicBezTo>
                <a:cubicBezTo>
                  <a:pt x="782" y="334"/>
                  <a:pt x="783" y="335"/>
                  <a:pt x="784" y="335"/>
                </a:cubicBezTo>
                <a:cubicBezTo>
                  <a:pt x="785" y="335"/>
                  <a:pt x="785" y="335"/>
                  <a:pt x="786" y="336"/>
                </a:cubicBezTo>
                <a:cubicBezTo>
                  <a:pt x="787" y="336"/>
                  <a:pt x="789" y="337"/>
                  <a:pt x="791" y="337"/>
                </a:cubicBezTo>
                <a:cubicBezTo>
                  <a:pt x="797" y="340"/>
                  <a:pt x="804" y="344"/>
                  <a:pt x="810" y="347"/>
                </a:cubicBezTo>
                <a:cubicBezTo>
                  <a:pt x="811" y="348"/>
                  <a:pt x="812" y="349"/>
                  <a:pt x="813" y="350"/>
                </a:cubicBezTo>
                <a:cubicBezTo>
                  <a:pt x="813" y="350"/>
                  <a:pt x="813" y="350"/>
                  <a:pt x="814" y="350"/>
                </a:cubicBezTo>
                <a:cubicBezTo>
                  <a:pt x="815" y="351"/>
                  <a:pt x="816" y="352"/>
                  <a:pt x="817" y="352"/>
                </a:cubicBezTo>
                <a:cubicBezTo>
                  <a:pt x="817" y="353"/>
                  <a:pt x="817" y="353"/>
                  <a:pt x="817" y="353"/>
                </a:cubicBezTo>
                <a:cubicBezTo>
                  <a:pt x="821" y="355"/>
                  <a:pt x="824" y="358"/>
                  <a:pt x="827" y="361"/>
                </a:cubicBezTo>
                <a:cubicBezTo>
                  <a:pt x="827" y="361"/>
                  <a:pt x="827" y="361"/>
                  <a:pt x="827" y="361"/>
                </a:cubicBezTo>
                <a:cubicBezTo>
                  <a:pt x="828" y="362"/>
                  <a:pt x="829" y="363"/>
                  <a:pt x="830" y="364"/>
                </a:cubicBezTo>
                <a:cubicBezTo>
                  <a:pt x="830" y="364"/>
                  <a:pt x="830" y="364"/>
                  <a:pt x="831" y="364"/>
                </a:cubicBezTo>
                <a:cubicBezTo>
                  <a:pt x="834" y="368"/>
                  <a:pt x="838" y="373"/>
                  <a:pt x="841" y="377"/>
                </a:cubicBezTo>
                <a:cubicBezTo>
                  <a:pt x="841" y="377"/>
                  <a:pt x="842" y="378"/>
                  <a:pt x="842" y="378"/>
                </a:cubicBezTo>
                <a:cubicBezTo>
                  <a:pt x="842" y="379"/>
                  <a:pt x="843" y="380"/>
                  <a:pt x="844" y="381"/>
                </a:cubicBezTo>
                <a:cubicBezTo>
                  <a:pt x="844" y="381"/>
                  <a:pt x="844" y="381"/>
                  <a:pt x="844" y="382"/>
                </a:cubicBezTo>
                <a:cubicBezTo>
                  <a:pt x="847" y="385"/>
                  <a:pt x="849" y="389"/>
                  <a:pt x="851" y="392"/>
                </a:cubicBezTo>
                <a:cubicBezTo>
                  <a:pt x="851" y="392"/>
                  <a:pt x="851" y="393"/>
                  <a:pt x="851" y="393"/>
                </a:cubicBezTo>
                <a:cubicBezTo>
                  <a:pt x="851" y="394"/>
                  <a:pt x="852" y="395"/>
                  <a:pt x="852" y="396"/>
                </a:cubicBezTo>
                <a:cubicBezTo>
                  <a:pt x="853" y="396"/>
                  <a:pt x="853" y="397"/>
                  <a:pt x="853" y="397"/>
                </a:cubicBezTo>
                <a:cubicBezTo>
                  <a:pt x="853" y="398"/>
                  <a:pt x="854" y="399"/>
                  <a:pt x="854" y="401"/>
                </a:cubicBezTo>
                <a:cubicBezTo>
                  <a:pt x="857" y="407"/>
                  <a:pt x="859" y="414"/>
                  <a:pt x="861" y="421"/>
                </a:cubicBezTo>
                <a:cubicBezTo>
                  <a:pt x="861" y="423"/>
                  <a:pt x="862" y="424"/>
                  <a:pt x="862" y="426"/>
                </a:cubicBezTo>
                <a:cubicBezTo>
                  <a:pt x="862" y="427"/>
                  <a:pt x="862" y="427"/>
                  <a:pt x="862" y="428"/>
                </a:cubicBezTo>
                <a:cubicBezTo>
                  <a:pt x="862" y="429"/>
                  <a:pt x="863" y="430"/>
                  <a:pt x="863" y="431"/>
                </a:cubicBezTo>
                <a:cubicBezTo>
                  <a:pt x="863" y="432"/>
                  <a:pt x="863" y="433"/>
                  <a:pt x="863" y="433"/>
                </a:cubicBezTo>
                <a:cubicBezTo>
                  <a:pt x="863" y="435"/>
                  <a:pt x="863" y="436"/>
                  <a:pt x="863" y="438"/>
                </a:cubicBezTo>
                <a:cubicBezTo>
                  <a:pt x="863" y="438"/>
                  <a:pt x="863" y="438"/>
                  <a:pt x="863" y="438"/>
                </a:cubicBezTo>
                <a:cubicBezTo>
                  <a:pt x="863" y="440"/>
                  <a:pt x="864" y="442"/>
                  <a:pt x="864" y="444"/>
                </a:cubicBezTo>
                <a:lnTo>
                  <a:pt x="864" y="445"/>
                </a:lnTo>
                <a:cubicBezTo>
                  <a:pt x="864" y="447"/>
                  <a:pt x="864" y="448"/>
                  <a:pt x="864" y="449"/>
                </a:cubicBezTo>
                <a:cubicBezTo>
                  <a:pt x="864" y="450"/>
                  <a:pt x="864" y="450"/>
                  <a:pt x="864" y="451"/>
                </a:cubicBezTo>
                <a:cubicBezTo>
                  <a:pt x="863" y="453"/>
                  <a:pt x="863" y="454"/>
                  <a:pt x="863" y="456"/>
                </a:cubicBezTo>
                <a:cubicBezTo>
                  <a:pt x="863" y="458"/>
                  <a:pt x="863" y="460"/>
                  <a:pt x="863" y="462"/>
                </a:cubicBezTo>
                <a:close/>
                <a:moveTo>
                  <a:pt x="942" y="498"/>
                </a:moveTo>
                <a:lnTo>
                  <a:pt x="948" y="429"/>
                </a:lnTo>
                <a:lnTo>
                  <a:pt x="908" y="425"/>
                </a:lnTo>
                <a:cubicBezTo>
                  <a:pt x="906" y="406"/>
                  <a:pt x="900" y="387"/>
                  <a:pt x="891" y="370"/>
                </a:cubicBezTo>
                <a:lnTo>
                  <a:pt x="922" y="344"/>
                </a:lnTo>
                <a:lnTo>
                  <a:pt x="877" y="291"/>
                </a:lnTo>
                <a:lnTo>
                  <a:pt x="846" y="317"/>
                </a:lnTo>
                <a:cubicBezTo>
                  <a:pt x="831" y="305"/>
                  <a:pt x="814" y="296"/>
                  <a:pt x="795" y="290"/>
                </a:cubicBezTo>
                <a:lnTo>
                  <a:pt x="798" y="250"/>
                </a:lnTo>
                <a:lnTo>
                  <a:pt x="729" y="244"/>
                </a:lnTo>
                <a:lnTo>
                  <a:pt x="725" y="284"/>
                </a:lnTo>
                <a:cubicBezTo>
                  <a:pt x="706" y="287"/>
                  <a:pt x="687" y="293"/>
                  <a:pt x="670" y="302"/>
                </a:cubicBezTo>
                <a:lnTo>
                  <a:pt x="644" y="271"/>
                </a:lnTo>
                <a:lnTo>
                  <a:pt x="591" y="316"/>
                </a:lnTo>
                <a:lnTo>
                  <a:pt x="617" y="346"/>
                </a:lnTo>
                <a:cubicBezTo>
                  <a:pt x="605" y="362"/>
                  <a:pt x="596" y="379"/>
                  <a:pt x="590" y="398"/>
                </a:cubicBezTo>
                <a:lnTo>
                  <a:pt x="550" y="394"/>
                </a:lnTo>
                <a:lnTo>
                  <a:pt x="544" y="464"/>
                </a:lnTo>
                <a:lnTo>
                  <a:pt x="584" y="467"/>
                </a:lnTo>
                <a:cubicBezTo>
                  <a:pt x="587" y="487"/>
                  <a:pt x="593" y="505"/>
                  <a:pt x="602" y="522"/>
                </a:cubicBezTo>
                <a:lnTo>
                  <a:pt x="571" y="548"/>
                </a:lnTo>
                <a:lnTo>
                  <a:pt x="616" y="601"/>
                </a:lnTo>
                <a:lnTo>
                  <a:pt x="647" y="575"/>
                </a:lnTo>
                <a:cubicBezTo>
                  <a:pt x="662" y="587"/>
                  <a:pt x="679" y="596"/>
                  <a:pt x="698" y="602"/>
                </a:cubicBezTo>
                <a:lnTo>
                  <a:pt x="694" y="642"/>
                </a:lnTo>
                <a:lnTo>
                  <a:pt x="764" y="648"/>
                </a:lnTo>
                <a:lnTo>
                  <a:pt x="767" y="608"/>
                </a:lnTo>
                <a:cubicBezTo>
                  <a:pt x="787" y="606"/>
                  <a:pt x="805" y="600"/>
                  <a:pt x="822" y="591"/>
                </a:cubicBezTo>
                <a:lnTo>
                  <a:pt x="848" y="621"/>
                </a:lnTo>
                <a:lnTo>
                  <a:pt x="901" y="577"/>
                </a:lnTo>
                <a:lnTo>
                  <a:pt x="876" y="546"/>
                </a:lnTo>
                <a:cubicBezTo>
                  <a:pt x="887" y="531"/>
                  <a:pt x="896" y="513"/>
                  <a:pt x="902" y="494"/>
                </a:cubicBezTo>
                <a:lnTo>
                  <a:pt x="942" y="498"/>
                </a:lnTo>
                <a:close/>
              </a:path>
            </a:pathLst>
          </a:custGeom>
          <a:solidFill>
            <a:srgbClr val="113E6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Tree>
    <p:extLst>
      <p:ext uri="{BB962C8B-B14F-4D97-AF65-F5344CB8AC3E}">
        <p14:creationId xmlns:p14="http://schemas.microsoft.com/office/powerpoint/2010/main" val="4099366429"/>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right)">
                                      <p:cBhvr>
                                        <p:cTn id="7" dur="500"/>
                                        <p:tgtEl>
                                          <p:spTgt spid="12"/>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750"/>
                                        <p:tgtEl>
                                          <p:spTgt spid="11"/>
                                        </p:tgtEl>
                                      </p:cBhvr>
                                    </p:animEffect>
                                  </p:childTnLst>
                                </p:cTn>
                              </p:par>
                            </p:childTnLst>
                          </p:cTn>
                        </p:par>
                        <p:par>
                          <p:cTn id="12" fill="hold">
                            <p:stCondLst>
                              <p:cond delay="1250"/>
                            </p:stCondLst>
                            <p:childTnLst>
                              <p:par>
                                <p:cTn id="13" presetID="22" presetClass="entr" presetSubtype="1" fill="hold" grpId="0"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up)">
                                      <p:cBhvr>
                                        <p:cTn id="15" dur="500"/>
                                        <p:tgtEl>
                                          <p:spTgt spid="13"/>
                                        </p:tgtEl>
                                      </p:cBhvr>
                                    </p:animEffect>
                                  </p:childTnLst>
                                </p:cTn>
                              </p:par>
                            </p:childTnLst>
                          </p:cTn>
                        </p:par>
                        <p:par>
                          <p:cTn id="16" fill="hold">
                            <p:stCondLst>
                              <p:cond delay="1750"/>
                            </p:stCondLst>
                            <p:childTnLst>
                              <p:par>
                                <p:cTn id="17" presetID="22" presetClass="entr" presetSubtype="8" fill="hold" grpId="0"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500"/>
                                        <p:tgtEl>
                                          <p:spTgt spid="14"/>
                                        </p:tgtEl>
                                      </p:cBhvr>
                                    </p:animEffect>
                                  </p:childTnLst>
                                </p:cTn>
                              </p:par>
                            </p:childTnLst>
                          </p:cTn>
                        </p:par>
                        <p:par>
                          <p:cTn id="20" fill="hold">
                            <p:stCondLst>
                              <p:cond delay="2250"/>
                            </p:stCondLst>
                            <p:childTnLst>
                              <p:par>
                                <p:cTn id="21" presetID="31" presetClass="entr" presetSubtype="0" fill="hold" grpId="0" nodeType="after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p:cTn id="23" dur="400" fill="hold"/>
                                        <p:tgtEl>
                                          <p:spTgt spid="7"/>
                                        </p:tgtEl>
                                        <p:attrNameLst>
                                          <p:attrName>ppt_w</p:attrName>
                                        </p:attrNameLst>
                                      </p:cBhvr>
                                      <p:tavLst>
                                        <p:tav tm="0">
                                          <p:val>
                                            <p:fltVal val="0"/>
                                          </p:val>
                                        </p:tav>
                                        <p:tav tm="100000">
                                          <p:val>
                                            <p:strVal val="#ppt_w"/>
                                          </p:val>
                                        </p:tav>
                                      </p:tavLst>
                                    </p:anim>
                                    <p:anim calcmode="lin" valueType="num">
                                      <p:cBhvr>
                                        <p:cTn id="24" dur="400" fill="hold"/>
                                        <p:tgtEl>
                                          <p:spTgt spid="7"/>
                                        </p:tgtEl>
                                        <p:attrNameLst>
                                          <p:attrName>ppt_h</p:attrName>
                                        </p:attrNameLst>
                                      </p:cBhvr>
                                      <p:tavLst>
                                        <p:tav tm="0">
                                          <p:val>
                                            <p:fltVal val="0"/>
                                          </p:val>
                                        </p:tav>
                                        <p:tav tm="100000">
                                          <p:val>
                                            <p:strVal val="#ppt_h"/>
                                          </p:val>
                                        </p:tav>
                                      </p:tavLst>
                                    </p:anim>
                                    <p:anim calcmode="lin" valueType="num">
                                      <p:cBhvr>
                                        <p:cTn id="25" dur="400" fill="hold"/>
                                        <p:tgtEl>
                                          <p:spTgt spid="7"/>
                                        </p:tgtEl>
                                        <p:attrNameLst>
                                          <p:attrName>style.rotation</p:attrName>
                                        </p:attrNameLst>
                                      </p:cBhvr>
                                      <p:tavLst>
                                        <p:tav tm="0">
                                          <p:val>
                                            <p:fltVal val="90"/>
                                          </p:val>
                                        </p:tav>
                                        <p:tav tm="100000">
                                          <p:val>
                                            <p:fltVal val="0"/>
                                          </p:val>
                                        </p:tav>
                                      </p:tavLst>
                                    </p:anim>
                                    <p:animEffect transition="in" filter="fade">
                                      <p:cBhvr>
                                        <p:cTn id="26" dur="4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p:bldP spid="7" grpId="0" animBg="1"/>
    </p:bldLst>
  </p:timing>
  <p:extLst mod="1">
    <p:ext uri="{E180D4A7-C9FB-4DFB-919C-405C955672EB}">
      <p14:showEvtLst xmlns:p14="http://schemas.microsoft.com/office/powerpoint/2010/main">
        <p14:playEvt time="0" objId="2"/>
        <p14:stopEvt time="5293" objId="2"/>
      </p14:showEvt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8" descr="newton"/>
          <p:cNvPicPr>
            <a:picLocks noChangeAspect="1" noChangeArrowheads="1"/>
          </p:cNvPicPr>
          <p:nvPr/>
        </p:nvPicPr>
        <p:blipFill>
          <a:blip r:embed="rId2" cstate="print"/>
          <a:srcRect/>
          <a:stretch>
            <a:fillRect/>
          </a:stretch>
        </p:blipFill>
        <p:spPr bwMode="auto">
          <a:xfrm>
            <a:off x="347663" y="850900"/>
            <a:ext cx="2833687" cy="3085041"/>
          </a:xfrm>
          <a:prstGeom prst="rect">
            <a:avLst/>
          </a:prstGeom>
          <a:noFill/>
          <a:ln w="9525">
            <a:noFill/>
            <a:miter lim="800000"/>
            <a:headEnd/>
            <a:tailEnd/>
          </a:ln>
        </p:spPr>
      </p:pic>
      <p:pic>
        <p:nvPicPr>
          <p:cNvPr id="6" name="Picture 9" descr="Leibinic"/>
          <p:cNvPicPr>
            <a:picLocks noChangeAspect="1" noChangeArrowheads="1"/>
          </p:cNvPicPr>
          <p:nvPr/>
        </p:nvPicPr>
        <p:blipFill>
          <a:blip r:embed="rId3" cstate="print"/>
          <a:srcRect/>
          <a:stretch>
            <a:fillRect/>
          </a:stretch>
        </p:blipFill>
        <p:spPr bwMode="auto">
          <a:xfrm>
            <a:off x="4932364" y="846137"/>
            <a:ext cx="2761626" cy="3049587"/>
          </a:xfrm>
          <a:prstGeom prst="rect">
            <a:avLst/>
          </a:prstGeom>
          <a:noFill/>
          <a:ln w="9525">
            <a:noFill/>
            <a:miter lim="800000"/>
            <a:headEnd/>
            <a:tailEnd/>
          </a:ln>
        </p:spPr>
      </p:pic>
      <p:sp>
        <p:nvSpPr>
          <p:cNvPr id="7" name="矩形 9"/>
          <p:cNvSpPr>
            <a:spLocks noChangeArrowheads="1"/>
          </p:cNvSpPr>
          <p:nvPr/>
        </p:nvSpPr>
        <p:spPr bwMode="auto">
          <a:xfrm>
            <a:off x="179388" y="4016375"/>
            <a:ext cx="3851275" cy="584775"/>
          </a:xfrm>
          <a:prstGeom prst="rect">
            <a:avLst/>
          </a:prstGeom>
          <a:noFill/>
          <a:ln w="9525">
            <a:noFill/>
            <a:miter lim="800000"/>
            <a:headEnd/>
            <a:tailEnd/>
          </a:ln>
        </p:spPr>
        <p:txBody>
          <a:bodyPr wrap="square">
            <a:spAutoFit/>
          </a:bodyPr>
          <a:lstStyle/>
          <a:p>
            <a:r>
              <a:rPr lang="zh-CN" altLang="en-US" sz="1600" dirty="0"/>
              <a:t>艾萨克</a:t>
            </a:r>
            <a:r>
              <a:rPr lang="en-US" altLang="zh-CN" sz="1600" dirty="0"/>
              <a:t>·</a:t>
            </a:r>
            <a:r>
              <a:rPr lang="zh-CN" altLang="en-US" sz="1600" dirty="0"/>
              <a:t>牛顿（</a:t>
            </a:r>
            <a:r>
              <a:rPr lang="en-US" altLang="zh-CN" sz="1600" dirty="0"/>
              <a:t> Isaac Newton 1643</a:t>
            </a:r>
            <a:r>
              <a:rPr lang="zh-CN" altLang="en-US" sz="1600" dirty="0"/>
              <a:t>年</a:t>
            </a:r>
            <a:r>
              <a:rPr lang="en-US" altLang="zh-CN" sz="1600" dirty="0"/>
              <a:t>-1727</a:t>
            </a:r>
            <a:r>
              <a:rPr lang="zh-CN" altLang="en-US" sz="1600" dirty="0"/>
              <a:t>年）英国著名的物理学家、数学家</a:t>
            </a:r>
          </a:p>
        </p:txBody>
      </p:sp>
      <p:sp>
        <p:nvSpPr>
          <p:cNvPr id="8" name="TextBox 8"/>
          <p:cNvSpPr txBox="1">
            <a:spLocks noChangeArrowheads="1"/>
          </p:cNvSpPr>
          <p:nvPr/>
        </p:nvSpPr>
        <p:spPr bwMode="auto">
          <a:xfrm>
            <a:off x="4730749" y="4044950"/>
            <a:ext cx="4222751" cy="584775"/>
          </a:xfrm>
          <a:prstGeom prst="rect">
            <a:avLst/>
          </a:prstGeom>
          <a:noFill/>
          <a:ln w="9525">
            <a:noFill/>
            <a:miter lim="800000"/>
            <a:headEnd/>
            <a:tailEnd/>
          </a:ln>
        </p:spPr>
        <p:txBody>
          <a:bodyPr wrap="square">
            <a:spAutoFit/>
          </a:bodyPr>
          <a:lstStyle/>
          <a:p>
            <a:r>
              <a:rPr lang="zh-CN" altLang="en-US" sz="1600" dirty="0"/>
              <a:t>戈特弗里德</a:t>
            </a:r>
            <a:r>
              <a:rPr lang="en-US" altLang="zh-CN" sz="1600" dirty="0"/>
              <a:t>·</a:t>
            </a:r>
            <a:r>
              <a:rPr lang="zh-CN" altLang="en-US" sz="1600" dirty="0"/>
              <a:t>威廉</a:t>
            </a:r>
            <a:r>
              <a:rPr lang="en-US" altLang="zh-CN" sz="1600" dirty="0"/>
              <a:t>·</a:t>
            </a:r>
            <a:r>
              <a:rPr lang="zh-CN" altLang="en-US" sz="1600" dirty="0"/>
              <a:t>莱布尼茨</a:t>
            </a:r>
            <a:r>
              <a:rPr lang="en-US" altLang="zh-CN" sz="1600" dirty="0"/>
              <a:t>(</a:t>
            </a:r>
            <a:r>
              <a:rPr lang="en-US" altLang="zh-CN" sz="1600" dirty="0" smtClean="0"/>
              <a:t>Gottfried Wilhelm </a:t>
            </a:r>
            <a:r>
              <a:rPr lang="en-US" altLang="zh-CN" sz="1600" dirty="0"/>
              <a:t>Leibniz</a:t>
            </a:r>
            <a:r>
              <a:rPr lang="zh-CN" altLang="en-US" sz="1600" dirty="0"/>
              <a:t>，</a:t>
            </a:r>
            <a:r>
              <a:rPr lang="en-US" altLang="zh-CN" sz="1600" dirty="0"/>
              <a:t>1646</a:t>
            </a:r>
            <a:r>
              <a:rPr lang="zh-CN" altLang="en-US" sz="1600" dirty="0"/>
              <a:t>年</a:t>
            </a:r>
            <a:r>
              <a:rPr lang="en-US" altLang="zh-CN" sz="1600" dirty="0"/>
              <a:t>-1716</a:t>
            </a:r>
            <a:r>
              <a:rPr lang="zh-CN" altLang="en-US" sz="1600" dirty="0"/>
              <a:t>年</a:t>
            </a:r>
            <a:r>
              <a:rPr lang="en-US" altLang="zh-CN" sz="1600" dirty="0"/>
              <a:t>)</a:t>
            </a:r>
            <a:r>
              <a:rPr lang="zh-CN" altLang="en-US" sz="1600" dirty="0"/>
              <a:t>德国数学家</a:t>
            </a:r>
          </a:p>
        </p:txBody>
      </p:sp>
      <p:cxnSp>
        <p:nvCxnSpPr>
          <p:cNvPr id="9" name="直接连接符 8"/>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1"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0-#ppt_w/2"/>
                                          </p:val>
                                        </p:tav>
                                        <p:tav tm="100000">
                                          <p:val>
                                            <p:strVal val="#ppt_x"/>
                                          </p:val>
                                        </p:tav>
                                      </p:tavLst>
                                    </p:anim>
                                    <p:anim calcmode="lin" valueType="num">
                                      <p:cBhvr additive="base">
                                        <p:cTn id="8" dur="500" fill="hold"/>
                                        <p:tgtEl>
                                          <p:spTgt spid="9"/>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500" fill="hold"/>
                                        <p:tgtEl>
                                          <p:spTgt spid="10"/>
                                        </p:tgtEl>
                                        <p:attrNameLst>
                                          <p:attrName>ppt_x</p:attrName>
                                        </p:attrNameLst>
                                      </p:cBhvr>
                                      <p:tavLst>
                                        <p:tav tm="0">
                                          <p:val>
                                            <p:strVal val="1+#ppt_w/2"/>
                                          </p:val>
                                        </p:tav>
                                        <p:tav tm="100000">
                                          <p:val>
                                            <p:strVal val="#ppt_x"/>
                                          </p:val>
                                        </p:tav>
                                      </p:tavLst>
                                    </p:anim>
                                    <p:anim calcmode="lin" valueType="num">
                                      <p:cBhvr additive="base">
                                        <p:cTn id="12" dur="50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additive="base">
                                        <p:cTn id="16" dur="500" fill="hold"/>
                                        <p:tgtEl>
                                          <p:spTgt spid="11"/>
                                        </p:tgtEl>
                                        <p:attrNameLst>
                                          <p:attrName>ppt_x</p:attrName>
                                        </p:attrNameLst>
                                      </p:cBhvr>
                                      <p:tavLst>
                                        <p:tav tm="0">
                                          <p:val>
                                            <p:strVal val="#ppt_x"/>
                                          </p:val>
                                        </p:tav>
                                        <p:tav tm="100000">
                                          <p:val>
                                            <p:strVal val="#ppt_x"/>
                                          </p:val>
                                        </p:tav>
                                      </p:tavLst>
                                    </p:anim>
                                    <p:anim calcmode="lin" valueType="num">
                                      <p:cBhvr additive="base">
                                        <p:cTn id="17" dur="500" fill="hold"/>
                                        <p:tgtEl>
                                          <p:spTgt spid="11"/>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in)">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additive="base">
                                        <p:cTn id="27" dur="500" fill="hold"/>
                                        <p:tgtEl>
                                          <p:spTgt spid="7"/>
                                        </p:tgtEl>
                                        <p:attrNameLst>
                                          <p:attrName>ppt_x</p:attrName>
                                        </p:attrNameLst>
                                      </p:cBhvr>
                                      <p:tavLst>
                                        <p:tav tm="0">
                                          <p:val>
                                            <p:strVal val="#ppt_x"/>
                                          </p:val>
                                        </p:tav>
                                        <p:tav tm="100000">
                                          <p:val>
                                            <p:strVal val="#ppt_x"/>
                                          </p:val>
                                        </p:tav>
                                      </p:tavLst>
                                    </p:anim>
                                    <p:anim calcmode="lin" valueType="num">
                                      <p:cBhvr additive="base">
                                        <p:cTn id="2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ox(in)">
                                      <p:cBhvr>
                                        <p:cTn id="33" dur="500"/>
                                        <p:tgtEl>
                                          <p:spTgt spid="6"/>
                                        </p:tgtEl>
                                      </p:cBhvr>
                                    </p:animEffect>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8"/>
                                        </p:tgtEl>
                                        <p:attrNameLst>
                                          <p:attrName>style.visibility</p:attrName>
                                        </p:attrNameLst>
                                      </p:cBhvr>
                                      <p:to>
                                        <p:strVal val="visible"/>
                                      </p:to>
                                    </p:set>
                                    <p:anim calcmode="lin" valueType="num">
                                      <p:cBhvr additive="base">
                                        <p:cTn id="38" dur="500" fill="hold"/>
                                        <p:tgtEl>
                                          <p:spTgt spid="8"/>
                                        </p:tgtEl>
                                        <p:attrNameLst>
                                          <p:attrName>ppt_x</p:attrName>
                                        </p:attrNameLst>
                                      </p:cBhvr>
                                      <p:tavLst>
                                        <p:tav tm="0">
                                          <p:val>
                                            <p:strVal val="#ppt_x"/>
                                          </p:val>
                                        </p:tav>
                                        <p:tav tm="100000">
                                          <p:val>
                                            <p:strVal val="#ppt_x"/>
                                          </p:val>
                                        </p:tav>
                                      </p:tavLst>
                                    </p:anim>
                                    <p:anim calcmode="lin" valueType="num">
                                      <p:cBhvr additive="base">
                                        <p:cTn id="3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33"/>
          <p:cNvSpPr>
            <a:spLocks noChangeArrowheads="1"/>
          </p:cNvSpPr>
          <p:nvPr/>
        </p:nvSpPr>
        <p:spPr bwMode="auto">
          <a:xfrm>
            <a:off x="166081" y="905102"/>
            <a:ext cx="4320194" cy="1085623"/>
          </a:xfrm>
          <a:prstGeom prst="rect">
            <a:avLst/>
          </a:prstGeom>
          <a:solidFill>
            <a:schemeClr val="accent2">
              <a:lumMod val="50000"/>
            </a:schemeClr>
          </a:solidFill>
          <a:ln w="10795" cmpd="sng">
            <a:solidFill>
              <a:schemeClr val="bg1"/>
            </a:solidFill>
            <a:miter lim="800000"/>
            <a:headEnd/>
            <a:tailEnd/>
          </a:ln>
          <a:effectLst>
            <a:outerShdw dist="38100" dir="2700000" algn="ctr" rotWithShape="0">
              <a:srgbClr val="000000">
                <a:alpha val="39000"/>
              </a:srgbClr>
            </a:outerShdw>
          </a:effectLst>
        </p:spPr>
        <p:txBody>
          <a:bodyPr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r>
              <a:rPr lang="zh-CN" altLang="en-US" sz="1800" dirty="0" smtClean="0"/>
              <a:t>牛顿</a:t>
            </a:r>
            <a:r>
              <a:rPr lang="en-US" altLang="zh-CN" sz="1800" dirty="0" smtClean="0"/>
              <a:t>-</a:t>
            </a:r>
            <a:r>
              <a:rPr lang="zh-CN" altLang="en-US" sz="1800" dirty="0" smtClean="0"/>
              <a:t>莱布尼茨公式</a:t>
            </a:r>
            <a:endParaRPr lang="en-US" altLang="zh-CN" sz="1800" dirty="0" smtClean="0"/>
          </a:p>
          <a:p>
            <a:endParaRPr lang="en-US" altLang="zh-CN" sz="1400" dirty="0" smtClean="0"/>
          </a:p>
          <a:p>
            <a:r>
              <a:rPr lang="zh-CN" altLang="en-US" sz="1400" dirty="0" smtClean="0"/>
              <a:t> </a:t>
            </a:r>
            <a:endParaRPr lang="zh-CN" altLang="en-US" sz="1400" dirty="0"/>
          </a:p>
        </p:txBody>
      </p:sp>
      <p:graphicFrame>
        <p:nvGraphicFramePr>
          <p:cNvPr id="134154" name="Object 10"/>
          <p:cNvGraphicFramePr>
            <a:graphicFrameLocks noChangeAspect="1"/>
          </p:cNvGraphicFramePr>
          <p:nvPr/>
        </p:nvGraphicFramePr>
        <p:xfrm>
          <a:off x="250825" y="1477963"/>
          <a:ext cx="2705100" cy="431800"/>
        </p:xfrm>
        <a:graphic>
          <a:graphicData uri="http://schemas.openxmlformats.org/presentationml/2006/ole">
            <mc:AlternateContent xmlns:mc="http://schemas.openxmlformats.org/markup-compatibility/2006">
              <mc:Choice xmlns:v="urn:schemas-microsoft-com:vml" Requires="v">
                <p:oleObj spid="_x0000_s1062" name="Equation" r:id="rId3" imgW="2705040" imgH="431640" progId="Equation.DSMT4">
                  <p:embed/>
                </p:oleObj>
              </mc:Choice>
              <mc:Fallback>
                <p:oleObj name="Equation" r:id="rId3" imgW="2705040" imgH="43164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825" y="1477963"/>
                        <a:ext cx="27051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矩形 33"/>
          <p:cNvSpPr>
            <a:spLocks noChangeArrowheads="1"/>
          </p:cNvSpPr>
          <p:nvPr/>
        </p:nvSpPr>
        <p:spPr bwMode="auto">
          <a:xfrm>
            <a:off x="4442806" y="2095727"/>
            <a:ext cx="4231742" cy="1866673"/>
          </a:xfrm>
          <a:prstGeom prst="rect">
            <a:avLst/>
          </a:prstGeom>
          <a:solidFill>
            <a:schemeClr val="accent2">
              <a:lumMod val="50000"/>
            </a:schemeClr>
          </a:solidFill>
          <a:ln w="10795" cmpd="sng">
            <a:solidFill>
              <a:schemeClr val="bg1"/>
            </a:solidFill>
            <a:miter lim="800000"/>
            <a:headEnd/>
            <a:tailEnd/>
          </a:ln>
          <a:effectLst>
            <a:outerShdw dist="38100" dir="2700000" algn="ctr" rotWithShape="0">
              <a:srgbClr val="000000">
                <a:alpha val="39000"/>
              </a:srgbClr>
            </a:outerShdw>
          </a:effectLst>
        </p:spPr>
        <p:txBody>
          <a:bodyPr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pPr>
              <a:lnSpc>
                <a:spcPct val="130000"/>
              </a:lnSpc>
            </a:pPr>
            <a:r>
              <a:rPr lang="zh-CN" altLang="en-US" sz="1800" dirty="0" smtClean="0"/>
              <a:t>但很多函数找不到原函数，如</a:t>
            </a:r>
            <a:endParaRPr lang="en-US" altLang="zh-CN" sz="1800" dirty="0" smtClean="0"/>
          </a:p>
          <a:p>
            <a:pPr>
              <a:lnSpc>
                <a:spcPct val="130000"/>
              </a:lnSpc>
            </a:pPr>
            <a:endParaRPr lang="en-US" altLang="zh-CN" sz="1800" dirty="0" smtClean="0"/>
          </a:p>
          <a:p>
            <a:pPr>
              <a:lnSpc>
                <a:spcPct val="130000"/>
              </a:lnSpc>
            </a:pPr>
            <a:endParaRPr lang="en-US" altLang="zh-CN" sz="1800" dirty="0" smtClean="0"/>
          </a:p>
          <a:p>
            <a:pPr>
              <a:lnSpc>
                <a:spcPct val="130000"/>
              </a:lnSpc>
            </a:pPr>
            <a:r>
              <a:rPr lang="zh-CN" altLang="en-US" sz="1800" dirty="0" smtClean="0"/>
              <a:t>另一方面，有很多</a:t>
            </a:r>
            <a:r>
              <a:rPr lang="zh-CN" altLang="en-US" sz="1800" dirty="0" smtClean="0">
                <a:sym typeface="Symbol" pitchFamily="18" charset="2"/>
              </a:rPr>
              <a:t>函数只知一些离散点的函数值，并无表达式。</a:t>
            </a:r>
            <a:endParaRPr lang="en-US" altLang="zh-CN" sz="1800" dirty="0" smtClean="0">
              <a:sym typeface="Symbol" pitchFamily="18" charset="2"/>
            </a:endParaRPr>
          </a:p>
        </p:txBody>
      </p:sp>
      <p:graphicFrame>
        <p:nvGraphicFramePr>
          <p:cNvPr id="136199" name="Object 7"/>
          <p:cNvGraphicFramePr>
            <a:graphicFrameLocks noChangeAspect="1"/>
          </p:cNvGraphicFramePr>
          <p:nvPr/>
        </p:nvGraphicFramePr>
        <p:xfrm>
          <a:off x="4492626" y="2551114"/>
          <a:ext cx="1374774" cy="618106"/>
        </p:xfrm>
        <a:graphic>
          <a:graphicData uri="http://schemas.openxmlformats.org/presentationml/2006/ole">
            <mc:AlternateContent xmlns:mc="http://schemas.openxmlformats.org/markup-compatibility/2006">
              <mc:Choice xmlns:v="urn:schemas-microsoft-com:vml" Requires="v">
                <p:oleObj spid="_x0000_s1063" name="Equation" r:id="rId5" imgW="1498320" imgH="672840" progId="Equation.3">
                  <p:embed/>
                </p:oleObj>
              </mc:Choice>
              <mc:Fallback>
                <p:oleObj name="Equation" r:id="rId5" imgW="1498320" imgH="67284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2626" y="2551114"/>
                        <a:ext cx="1374774" cy="6181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6200" name="Object 8"/>
          <p:cNvGraphicFramePr>
            <a:graphicFrameLocks noChangeAspect="1"/>
          </p:cNvGraphicFramePr>
          <p:nvPr/>
        </p:nvGraphicFramePr>
        <p:xfrm>
          <a:off x="6096000" y="2686051"/>
          <a:ext cx="1323975" cy="416423"/>
        </p:xfrm>
        <a:graphic>
          <a:graphicData uri="http://schemas.openxmlformats.org/presentationml/2006/ole">
            <mc:AlternateContent xmlns:mc="http://schemas.openxmlformats.org/markup-compatibility/2006">
              <mc:Choice xmlns:v="urn:schemas-microsoft-com:vml" Requires="v">
                <p:oleObj spid="_x0000_s1064" name="Equation" r:id="rId7" imgW="1257120" imgH="393480" progId="Equation.3">
                  <p:embed/>
                </p:oleObj>
              </mc:Choice>
              <mc:Fallback>
                <p:oleObj name="Equation" r:id="rId7" imgW="1257120" imgH="393480" progId="Equation.3">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96000" y="2686051"/>
                        <a:ext cx="1323975" cy="4164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33"/>
          <p:cNvSpPr>
            <a:spLocks noChangeArrowheads="1"/>
          </p:cNvSpPr>
          <p:nvPr/>
        </p:nvSpPr>
        <p:spPr bwMode="auto">
          <a:xfrm>
            <a:off x="147030" y="4038828"/>
            <a:ext cx="4377345" cy="752248"/>
          </a:xfrm>
          <a:prstGeom prst="rect">
            <a:avLst/>
          </a:prstGeom>
          <a:solidFill>
            <a:schemeClr val="accent2">
              <a:lumMod val="50000"/>
            </a:schemeClr>
          </a:solidFill>
          <a:ln w="10795" cmpd="sng">
            <a:solidFill>
              <a:schemeClr val="bg1"/>
            </a:solidFill>
            <a:miter lim="800000"/>
            <a:headEnd/>
            <a:tailEnd/>
          </a:ln>
          <a:effectLst>
            <a:outerShdw dist="38100" dir="2700000" algn="ctr" rotWithShape="0">
              <a:srgbClr val="000000">
                <a:alpha val="39000"/>
              </a:srgbClr>
            </a:outerShdw>
          </a:effectLst>
        </p:spPr>
        <p:txBody>
          <a:bodyPr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r>
              <a:rPr lang="zh-CN" altLang="en-US" sz="1800" dirty="0" smtClean="0"/>
              <a:t>所以</a:t>
            </a:r>
            <a:r>
              <a:rPr lang="zh-CN" altLang="en-US" sz="1800" dirty="0" smtClean="0">
                <a:sym typeface="Symbol" pitchFamily="18" charset="2"/>
              </a:rPr>
              <a:t>牛顿</a:t>
            </a:r>
            <a:r>
              <a:rPr lang="en-US" altLang="zh-CN" sz="1800" dirty="0" smtClean="0">
                <a:sym typeface="Symbol" pitchFamily="18" charset="2"/>
              </a:rPr>
              <a:t>-</a:t>
            </a:r>
            <a:r>
              <a:rPr lang="zh-CN" altLang="en-US" sz="1800" dirty="0" smtClean="0">
                <a:sym typeface="Symbol" pitchFamily="18" charset="2"/>
              </a:rPr>
              <a:t>莱布尼茨公式有时不能直接应用。  </a:t>
            </a:r>
            <a:endParaRPr lang="zh-CN" altLang="en-US" sz="1800" dirty="0"/>
          </a:p>
        </p:txBody>
      </p:sp>
      <p:cxnSp>
        <p:nvCxnSpPr>
          <p:cNvPr id="8" name="直接连接符 7"/>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0"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
                                            <p:bg/>
                                          </p:spTgt>
                                        </p:tgtEl>
                                        <p:attrNameLst>
                                          <p:attrName>style.visibility</p:attrName>
                                        </p:attrNameLst>
                                      </p:cBhvr>
                                      <p:to>
                                        <p:strVal val="visible"/>
                                      </p:to>
                                    </p:set>
                                    <p:anim calcmode="lin" valueType="num">
                                      <p:cBhvr additive="base">
                                        <p:cTn id="22" dur="500" fill="hold"/>
                                        <p:tgtEl>
                                          <p:spTgt spid="2">
                                            <p:bg/>
                                          </p:spTgt>
                                        </p:tgtEl>
                                        <p:attrNameLst>
                                          <p:attrName>ppt_x</p:attrName>
                                        </p:attrNameLst>
                                      </p:cBhvr>
                                      <p:tavLst>
                                        <p:tav tm="0">
                                          <p:val>
                                            <p:strVal val="0-#ppt_w/2"/>
                                          </p:val>
                                        </p:tav>
                                        <p:tav tm="100000">
                                          <p:val>
                                            <p:strVal val="#ppt_x"/>
                                          </p:val>
                                        </p:tav>
                                      </p:tavLst>
                                    </p:anim>
                                    <p:anim calcmode="lin" valueType="num">
                                      <p:cBhvr additive="base">
                                        <p:cTn id="23" dur="500" fill="hold"/>
                                        <p:tgtEl>
                                          <p:spTgt spid="2">
                                            <p:bg/>
                                          </p:spTgt>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2">
                                            <p:txEl>
                                              <p:pRg st="0" end="0"/>
                                            </p:txEl>
                                          </p:spTgt>
                                        </p:tgtEl>
                                        <p:attrNameLst>
                                          <p:attrName>style.visibility</p:attrName>
                                        </p:attrNameLst>
                                      </p:cBhvr>
                                      <p:to>
                                        <p:strVal val="visible"/>
                                      </p:to>
                                    </p:set>
                                    <p:anim calcmode="lin" valueType="num">
                                      <p:cBhvr additive="base">
                                        <p:cTn id="26"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2">
                                            <p:txEl>
                                              <p:pRg st="0" end="0"/>
                                            </p:txEl>
                                          </p:spTgt>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2">
                                            <p:txEl>
                                              <p:pRg st="2" end="2"/>
                                            </p:txEl>
                                          </p:spTgt>
                                        </p:tgtEl>
                                        <p:attrNameLst>
                                          <p:attrName>style.visibility</p:attrName>
                                        </p:attrNameLst>
                                      </p:cBhvr>
                                      <p:to>
                                        <p:strVal val="visible"/>
                                      </p:to>
                                    </p:set>
                                    <p:anim calcmode="lin" valueType="num">
                                      <p:cBhvr additive="base">
                                        <p:cTn id="30" dur="500" fill="hold"/>
                                        <p:tgtEl>
                                          <p:spTgt spid="2">
                                            <p:txEl>
                                              <p:pRg st="2" end="2"/>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2">
                                            <p:txEl>
                                              <p:pRg st="2" end="2"/>
                                            </p:txEl>
                                          </p:spTgt>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2">
                                            <p:txEl>
                                              <p:pRg st="0" end="0"/>
                                            </p:txEl>
                                          </p:spTgt>
                                        </p:tgtEl>
                                        <p:attrNameLst>
                                          <p:attrName>style.visibility</p:attrName>
                                        </p:attrNameLst>
                                      </p:cBhvr>
                                      <p:to>
                                        <p:strVal val="visible"/>
                                      </p:to>
                                    </p:set>
                                    <p:anim calcmode="lin" valueType="num">
                                      <p:cBhvr additive="base">
                                        <p:cTn id="34"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
                                            <p:txEl>
                                              <p:pRg st="0" end="0"/>
                                            </p:txEl>
                                          </p:spTgt>
                                        </p:tgtEl>
                                        <p:attrNameLst>
                                          <p:attrName>ppt_y</p:attrName>
                                        </p:attrNameLst>
                                      </p:cBhvr>
                                      <p:tavLst>
                                        <p:tav tm="0">
                                          <p:val>
                                            <p:strVal val="#ppt_y"/>
                                          </p:val>
                                        </p:tav>
                                        <p:tav tm="100000">
                                          <p:val>
                                            <p:strVal val="#ppt_y"/>
                                          </p:val>
                                        </p:tav>
                                      </p:tavLst>
                                    </p:anim>
                                  </p:childTnLst>
                                </p:cTn>
                              </p:par>
                              <p:par>
                                <p:cTn id="36" presetID="2" presetClass="entr" presetSubtype="8" fill="hold" nodeType="withEffect">
                                  <p:stCondLst>
                                    <p:cond delay="0"/>
                                  </p:stCondLst>
                                  <p:childTnLst>
                                    <p:set>
                                      <p:cBhvr>
                                        <p:cTn id="37" dur="1" fill="hold">
                                          <p:stCondLst>
                                            <p:cond delay="0"/>
                                          </p:stCondLst>
                                        </p:cTn>
                                        <p:tgtEl>
                                          <p:spTgt spid="134154"/>
                                        </p:tgtEl>
                                        <p:attrNameLst>
                                          <p:attrName>style.visibility</p:attrName>
                                        </p:attrNameLst>
                                      </p:cBhvr>
                                      <p:to>
                                        <p:strVal val="visible"/>
                                      </p:to>
                                    </p:set>
                                    <p:anim calcmode="lin" valueType="num">
                                      <p:cBhvr additive="base">
                                        <p:cTn id="38" dur="500" fill="hold"/>
                                        <p:tgtEl>
                                          <p:spTgt spid="134154"/>
                                        </p:tgtEl>
                                        <p:attrNameLst>
                                          <p:attrName>ppt_x</p:attrName>
                                        </p:attrNameLst>
                                      </p:cBhvr>
                                      <p:tavLst>
                                        <p:tav tm="0">
                                          <p:val>
                                            <p:strVal val="0-#ppt_w/2"/>
                                          </p:val>
                                        </p:tav>
                                        <p:tav tm="100000">
                                          <p:val>
                                            <p:strVal val="#ppt_x"/>
                                          </p:val>
                                        </p:tav>
                                      </p:tavLst>
                                    </p:anim>
                                    <p:anim calcmode="lin" valueType="num">
                                      <p:cBhvr additive="base">
                                        <p:cTn id="39" dur="500" fill="hold"/>
                                        <p:tgtEl>
                                          <p:spTgt spid="134154"/>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2" fill="hold" grpId="0" nodeType="clickEffect">
                                  <p:stCondLst>
                                    <p:cond delay="0"/>
                                  </p:stCondLst>
                                  <p:childTnLst>
                                    <p:set>
                                      <p:cBhvr>
                                        <p:cTn id="43" dur="1" fill="hold">
                                          <p:stCondLst>
                                            <p:cond delay="0"/>
                                          </p:stCondLst>
                                        </p:cTn>
                                        <p:tgtEl>
                                          <p:spTgt spid="5">
                                            <p:bg/>
                                          </p:spTgt>
                                        </p:tgtEl>
                                        <p:attrNameLst>
                                          <p:attrName>style.visibility</p:attrName>
                                        </p:attrNameLst>
                                      </p:cBhvr>
                                      <p:to>
                                        <p:strVal val="visible"/>
                                      </p:to>
                                    </p:set>
                                    <p:anim calcmode="lin" valueType="num">
                                      <p:cBhvr additive="base">
                                        <p:cTn id="44" dur="500" fill="hold"/>
                                        <p:tgtEl>
                                          <p:spTgt spid="5">
                                            <p:bg/>
                                          </p:spTgt>
                                        </p:tgtEl>
                                        <p:attrNameLst>
                                          <p:attrName>ppt_x</p:attrName>
                                        </p:attrNameLst>
                                      </p:cBhvr>
                                      <p:tavLst>
                                        <p:tav tm="0">
                                          <p:val>
                                            <p:strVal val="1+#ppt_w/2"/>
                                          </p:val>
                                        </p:tav>
                                        <p:tav tm="100000">
                                          <p:val>
                                            <p:strVal val="#ppt_x"/>
                                          </p:val>
                                        </p:tav>
                                      </p:tavLst>
                                    </p:anim>
                                    <p:anim calcmode="lin" valueType="num">
                                      <p:cBhvr additive="base">
                                        <p:cTn id="45" dur="500" fill="hold"/>
                                        <p:tgtEl>
                                          <p:spTgt spid="5">
                                            <p:bg/>
                                          </p:spTgt>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2" fill="hold" nodeType="clickEffect">
                                  <p:stCondLst>
                                    <p:cond delay="0"/>
                                  </p:stCondLst>
                                  <p:childTnLst>
                                    <p:set>
                                      <p:cBhvr>
                                        <p:cTn id="49" dur="1" fill="hold">
                                          <p:stCondLst>
                                            <p:cond delay="0"/>
                                          </p:stCondLst>
                                        </p:cTn>
                                        <p:tgtEl>
                                          <p:spTgt spid="5">
                                            <p:txEl>
                                              <p:pRg st="0" end="0"/>
                                            </p:txEl>
                                          </p:spTgt>
                                        </p:tgtEl>
                                        <p:attrNameLst>
                                          <p:attrName>style.visibility</p:attrName>
                                        </p:attrNameLst>
                                      </p:cBhvr>
                                      <p:to>
                                        <p:strVal val="visible"/>
                                      </p:to>
                                    </p:set>
                                    <p:anim calcmode="lin" valueType="num">
                                      <p:cBhvr additive="base">
                                        <p:cTn id="50" dur="500" fill="hold"/>
                                        <p:tgtEl>
                                          <p:spTgt spid="5">
                                            <p:txEl>
                                              <p:pRg st="0" end="0"/>
                                            </p:txEl>
                                          </p:spTgt>
                                        </p:tgtEl>
                                        <p:attrNameLst>
                                          <p:attrName>ppt_x</p:attrName>
                                        </p:attrNameLst>
                                      </p:cBhvr>
                                      <p:tavLst>
                                        <p:tav tm="0">
                                          <p:val>
                                            <p:strVal val="1+#ppt_w/2"/>
                                          </p:val>
                                        </p:tav>
                                        <p:tav tm="100000">
                                          <p:val>
                                            <p:strVal val="#ppt_x"/>
                                          </p:val>
                                        </p:tav>
                                      </p:tavLst>
                                    </p:anim>
                                    <p:anim calcmode="lin" valueType="num">
                                      <p:cBhvr additive="base">
                                        <p:cTn id="51" dur="500" fill="hold"/>
                                        <p:tgtEl>
                                          <p:spTgt spid="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2" fill="hold" nodeType="clickEffect">
                                  <p:stCondLst>
                                    <p:cond delay="0"/>
                                  </p:stCondLst>
                                  <p:childTnLst>
                                    <p:set>
                                      <p:cBhvr>
                                        <p:cTn id="55" dur="1" fill="hold">
                                          <p:stCondLst>
                                            <p:cond delay="0"/>
                                          </p:stCondLst>
                                        </p:cTn>
                                        <p:tgtEl>
                                          <p:spTgt spid="136199"/>
                                        </p:tgtEl>
                                        <p:attrNameLst>
                                          <p:attrName>style.visibility</p:attrName>
                                        </p:attrNameLst>
                                      </p:cBhvr>
                                      <p:to>
                                        <p:strVal val="visible"/>
                                      </p:to>
                                    </p:set>
                                    <p:anim calcmode="lin" valueType="num">
                                      <p:cBhvr additive="base">
                                        <p:cTn id="56" dur="500" fill="hold"/>
                                        <p:tgtEl>
                                          <p:spTgt spid="136199"/>
                                        </p:tgtEl>
                                        <p:attrNameLst>
                                          <p:attrName>ppt_x</p:attrName>
                                        </p:attrNameLst>
                                      </p:cBhvr>
                                      <p:tavLst>
                                        <p:tav tm="0">
                                          <p:val>
                                            <p:strVal val="1+#ppt_w/2"/>
                                          </p:val>
                                        </p:tav>
                                        <p:tav tm="100000">
                                          <p:val>
                                            <p:strVal val="#ppt_x"/>
                                          </p:val>
                                        </p:tav>
                                      </p:tavLst>
                                    </p:anim>
                                    <p:anim calcmode="lin" valueType="num">
                                      <p:cBhvr additive="base">
                                        <p:cTn id="57" dur="500" fill="hold"/>
                                        <p:tgtEl>
                                          <p:spTgt spid="136199"/>
                                        </p:tgtEl>
                                        <p:attrNameLst>
                                          <p:attrName>ppt_y</p:attrName>
                                        </p:attrNameLst>
                                      </p:cBhvr>
                                      <p:tavLst>
                                        <p:tav tm="0">
                                          <p:val>
                                            <p:strVal val="#ppt_y"/>
                                          </p:val>
                                        </p:tav>
                                        <p:tav tm="100000">
                                          <p:val>
                                            <p:strVal val="#ppt_y"/>
                                          </p:val>
                                        </p:tav>
                                      </p:tavLst>
                                    </p:anim>
                                  </p:childTnLst>
                                </p:cTn>
                              </p:par>
                              <p:par>
                                <p:cTn id="58" presetID="2" presetClass="entr" presetSubtype="2" fill="hold" nodeType="withEffect">
                                  <p:stCondLst>
                                    <p:cond delay="0"/>
                                  </p:stCondLst>
                                  <p:childTnLst>
                                    <p:set>
                                      <p:cBhvr>
                                        <p:cTn id="59" dur="1" fill="hold">
                                          <p:stCondLst>
                                            <p:cond delay="0"/>
                                          </p:stCondLst>
                                        </p:cTn>
                                        <p:tgtEl>
                                          <p:spTgt spid="136200"/>
                                        </p:tgtEl>
                                        <p:attrNameLst>
                                          <p:attrName>style.visibility</p:attrName>
                                        </p:attrNameLst>
                                      </p:cBhvr>
                                      <p:to>
                                        <p:strVal val="visible"/>
                                      </p:to>
                                    </p:set>
                                    <p:anim calcmode="lin" valueType="num">
                                      <p:cBhvr additive="base">
                                        <p:cTn id="60" dur="500" fill="hold"/>
                                        <p:tgtEl>
                                          <p:spTgt spid="136200"/>
                                        </p:tgtEl>
                                        <p:attrNameLst>
                                          <p:attrName>ppt_x</p:attrName>
                                        </p:attrNameLst>
                                      </p:cBhvr>
                                      <p:tavLst>
                                        <p:tav tm="0">
                                          <p:val>
                                            <p:strVal val="1+#ppt_w/2"/>
                                          </p:val>
                                        </p:tav>
                                        <p:tav tm="100000">
                                          <p:val>
                                            <p:strVal val="#ppt_x"/>
                                          </p:val>
                                        </p:tav>
                                      </p:tavLst>
                                    </p:anim>
                                    <p:anim calcmode="lin" valueType="num">
                                      <p:cBhvr additive="base">
                                        <p:cTn id="61" dur="500" fill="hold"/>
                                        <p:tgtEl>
                                          <p:spTgt spid="136200"/>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2" fill="hold" nodeType="clickEffect">
                                  <p:stCondLst>
                                    <p:cond delay="0"/>
                                  </p:stCondLst>
                                  <p:childTnLst>
                                    <p:set>
                                      <p:cBhvr>
                                        <p:cTn id="65" dur="1" fill="hold">
                                          <p:stCondLst>
                                            <p:cond delay="0"/>
                                          </p:stCondLst>
                                        </p:cTn>
                                        <p:tgtEl>
                                          <p:spTgt spid="5">
                                            <p:txEl>
                                              <p:pRg st="3" end="3"/>
                                            </p:txEl>
                                          </p:spTgt>
                                        </p:tgtEl>
                                        <p:attrNameLst>
                                          <p:attrName>style.visibility</p:attrName>
                                        </p:attrNameLst>
                                      </p:cBhvr>
                                      <p:to>
                                        <p:strVal val="visible"/>
                                      </p:to>
                                    </p:set>
                                    <p:anim calcmode="lin" valueType="num">
                                      <p:cBhvr additive="base">
                                        <p:cTn id="66" dur="500" fill="hold"/>
                                        <p:tgtEl>
                                          <p:spTgt spid="5">
                                            <p:txEl>
                                              <p:pRg st="3" end="3"/>
                                            </p:txEl>
                                          </p:spTgt>
                                        </p:tgtEl>
                                        <p:attrNameLst>
                                          <p:attrName>ppt_x</p:attrName>
                                        </p:attrNameLst>
                                      </p:cBhvr>
                                      <p:tavLst>
                                        <p:tav tm="0">
                                          <p:val>
                                            <p:strVal val="1+#ppt_w/2"/>
                                          </p:val>
                                        </p:tav>
                                        <p:tav tm="100000">
                                          <p:val>
                                            <p:strVal val="#ppt_x"/>
                                          </p:val>
                                        </p:tav>
                                      </p:tavLst>
                                    </p:anim>
                                    <p:anim calcmode="lin" valueType="num">
                                      <p:cBhvr additive="base">
                                        <p:cTn id="67" dur="500" fill="hold"/>
                                        <p:tgtEl>
                                          <p:spTgt spid="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 calcmode="lin" valueType="num">
                                      <p:cBhvr additive="base">
                                        <p:cTn id="72" dur="500" fill="hold"/>
                                        <p:tgtEl>
                                          <p:spTgt spid="11"/>
                                        </p:tgtEl>
                                        <p:attrNameLst>
                                          <p:attrName>ppt_x</p:attrName>
                                        </p:attrNameLst>
                                      </p:cBhvr>
                                      <p:tavLst>
                                        <p:tav tm="0">
                                          <p:val>
                                            <p:strVal val="#ppt_x"/>
                                          </p:val>
                                        </p:tav>
                                        <p:tav tm="100000">
                                          <p:val>
                                            <p:strVal val="#ppt_x"/>
                                          </p:val>
                                        </p:tav>
                                      </p:tavLst>
                                    </p:anim>
                                    <p:anim calcmode="lin" valueType="num">
                                      <p:cBhvr additive="base">
                                        <p:cTn id="7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allAtOnce" animBg="1"/>
      <p:bldP spid="5" grpId="0" uiExpand="1" build="allAtOnce" animBg="1"/>
      <p:bldP spid="11" grpId="0" animBg="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50" name="Object 2"/>
          <p:cNvGraphicFramePr>
            <a:graphicFrameLocks noChangeAspect="1"/>
          </p:cNvGraphicFramePr>
          <p:nvPr/>
        </p:nvGraphicFramePr>
        <p:xfrm>
          <a:off x="517525" y="728663"/>
          <a:ext cx="7289800" cy="1612900"/>
        </p:xfrm>
        <a:graphic>
          <a:graphicData uri="http://schemas.openxmlformats.org/presentationml/2006/ole">
            <mc:AlternateContent xmlns:mc="http://schemas.openxmlformats.org/markup-compatibility/2006">
              <mc:Choice xmlns:v="urn:schemas-microsoft-com:vml" Requires="v">
                <p:oleObj spid="_x0000_s2062" name="Equation" r:id="rId3" imgW="11937960" imgH="2641320" progId="Equation.DSMT4">
                  <p:embed/>
                </p:oleObj>
              </mc:Choice>
              <mc:Fallback>
                <p:oleObj name="Equation" r:id="rId3" imgW="11937960" imgH="264132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7525" y="728663"/>
                        <a:ext cx="7289800" cy="161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pic>
                </p:oleObj>
              </mc:Fallback>
            </mc:AlternateContent>
          </a:graphicData>
        </a:graphic>
      </p:graphicFrame>
      <p:pic>
        <p:nvPicPr>
          <p:cNvPr id="3" name="图片 3" descr="1.jpg"/>
          <p:cNvPicPr>
            <a:picLocks noChangeAspect="1"/>
          </p:cNvPicPr>
          <p:nvPr/>
        </p:nvPicPr>
        <p:blipFill>
          <a:blip r:embed="rId5" cstate="print"/>
          <a:srcRect/>
          <a:stretch>
            <a:fillRect/>
          </a:stretch>
        </p:blipFill>
        <p:spPr bwMode="auto">
          <a:xfrm>
            <a:off x="2122488" y="2505075"/>
            <a:ext cx="3200400" cy="2257425"/>
          </a:xfrm>
          <a:prstGeom prst="rect">
            <a:avLst/>
          </a:prstGeom>
          <a:noFill/>
          <a:ln w="9525">
            <a:noFill/>
            <a:miter lim="800000"/>
            <a:headEnd/>
            <a:tailEnd/>
          </a:ln>
        </p:spPr>
      </p:pic>
      <p:cxnSp>
        <p:nvCxnSpPr>
          <p:cNvPr id="4" name="直接连接符 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1+#ppt_w/2"/>
                                          </p:val>
                                        </p:tav>
                                        <p:tav tm="100000">
                                          <p:val>
                                            <p:strVal val="#ppt_x"/>
                                          </p:val>
                                        </p:tav>
                                      </p:tavLst>
                                    </p:anim>
                                    <p:anim calcmode="lin" valueType="num">
                                      <p:cBhvr additive="base">
                                        <p:cTn id="12" dur="500" fill="hold"/>
                                        <p:tgtEl>
                                          <p:spTgt spid="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 calcmode="lin" valueType="num">
                                      <p:cBhvr additive="base">
                                        <p:cTn id="16" dur="500" fill="hold"/>
                                        <p:tgtEl>
                                          <p:spTgt spid="6"/>
                                        </p:tgtEl>
                                        <p:attrNameLst>
                                          <p:attrName>ppt_x</p:attrName>
                                        </p:attrNameLst>
                                      </p:cBhvr>
                                      <p:tavLst>
                                        <p:tav tm="0">
                                          <p:val>
                                            <p:strVal val="#ppt_x"/>
                                          </p:val>
                                        </p:tav>
                                        <p:tav tm="100000">
                                          <p:val>
                                            <p:strVal val="#ppt_x"/>
                                          </p:val>
                                        </p:tav>
                                      </p:tavLst>
                                    </p:anim>
                                    <p:anim calcmode="lin" valueType="num">
                                      <p:cBhvr additive="base">
                                        <p:cTn id="17"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2050"/>
                                        </p:tgtEl>
                                        <p:attrNameLst>
                                          <p:attrName>style.visibility</p:attrName>
                                        </p:attrNameLst>
                                      </p:cBhvr>
                                      <p:to>
                                        <p:strVal val="visible"/>
                                      </p:to>
                                    </p:set>
                                    <p:animEffect transition="in" filter="diamond(in)">
                                      <p:cBhvr>
                                        <p:cTn id="22" dur="2000"/>
                                        <p:tgtEl>
                                          <p:spTgt spid="2050"/>
                                        </p:tgtEl>
                                      </p:cBhvr>
                                    </p:animEffec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 calcmode="lin" valueType="num">
                                      <p:cBhvr additive="base">
                                        <p:cTn id="27" dur="500" fill="hold"/>
                                        <p:tgtEl>
                                          <p:spTgt spid="3"/>
                                        </p:tgtEl>
                                        <p:attrNameLst>
                                          <p:attrName>ppt_x</p:attrName>
                                        </p:attrNameLst>
                                      </p:cBhvr>
                                      <p:tavLst>
                                        <p:tav tm="0">
                                          <p:val>
                                            <p:strVal val="#ppt_x"/>
                                          </p:val>
                                        </p:tav>
                                        <p:tav tm="100000">
                                          <p:val>
                                            <p:strVal val="#ppt_x"/>
                                          </p:val>
                                        </p:tav>
                                      </p:tavLst>
                                    </p:anim>
                                    <p:anim calcmode="lin" valueType="num">
                                      <p:cBhvr additive="base">
                                        <p:cTn id="2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3"/>
          <p:cNvSpPr>
            <a:spLocks noChangeArrowheads="1"/>
          </p:cNvSpPr>
          <p:nvPr/>
        </p:nvSpPr>
        <p:spPr bwMode="auto">
          <a:xfrm>
            <a:off x="1213830" y="600302"/>
            <a:ext cx="6310919" cy="1085623"/>
          </a:xfrm>
          <a:prstGeom prst="rect">
            <a:avLst/>
          </a:prstGeom>
          <a:solidFill>
            <a:schemeClr val="accent2">
              <a:lumMod val="50000"/>
            </a:schemeClr>
          </a:solidFill>
          <a:ln w="10795" cmpd="sng">
            <a:solidFill>
              <a:schemeClr val="bg1"/>
            </a:solidFill>
            <a:miter lim="800000"/>
            <a:headEnd/>
            <a:tailEnd/>
          </a:ln>
          <a:effectLst>
            <a:outerShdw dist="38100" dir="2700000" algn="ctr" rotWithShape="0">
              <a:srgbClr val="000000">
                <a:alpha val="39000"/>
              </a:srgbClr>
            </a:outerShdw>
          </a:effectLst>
        </p:spPr>
        <p:txBody>
          <a:bodyPr anchor="ctr"/>
          <a:lstStyle>
            <a:lvl1pPr>
              <a:defRPr>
                <a:solidFill>
                  <a:schemeClr val="tx1"/>
                </a:solidFill>
                <a:latin typeface="Calibri" pitchFamily="34" charset="0"/>
                <a:ea typeface="宋体" pitchFamily="2" charset="-122"/>
              </a:defRPr>
            </a:lvl1pPr>
            <a:lvl2pPr marL="742950" indent="-285750">
              <a:defRPr>
                <a:solidFill>
                  <a:schemeClr val="tx1"/>
                </a:solidFill>
                <a:latin typeface="Calibri" pitchFamily="34" charset="0"/>
                <a:ea typeface="宋体" pitchFamily="2" charset="-122"/>
              </a:defRPr>
            </a:lvl2pPr>
            <a:lvl3pPr marL="1143000" indent="-228600">
              <a:defRPr>
                <a:solidFill>
                  <a:schemeClr val="tx1"/>
                </a:solidFill>
                <a:latin typeface="Calibri" pitchFamily="34" charset="0"/>
                <a:ea typeface="宋体" pitchFamily="2" charset="-122"/>
              </a:defRPr>
            </a:lvl3pPr>
            <a:lvl4pPr marL="1600200" indent="-228600">
              <a:defRPr>
                <a:solidFill>
                  <a:schemeClr val="tx1"/>
                </a:solidFill>
                <a:latin typeface="Calibri" pitchFamily="34" charset="0"/>
                <a:ea typeface="宋体" pitchFamily="2" charset="-122"/>
              </a:defRPr>
            </a:lvl4pPr>
            <a:lvl5pPr marL="2057400" indent="-228600">
              <a:defRPr>
                <a:solidFill>
                  <a:schemeClr val="tx1"/>
                </a:solidFill>
                <a:latin typeface="Calibri" pitchFamily="34" charset="0"/>
                <a:ea typeface="宋体" pitchFamily="2" charset="-122"/>
              </a:defRPr>
            </a:lvl5pPr>
            <a:lvl6pPr marL="25146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6pPr>
            <a:lvl7pPr marL="29718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7pPr>
            <a:lvl8pPr marL="34290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8pPr>
            <a:lvl9pPr marL="3886200" indent="-228600" fontAlgn="base">
              <a:spcBef>
                <a:spcPct val="0"/>
              </a:spcBef>
              <a:spcAft>
                <a:spcPct val="0"/>
              </a:spcAft>
              <a:buFont typeface="Arial" pitchFamily="34" charset="0"/>
              <a:defRPr>
                <a:solidFill>
                  <a:schemeClr val="tx1"/>
                </a:solidFill>
                <a:latin typeface="Calibri" pitchFamily="34" charset="0"/>
                <a:ea typeface="宋体" pitchFamily="2" charset="-122"/>
              </a:defRPr>
            </a:lvl9pPr>
          </a:lstStyle>
          <a:p>
            <a:r>
              <a:rPr lang="zh-CN" altLang="en-US" sz="1800" b="1" dirty="0" smtClean="0">
                <a:latin typeface="黑体" pitchFamily="49" charset="-122"/>
                <a:ea typeface="黑体" pitchFamily="49" charset="-122"/>
              </a:rPr>
              <a:t> </a:t>
            </a:r>
            <a:endParaRPr lang="en-US" altLang="zh-CN" sz="1800" b="1" dirty="0" smtClean="0">
              <a:latin typeface="黑体" pitchFamily="49" charset="-122"/>
              <a:ea typeface="黑体" pitchFamily="49" charset="-122"/>
            </a:endParaRPr>
          </a:p>
          <a:p>
            <a:r>
              <a:rPr lang="zh-CN" altLang="en-US" sz="1800" dirty="0" smtClean="0">
                <a:solidFill>
                  <a:schemeClr val="bg1"/>
                </a:solidFill>
                <a:latin typeface="黑体" pitchFamily="49" charset="-122"/>
                <a:ea typeface="黑体" pitchFamily="49" charset="-122"/>
              </a:rPr>
              <a:t>卫星轨道的计算也一个椭圆积分计算问题。找不到被积函数的原函数。然而，这时我们可以用数值积分方法计算。</a:t>
            </a:r>
            <a:endParaRPr lang="en-US" altLang="zh-CN" sz="1800" dirty="0" smtClean="0">
              <a:solidFill>
                <a:schemeClr val="bg1"/>
              </a:solidFill>
            </a:endParaRPr>
          </a:p>
          <a:p>
            <a:endParaRPr lang="en-US" altLang="zh-CN" sz="1400" dirty="0" smtClean="0"/>
          </a:p>
          <a:p>
            <a:r>
              <a:rPr lang="zh-CN" altLang="en-US" sz="1400" dirty="0" smtClean="0"/>
              <a:t> </a:t>
            </a:r>
            <a:endParaRPr lang="zh-CN" altLang="en-US" sz="1400" dirty="0"/>
          </a:p>
        </p:txBody>
      </p:sp>
      <p:pic>
        <p:nvPicPr>
          <p:cNvPr id="5" name="图片 3" descr="s_WA15WA15C20150426_Print-3.jpg"/>
          <p:cNvPicPr>
            <a:picLocks noChangeAspect="1"/>
          </p:cNvPicPr>
          <p:nvPr/>
        </p:nvPicPr>
        <p:blipFill>
          <a:blip r:embed="rId2" cstate="print"/>
          <a:srcRect/>
          <a:stretch>
            <a:fillRect/>
          </a:stretch>
        </p:blipFill>
        <p:spPr bwMode="auto">
          <a:xfrm>
            <a:off x="2513014" y="1754189"/>
            <a:ext cx="3516312" cy="3067982"/>
          </a:xfrm>
          <a:prstGeom prst="rect">
            <a:avLst/>
          </a:prstGeom>
          <a:noFill/>
          <a:ln w="9525">
            <a:noFill/>
            <a:miter lim="800000"/>
            <a:headEnd/>
            <a:tailEnd/>
          </a:ln>
        </p:spPr>
      </p:pic>
      <p:cxnSp>
        <p:nvCxnSpPr>
          <p:cNvPr id="6" name="直接连接符 5"/>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8"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
                                            <p:bg/>
                                          </p:spTgt>
                                        </p:tgtEl>
                                        <p:attrNameLst>
                                          <p:attrName>style.visibility</p:attrName>
                                        </p:attrNameLst>
                                      </p:cBhvr>
                                      <p:to>
                                        <p:strVal val="visible"/>
                                      </p:to>
                                    </p:set>
                                    <p:anim calcmode="lin" valueType="num">
                                      <p:cBhvr additive="base">
                                        <p:cTn id="22" dur="500" fill="hold"/>
                                        <p:tgtEl>
                                          <p:spTgt spid="4">
                                            <p:bg/>
                                          </p:spTgt>
                                        </p:tgtEl>
                                        <p:attrNameLst>
                                          <p:attrName>ppt_x</p:attrName>
                                        </p:attrNameLst>
                                      </p:cBhvr>
                                      <p:tavLst>
                                        <p:tav tm="0">
                                          <p:val>
                                            <p:strVal val="0-#ppt_w/2"/>
                                          </p:val>
                                        </p:tav>
                                        <p:tav tm="100000">
                                          <p:val>
                                            <p:strVal val="#ppt_x"/>
                                          </p:val>
                                        </p:tav>
                                      </p:tavLst>
                                    </p:anim>
                                    <p:anim calcmode="lin" valueType="num">
                                      <p:cBhvr additive="base">
                                        <p:cTn id="23" dur="500" fill="hold"/>
                                        <p:tgtEl>
                                          <p:spTgt spid="4">
                                            <p:bg/>
                                          </p:spTgt>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4">
                                            <p:txEl>
                                              <p:pRg st="0" end="0"/>
                                            </p:txEl>
                                          </p:spTgt>
                                        </p:tgtEl>
                                        <p:attrNameLst>
                                          <p:attrName>style.visibility</p:attrName>
                                        </p:attrNameLst>
                                      </p:cBhvr>
                                      <p:to>
                                        <p:strVal val="visible"/>
                                      </p:to>
                                    </p:set>
                                    <p:anim calcmode="lin" valueType="num">
                                      <p:cBhvr additive="base">
                                        <p:cTn id="26" dur="500" fill="hold"/>
                                        <p:tgtEl>
                                          <p:spTgt spid="4">
                                            <p:txEl>
                                              <p:pRg st="0" end="0"/>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4">
                                            <p:txEl>
                                              <p:pRg st="0" end="0"/>
                                            </p:txEl>
                                          </p:spTgt>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 calcmode="lin" valueType="num">
                                      <p:cBhvr additive="base">
                                        <p:cTn id="30" dur="500" fill="hold"/>
                                        <p:tgtEl>
                                          <p:spTgt spid="4">
                                            <p:txEl>
                                              <p:pRg st="1" end="1"/>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4">
                                            <p:txEl>
                                              <p:pRg st="1" end="1"/>
                                            </p:txEl>
                                          </p:spTgt>
                                        </p:tgtEl>
                                        <p:attrNameLst>
                                          <p:attrName>ppt_y</p:attrName>
                                        </p:attrNameLst>
                                      </p:cBhvr>
                                      <p:tavLst>
                                        <p:tav tm="0">
                                          <p:val>
                                            <p:strVal val="#ppt_y"/>
                                          </p:val>
                                        </p:tav>
                                        <p:tav tm="100000">
                                          <p:val>
                                            <p:strVal val="#ppt_y"/>
                                          </p:val>
                                        </p:tav>
                                      </p:tavLst>
                                    </p:anim>
                                  </p:childTnLst>
                                </p:cTn>
                              </p:par>
                              <p:par>
                                <p:cTn id="32" presetID="2" presetClass="entr" presetSubtype="8" fill="hold" grpId="0" nodeType="withEffect">
                                  <p:stCondLst>
                                    <p:cond delay="0"/>
                                  </p:stCondLst>
                                  <p:childTnLst>
                                    <p:set>
                                      <p:cBhvr>
                                        <p:cTn id="33" dur="1" fill="hold">
                                          <p:stCondLst>
                                            <p:cond delay="0"/>
                                          </p:stCondLst>
                                        </p:cTn>
                                        <p:tgtEl>
                                          <p:spTgt spid="4">
                                            <p:txEl>
                                              <p:pRg st="3" end="3"/>
                                            </p:txEl>
                                          </p:spTgt>
                                        </p:tgtEl>
                                        <p:attrNameLst>
                                          <p:attrName>style.visibility</p:attrName>
                                        </p:attrNameLst>
                                      </p:cBhvr>
                                      <p:to>
                                        <p:strVal val="visible"/>
                                      </p:to>
                                    </p:set>
                                    <p:anim calcmode="lin" valueType="num">
                                      <p:cBhvr additive="base">
                                        <p:cTn id="34" dur="500" fill="hold"/>
                                        <p:tgtEl>
                                          <p:spTgt spid="4">
                                            <p:txEl>
                                              <p:pRg st="3" end="3"/>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4">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 presetClass="entr" presetSubtype="16"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box(in)">
                                      <p:cBhvr>
                                        <p:cTn id="4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txBox="1">
            <a:spLocks/>
          </p:cNvSpPr>
          <p:nvPr/>
        </p:nvSpPr>
        <p:spPr>
          <a:xfrm>
            <a:off x="379413" y="241300"/>
            <a:ext cx="8164511" cy="4321175"/>
          </a:xfrm>
          <a:prstGeom prst="rect">
            <a:avLst/>
          </a:prstGeom>
          <a:ln>
            <a:solidFill>
              <a:srgbClr val="ED7D31">
                <a:alpha val="0"/>
              </a:srgbClr>
            </a:solidFill>
            <a:prstDash val="sysDot"/>
          </a:ln>
        </p:spPr>
        <p:txBody>
          <a:bodyPr vert="horz" lIns="91440" tIns="45720" rIns="91440" bIns="45720" rtlCol="0">
            <a:normAutofit fontScale="92500" lnSpcReduction="10000"/>
          </a:bodyPr>
          <a:lstStyle/>
          <a:p>
            <a:pPr marL="228600" marR="0" lvl="0" indent="-228600" algn="l" defTabSz="914400" rtl="0" eaLnBrk="1" fontAlgn="auto" latinLnBrk="0" hangingPunct="1">
              <a:lnSpc>
                <a:spcPct val="90000"/>
              </a:lnSpc>
              <a:spcBef>
                <a:spcPct val="20000"/>
              </a:spcBef>
              <a:spcAft>
                <a:spcPts val="600"/>
              </a:spcAft>
              <a:buClrTx/>
              <a:buSzTx/>
              <a:buFontTx/>
              <a:buNone/>
              <a:tabLst/>
              <a:defRPr/>
            </a:pPr>
            <a:endParaRPr lang="en-US" altLang="zh-CN" sz="2100" dirty="0" smtClean="0">
              <a:latin typeface="Calibri" pitchFamily="34" charset="0"/>
              <a:ea typeface="宋体" pitchFamily="2" charset="-122"/>
            </a:endParaRPr>
          </a:p>
          <a:p>
            <a:pPr marL="228600" marR="0" lvl="0" indent="-228600" algn="l" defTabSz="914400" rtl="0" eaLnBrk="1" fontAlgn="auto" latinLnBrk="0" hangingPunct="1">
              <a:lnSpc>
                <a:spcPct val="90000"/>
              </a:lnSpc>
              <a:spcBef>
                <a:spcPct val="20000"/>
              </a:spcBef>
              <a:spcAft>
                <a:spcPts val="600"/>
              </a:spcAft>
              <a:buClrTx/>
              <a:buSzTx/>
              <a:buFontTx/>
              <a:buNone/>
              <a:tabLst/>
              <a:defRPr/>
            </a:pPr>
            <a:r>
              <a:rPr lang="zh-CN" altLang="en-US" sz="2100" dirty="0" smtClean="0">
                <a:latin typeface="Calibri" pitchFamily="34" charset="0"/>
                <a:ea typeface="宋体" pitchFamily="2" charset="-122"/>
              </a:rPr>
              <a:t>从定积分的定义                                                           ，自然想到可以利用被</a:t>
            </a:r>
            <a:endParaRPr lang="en-US" altLang="zh-CN" sz="2100" dirty="0" smtClean="0">
              <a:latin typeface="Calibri" pitchFamily="34" charset="0"/>
              <a:ea typeface="宋体" pitchFamily="2" charset="-122"/>
            </a:endParaRPr>
          </a:p>
          <a:p>
            <a:pPr marL="228600" marR="0" lvl="0" indent="-228600" algn="l" defTabSz="914400" rtl="0" eaLnBrk="1" fontAlgn="auto" latinLnBrk="0" hangingPunct="1">
              <a:lnSpc>
                <a:spcPct val="90000"/>
              </a:lnSpc>
              <a:spcBef>
                <a:spcPct val="20000"/>
              </a:spcBef>
              <a:spcAft>
                <a:spcPts val="600"/>
              </a:spcAft>
              <a:buClrTx/>
              <a:buSzTx/>
              <a:buFontTx/>
              <a:buNone/>
              <a:tabLst/>
              <a:defRPr/>
            </a:pPr>
            <a:endParaRPr lang="en-US" altLang="zh-CN" sz="2100" dirty="0" smtClean="0">
              <a:latin typeface="Calibri" pitchFamily="34" charset="0"/>
              <a:ea typeface="宋体" pitchFamily="2" charset="-122"/>
            </a:endParaRPr>
          </a:p>
          <a:p>
            <a:pPr marL="228600" marR="0" lvl="0" indent="-228600" algn="l" defTabSz="914400" rtl="0" eaLnBrk="1" fontAlgn="auto" latinLnBrk="0" hangingPunct="1">
              <a:lnSpc>
                <a:spcPct val="90000"/>
              </a:lnSpc>
              <a:spcBef>
                <a:spcPct val="20000"/>
              </a:spcBef>
              <a:spcAft>
                <a:spcPts val="600"/>
              </a:spcAft>
              <a:buClrTx/>
              <a:buSzTx/>
              <a:buFontTx/>
              <a:buNone/>
              <a:tabLst/>
              <a:defRPr/>
            </a:pPr>
            <a:r>
              <a:rPr lang="zh-CN" altLang="en-US" sz="2100" dirty="0" smtClean="0">
                <a:latin typeface="Calibri" pitchFamily="34" charset="0"/>
                <a:ea typeface="宋体" pitchFamily="2" charset="-122"/>
              </a:rPr>
              <a:t>积函数          在区间          上一些离散节点      处的函值            的线性组合</a:t>
            </a:r>
            <a:endParaRPr lang="en-US" altLang="zh-CN" sz="2100" dirty="0" smtClean="0">
              <a:latin typeface="Calibri" pitchFamily="34" charset="0"/>
              <a:ea typeface="宋体" pitchFamily="2" charset="-122"/>
            </a:endParaRPr>
          </a:p>
          <a:p>
            <a:pPr marL="228600" marR="0" lvl="0" indent="-228600" algn="l" defTabSz="914400" rtl="0" eaLnBrk="1" fontAlgn="auto" latinLnBrk="0" hangingPunct="1">
              <a:lnSpc>
                <a:spcPct val="90000"/>
              </a:lnSpc>
              <a:spcBef>
                <a:spcPct val="20000"/>
              </a:spcBef>
              <a:spcAft>
                <a:spcPts val="600"/>
              </a:spcAft>
              <a:buClrTx/>
              <a:buSzTx/>
              <a:buFontTx/>
              <a:buNone/>
              <a:tabLst/>
              <a:defRPr/>
            </a:pPr>
            <a:endParaRPr lang="en-US" altLang="zh-CN" sz="2100" dirty="0" smtClean="0">
              <a:latin typeface="Calibri" pitchFamily="34" charset="0"/>
              <a:ea typeface="宋体" pitchFamily="2" charset="-122"/>
            </a:endParaRPr>
          </a:p>
          <a:p>
            <a:pPr marL="228600" marR="0" lvl="0" indent="-228600" algn="l" defTabSz="914400" rtl="0" eaLnBrk="1" fontAlgn="auto" latinLnBrk="0" hangingPunct="1">
              <a:lnSpc>
                <a:spcPct val="90000"/>
              </a:lnSpc>
              <a:spcBef>
                <a:spcPct val="20000"/>
              </a:spcBef>
              <a:spcAft>
                <a:spcPts val="600"/>
              </a:spcAft>
              <a:buClrTx/>
              <a:buSzTx/>
              <a:buFontTx/>
              <a:buNone/>
              <a:tabLst/>
              <a:defRPr/>
            </a:pPr>
            <a:r>
              <a:rPr lang="en-US" altLang="zh-CN" sz="2100" dirty="0" smtClean="0">
                <a:latin typeface="Calibri" pitchFamily="34" charset="0"/>
                <a:ea typeface="宋体" pitchFamily="2" charset="-122"/>
              </a:rPr>
              <a:t>                         </a:t>
            </a:r>
            <a:r>
              <a:rPr lang="zh-CN" altLang="en-US" sz="2100" dirty="0" smtClean="0">
                <a:latin typeface="Calibri" pitchFamily="34" charset="0"/>
                <a:ea typeface="宋体" pitchFamily="2" charset="-122"/>
              </a:rPr>
              <a:t>近似定积分，即有                                            ，或</a:t>
            </a:r>
            <a:endParaRPr lang="en-US" altLang="zh-CN" sz="2100" dirty="0" smtClean="0">
              <a:latin typeface="Calibri" pitchFamily="34" charset="0"/>
              <a:ea typeface="宋体" pitchFamily="2" charset="-122"/>
            </a:endParaRPr>
          </a:p>
          <a:p>
            <a:pPr marL="228600" lvl="0" indent="-228600" defTabSz="914400">
              <a:lnSpc>
                <a:spcPct val="90000"/>
              </a:lnSpc>
              <a:spcBef>
                <a:spcPct val="20000"/>
              </a:spcBef>
              <a:spcAft>
                <a:spcPts val="600"/>
              </a:spcAft>
            </a:pPr>
            <a:endParaRPr lang="en-US" altLang="zh-CN" sz="2100" dirty="0" smtClean="0">
              <a:latin typeface="Calibri" pitchFamily="34" charset="0"/>
              <a:ea typeface="宋体" pitchFamily="2" charset="-122"/>
            </a:endParaRPr>
          </a:p>
          <a:p>
            <a:pPr marL="228600" lvl="0" indent="-228600" defTabSz="914400">
              <a:lnSpc>
                <a:spcPct val="90000"/>
              </a:lnSpc>
              <a:spcBef>
                <a:spcPct val="20000"/>
              </a:spcBef>
              <a:spcAft>
                <a:spcPts val="600"/>
              </a:spcAft>
            </a:pPr>
            <a:r>
              <a:rPr lang="zh-CN" altLang="en-US" sz="2100" dirty="0" smtClean="0">
                <a:latin typeface="Calibri" pitchFamily="34" charset="0"/>
                <a:ea typeface="宋体" pitchFamily="2" charset="-122"/>
              </a:rPr>
              <a:t>                                             </a:t>
            </a:r>
            <a:r>
              <a:rPr lang="en-US" altLang="zh-CN" sz="2100" dirty="0" smtClean="0">
                <a:latin typeface="Calibri" pitchFamily="34" charset="0"/>
                <a:ea typeface="宋体" pitchFamily="2" charset="-122"/>
              </a:rPr>
              <a:t>. </a:t>
            </a:r>
            <a:r>
              <a:rPr lang="zh-CN" altLang="en-US" sz="2100" dirty="0" smtClean="0">
                <a:latin typeface="Calibri" pitchFamily="34" charset="0"/>
                <a:ea typeface="宋体" pitchFamily="2" charset="-122"/>
              </a:rPr>
              <a:t>称</a:t>
            </a:r>
            <a:r>
              <a:rPr lang="en-US" altLang="zh-CN" sz="2100" dirty="0" smtClean="0">
                <a:latin typeface="Calibri" pitchFamily="34" charset="0"/>
                <a:ea typeface="宋体" pitchFamily="2" charset="-122"/>
              </a:rPr>
              <a:t>(1)</a:t>
            </a:r>
            <a:r>
              <a:rPr lang="zh-CN" altLang="en-US" sz="2100" dirty="0" smtClean="0">
                <a:latin typeface="Calibri" pitchFamily="34" charset="0"/>
                <a:ea typeface="宋体" pitchFamily="2" charset="-122"/>
              </a:rPr>
              <a:t>为求积公式的一般形式，                        为求</a:t>
            </a:r>
            <a:endParaRPr lang="en-US" altLang="zh-CN" sz="2100" dirty="0" smtClean="0">
              <a:latin typeface="Calibri" pitchFamily="34" charset="0"/>
              <a:ea typeface="宋体" pitchFamily="2" charset="-122"/>
            </a:endParaRPr>
          </a:p>
          <a:p>
            <a:pPr marL="228600" lvl="0" indent="-228600" defTabSz="914400">
              <a:lnSpc>
                <a:spcPct val="90000"/>
              </a:lnSpc>
              <a:spcBef>
                <a:spcPct val="20000"/>
              </a:spcBef>
              <a:spcAft>
                <a:spcPts val="600"/>
              </a:spcAft>
            </a:pPr>
            <a:endParaRPr lang="en-US" altLang="zh-CN" sz="2100" dirty="0" smtClean="0">
              <a:latin typeface="Calibri" pitchFamily="34" charset="0"/>
              <a:ea typeface="宋体" pitchFamily="2" charset="-122"/>
            </a:endParaRPr>
          </a:p>
          <a:p>
            <a:pPr marL="228600" lvl="0" indent="-228600" defTabSz="914400">
              <a:lnSpc>
                <a:spcPct val="90000"/>
              </a:lnSpc>
              <a:spcBef>
                <a:spcPct val="20000"/>
              </a:spcBef>
              <a:spcAft>
                <a:spcPts val="600"/>
              </a:spcAft>
            </a:pPr>
            <a:r>
              <a:rPr lang="zh-CN" altLang="en-US" sz="2100" dirty="0" smtClean="0">
                <a:latin typeface="Calibri" pitchFamily="34" charset="0"/>
                <a:ea typeface="宋体" pitchFamily="2" charset="-122"/>
              </a:rPr>
              <a:t>积节点，                          为求积系数，      为求积公式的误差或余项</a:t>
            </a:r>
            <a:r>
              <a:rPr lang="en-US" altLang="zh-CN" sz="2100" dirty="0" smtClean="0">
                <a:latin typeface="Calibri" pitchFamily="34" charset="0"/>
                <a:ea typeface="宋体" pitchFamily="2" charset="-122"/>
              </a:rPr>
              <a:t>. </a:t>
            </a:r>
          </a:p>
          <a:p>
            <a:pPr marL="228600" lvl="0" indent="-228600" defTabSz="914400">
              <a:lnSpc>
                <a:spcPct val="90000"/>
              </a:lnSpc>
              <a:spcBef>
                <a:spcPct val="20000"/>
              </a:spcBef>
              <a:spcAft>
                <a:spcPts val="600"/>
              </a:spcAft>
            </a:pPr>
            <a:r>
              <a:rPr lang="zh-CN" altLang="en-US" sz="2100" dirty="0" smtClean="0">
                <a:latin typeface="Calibri" pitchFamily="34" charset="0"/>
                <a:ea typeface="宋体" pitchFamily="2" charset="-122"/>
              </a:rPr>
              <a:t>显然，一个求积公式由它的求积节点和求积系数唯一确定</a:t>
            </a:r>
            <a:r>
              <a:rPr lang="en-US" altLang="zh-CN" sz="2100" dirty="0" smtClean="0">
                <a:latin typeface="Calibri" pitchFamily="34" charset="0"/>
                <a:ea typeface="宋体" pitchFamily="2" charset="-122"/>
              </a:rPr>
              <a:t>.</a:t>
            </a:r>
            <a:r>
              <a:rPr kumimoji="0" lang="zh-CN" altLang="en-US" sz="2400" b="1" i="0" u="none" strike="noStrike" kern="1200" cap="none" spc="0" normalizeH="0" baseline="0" noProof="0" dirty="0" smtClean="0">
                <a:ln>
                  <a:noFill/>
                </a:ln>
                <a:solidFill>
                  <a:schemeClr val="tx1"/>
                </a:solidFill>
                <a:effectLst/>
                <a:uLnTx/>
                <a:uFillTx/>
                <a:latin typeface="Microsoft YaHei Light" pitchFamily="34" charset="-122"/>
                <a:ea typeface="Microsoft YaHei Light" pitchFamily="34" charset="-122"/>
                <a:cs typeface="+mn-cs"/>
              </a:rPr>
              <a:t>                                                                     </a:t>
            </a:r>
          </a:p>
        </p:txBody>
      </p:sp>
      <p:graphicFrame>
        <p:nvGraphicFramePr>
          <p:cNvPr id="3074" name="Object 5"/>
          <p:cNvGraphicFramePr>
            <a:graphicFrameLocks noChangeAspect="1"/>
          </p:cNvGraphicFramePr>
          <p:nvPr/>
        </p:nvGraphicFramePr>
        <p:xfrm>
          <a:off x="2127250" y="427038"/>
          <a:ext cx="3217863" cy="687387"/>
        </p:xfrm>
        <a:graphic>
          <a:graphicData uri="http://schemas.openxmlformats.org/presentationml/2006/ole">
            <mc:AlternateContent xmlns:mc="http://schemas.openxmlformats.org/markup-compatibility/2006">
              <mc:Choice xmlns:v="urn:schemas-microsoft-com:vml" Requires="v">
                <p:oleObj spid="_x0000_s3207" name="Equation" r:id="rId3" imgW="4038480" imgH="825480" progId="Equation.DSMT4">
                  <p:embed/>
                </p:oleObj>
              </mc:Choice>
              <mc:Fallback>
                <p:oleObj name="Equation" r:id="rId3" imgW="4038480" imgH="82548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250" y="427038"/>
                        <a:ext cx="3217863" cy="687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5" name="Object 6"/>
          <p:cNvGraphicFramePr>
            <a:graphicFrameLocks noChangeAspect="1"/>
          </p:cNvGraphicFramePr>
          <p:nvPr/>
        </p:nvGraphicFramePr>
        <p:xfrm>
          <a:off x="1266825" y="1341438"/>
          <a:ext cx="431800" cy="315912"/>
        </p:xfrm>
        <a:graphic>
          <a:graphicData uri="http://schemas.openxmlformats.org/presentationml/2006/ole">
            <mc:AlternateContent xmlns:mc="http://schemas.openxmlformats.org/markup-compatibility/2006">
              <mc:Choice xmlns:v="urn:schemas-microsoft-com:vml" Requires="v">
                <p:oleObj spid="_x0000_s3208" name="Equation" r:id="rId5" imgW="647640" imgH="355320" progId="Equation.DSMT4">
                  <p:embed/>
                </p:oleObj>
              </mc:Choice>
              <mc:Fallback>
                <p:oleObj name="Equation" r:id="rId5" imgW="647640" imgH="35532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66825" y="1341438"/>
                        <a:ext cx="431800" cy="315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6" name="Object 7"/>
          <p:cNvGraphicFramePr>
            <a:graphicFrameLocks noChangeAspect="1"/>
          </p:cNvGraphicFramePr>
          <p:nvPr/>
        </p:nvGraphicFramePr>
        <p:xfrm>
          <a:off x="2487613" y="1339850"/>
          <a:ext cx="414337" cy="303213"/>
        </p:xfrm>
        <a:graphic>
          <a:graphicData uri="http://schemas.openxmlformats.org/presentationml/2006/ole">
            <mc:AlternateContent xmlns:mc="http://schemas.openxmlformats.org/markup-compatibility/2006">
              <mc:Choice xmlns:v="urn:schemas-microsoft-com:vml" Requires="v">
                <p:oleObj spid="_x0000_s3209" name="Equation" r:id="rId7" imgW="647640" imgH="355320" progId="Equation.DSMT4">
                  <p:embed/>
                </p:oleObj>
              </mc:Choice>
              <mc:Fallback>
                <p:oleObj name="Equation" r:id="rId7" imgW="647640" imgH="35532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87613" y="1339850"/>
                        <a:ext cx="414337" cy="303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7" name="Object 8"/>
          <p:cNvGraphicFramePr>
            <a:graphicFrameLocks noChangeAspect="1"/>
          </p:cNvGraphicFramePr>
          <p:nvPr/>
        </p:nvGraphicFramePr>
        <p:xfrm>
          <a:off x="4725988" y="1292225"/>
          <a:ext cx="219075" cy="393700"/>
        </p:xfrm>
        <a:graphic>
          <a:graphicData uri="http://schemas.openxmlformats.org/presentationml/2006/ole">
            <mc:AlternateContent xmlns:mc="http://schemas.openxmlformats.org/markup-compatibility/2006">
              <mc:Choice xmlns:v="urn:schemas-microsoft-com:vml" Requires="v">
                <p:oleObj spid="_x0000_s3210" name="Equation" r:id="rId9" imgW="291960" imgH="393480" progId="Equation.DSMT4">
                  <p:embed/>
                </p:oleObj>
              </mc:Choice>
              <mc:Fallback>
                <p:oleObj name="Equation" r:id="rId9" imgW="291960" imgH="39348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25988" y="1292225"/>
                        <a:ext cx="21907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8" name="Object 9"/>
          <p:cNvGraphicFramePr>
            <a:graphicFrameLocks noChangeAspect="1"/>
          </p:cNvGraphicFramePr>
          <p:nvPr/>
        </p:nvGraphicFramePr>
        <p:xfrm>
          <a:off x="6024563" y="1273175"/>
          <a:ext cx="581025" cy="393700"/>
        </p:xfrm>
        <a:graphic>
          <a:graphicData uri="http://schemas.openxmlformats.org/presentationml/2006/ole">
            <mc:AlternateContent xmlns:mc="http://schemas.openxmlformats.org/markup-compatibility/2006">
              <mc:Choice xmlns:v="urn:schemas-microsoft-com:vml" Requires="v">
                <p:oleObj spid="_x0000_s3211" name="Equation" r:id="rId11" imgW="774360" imgH="393480" progId="Equation.DSMT4">
                  <p:embed/>
                </p:oleObj>
              </mc:Choice>
              <mc:Fallback>
                <p:oleObj name="Equation" r:id="rId11" imgW="774360" imgH="39348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24563" y="1273175"/>
                        <a:ext cx="581025" cy="39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79" name="Object 10"/>
          <p:cNvGraphicFramePr>
            <a:graphicFrameLocks noChangeAspect="1"/>
          </p:cNvGraphicFramePr>
          <p:nvPr/>
        </p:nvGraphicFramePr>
        <p:xfrm>
          <a:off x="484188" y="1825625"/>
          <a:ext cx="1228725" cy="685800"/>
        </p:xfrm>
        <a:graphic>
          <a:graphicData uri="http://schemas.openxmlformats.org/presentationml/2006/ole">
            <mc:AlternateContent xmlns:mc="http://schemas.openxmlformats.org/markup-compatibility/2006">
              <mc:Choice xmlns:v="urn:schemas-microsoft-com:vml" Requires="v">
                <p:oleObj spid="_x0000_s3212" name="Equation" r:id="rId13" imgW="1638000" imgH="685800" progId="Equation.DSMT4">
                  <p:embed/>
                </p:oleObj>
              </mc:Choice>
              <mc:Fallback>
                <p:oleObj name="Equation" r:id="rId13" imgW="1638000" imgH="685800" progId="Equation.DSMT4">
                  <p:embed/>
                  <p:pic>
                    <p:nvPicPr>
                      <p:cNvPr id="0" name="Object 1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4188" y="1825625"/>
                        <a:ext cx="122872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0" name="Object 11"/>
          <p:cNvGraphicFramePr>
            <a:graphicFrameLocks noChangeAspect="1"/>
          </p:cNvGraphicFramePr>
          <p:nvPr/>
        </p:nvGraphicFramePr>
        <p:xfrm>
          <a:off x="3740150" y="1876425"/>
          <a:ext cx="2381250" cy="685800"/>
        </p:xfrm>
        <a:graphic>
          <a:graphicData uri="http://schemas.openxmlformats.org/presentationml/2006/ole">
            <mc:AlternateContent xmlns:mc="http://schemas.openxmlformats.org/markup-compatibility/2006">
              <mc:Choice xmlns:v="urn:schemas-microsoft-com:vml" Requires="v">
                <p:oleObj spid="_x0000_s3213" name="Equation" r:id="rId15" imgW="3174840" imgH="685800" progId="Equation.DSMT4">
                  <p:embed/>
                </p:oleObj>
              </mc:Choice>
              <mc:Fallback>
                <p:oleObj name="Equation" r:id="rId15" imgW="3174840" imgH="685800" progId="Equation.DSMT4">
                  <p:embed/>
                  <p:pic>
                    <p:nvPicPr>
                      <p:cNvPr id="0" name="Object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40150" y="1876425"/>
                        <a:ext cx="238125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1" name="Object 2"/>
          <p:cNvGraphicFramePr>
            <a:graphicFrameLocks noChangeAspect="1"/>
          </p:cNvGraphicFramePr>
          <p:nvPr/>
        </p:nvGraphicFramePr>
        <p:xfrm>
          <a:off x="477838" y="2616200"/>
          <a:ext cx="2352675" cy="685800"/>
        </p:xfrm>
        <a:graphic>
          <a:graphicData uri="http://schemas.openxmlformats.org/presentationml/2006/ole">
            <mc:AlternateContent xmlns:mc="http://schemas.openxmlformats.org/markup-compatibility/2006">
              <mc:Choice xmlns:v="urn:schemas-microsoft-com:vml" Requires="v">
                <p:oleObj spid="_x0000_s3214" name="Equation" r:id="rId17" imgW="3136680" imgH="685800" progId="Equation.DSMT4">
                  <p:embed/>
                </p:oleObj>
              </mc:Choice>
              <mc:Fallback>
                <p:oleObj name="Equation" r:id="rId17" imgW="3136680" imgH="685800" progId="Equation.DSMT4">
                  <p:embed/>
                  <p:pic>
                    <p:nvPicPr>
                      <p:cNvPr id="0" name="Object 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77838" y="2616200"/>
                        <a:ext cx="2352675"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3" name="Object 3"/>
          <p:cNvGraphicFramePr>
            <a:graphicFrameLocks noChangeAspect="1"/>
          </p:cNvGraphicFramePr>
          <p:nvPr/>
        </p:nvGraphicFramePr>
        <p:xfrm>
          <a:off x="6005513" y="2773363"/>
          <a:ext cx="1438275" cy="381000"/>
        </p:xfrm>
        <a:graphic>
          <a:graphicData uri="http://schemas.openxmlformats.org/presentationml/2006/ole">
            <mc:AlternateContent xmlns:mc="http://schemas.openxmlformats.org/markup-compatibility/2006">
              <mc:Choice xmlns:v="urn:schemas-microsoft-com:vml" Requires="v">
                <p:oleObj spid="_x0000_s3215" name="Equation" r:id="rId19" imgW="1917360" imgH="380880" progId="Equation.DSMT4">
                  <p:embed/>
                </p:oleObj>
              </mc:Choice>
              <mc:Fallback>
                <p:oleObj name="Equation" r:id="rId19" imgW="1917360" imgH="380880" progId="Equation.DSMT4">
                  <p:embed/>
                  <p:pic>
                    <p:nvPicPr>
                      <p:cNvPr id="0" name="Object 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05513" y="2773363"/>
                        <a:ext cx="143827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4" name="Object 4"/>
          <p:cNvGraphicFramePr>
            <a:graphicFrameLocks noChangeAspect="1"/>
          </p:cNvGraphicFramePr>
          <p:nvPr/>
        </p:nvGraphicFramePr>
        <p:xfrm>
          <a:off x="1363663" y="3468688"/>
          <a:ext cx="1457325" cy="381000"/>
        </p:xfrm>
        <a:graphic>
          <a:graphicData uri="http://schemas.openxmlformats.org/presentationml/2006/ole">
            <mc:AlternateContent xmlns:mc="http://schemas.openxmlformats.org/markup-compatibility/2006">
              <mc:Choice xmlns:v="urn:schemas-microsoft-com:vml" Requires="v">
                <p:oleObj spid="_x0000_s3216" name="Equation" r:id="rId21" imgW="1942920" imgH="380880" progId="Equation.DSMT4">
                  <p:embed/>
                </p:oleObj>
              </mc:Choice>
              <mc:Fallback>
                <p:oleObj name="Equation" r:id="rId21" imgW="1942920" imgH="380880" progId="Equation.DSMT4">
                  <p:embed/>
                  <p:pic>
                    <p:nvPicPr>
                      <p:cNvPr id="0" name="Object 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363663" y="3468688"/>
                        <a:ext cx="1457325"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085" name="Object 5"/>
          <p:cNvGraphicFramePr>
            <a:graphicFrameLocks noChangeAspect="1"/>
          </p:cNvGraphicFramePr>
          <p:nvPr/>
        </p:nvGraphicFramePr>
        <p:xfrm>
          <a:off x="4157663" y="3522663"/>
          <a:ext cx="409575" cy="304800"/>
        </p:xfrm>
        <a:graphic>
          <a:graphicData uri="http://schemas.openxmlformats.org/presentationml/2006/ole">
            <mc:AlternateContent xmlns:mc="http://schemas.openxmlformats.org/markup-compatibility/2006">
              <mc:Choice xmlns:v="urn:schemas-microsoft-com:vml" Requires="v">
                <p:oleObj spid="_x0000_s3217" name="Equation" r:id="rId23" imgW="545760" imgH="304560" progId="Equation.DSMT4">
                  <p:embed/>
                </p:oleObj>
              </mc:Choice>
              <mc:Fallback>
                <p:oleObj name="Equation" r:id="rId23" imgW="545760" imgH="304560" progId="Equation.DSMT4">
                  <p:embed/>
                  <p:pic>
                    <p:nvPicPr>
                      <p:cNvPr id="0" name="Picture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157663" y="3522663"/>
                        <a:ext cx="4095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par>
                                <p:cTn id="23" presetID="3" presetClass="entr" presetSubtype="10" fill="hold" nodeType="withEffect">
                                  <p:stCondLst>
                                    <p:cond delay="0"/>
                                  </p:stCondLst>
                                  <p:childTnLst>
                                    <p:set>
                                      <p:cBhvr>
                                        <p:cTn id="24" dur="1" fill="hold">
                                          <p:stCondLst>
                                            <p:cond delay="0"/>
                                          </p:stCondLst>
                                        </p:cTn>
                                        <p:tgtEl>
                                          <p:spTgt spid="3074"/>
                                        </p:tgtEl>
                                        <p:attrNameLst>
                                          <p:attrName>style.visibility</p:attrName>
                                        </p:attrNameLst>
                                      </p:cBhvr>
                                      <p:to>
                                        <p:strVal val="visible"/>
                                      </p:to>
                                    </p:set>
                                    <p:animEffect transition="in" filter="blinds(horizontal)">
                                      <p:cBhvr>
                                        <p:cTn id="25" dur="500"/>
                                        <p:tgtEl>
                                          <p:spTgt spid="3074"/>
                                        </p:tgtEl>
                                      </p:cBhvr>
                                    </p:animEffect>
                                  </p:childTnLst>
                                </p:cTn>
                              </p:par>
                              <p:par>
                                <p:cTn id="26" presetID="3" presetClass="entr" presetSubtype="10" fill="hold" nodeType="withEffect">
                                  <p:stCondLst>
                                    <p:cond delay="0"/>
                                  </p:stCondLst>
                                  <p:childTnLst>
                                    <p:set>
                                      <p:cBhvr>
                                        <p:cTn id="27" dur="1" fill="hold">
                                          <p:stCondLst>
                                            <p:cond delay="0"/>
                                          </p:stCondLst>
                                        </p:cTn>
                                        <p:tgtEl>
                                          <p:spTgt spid="3075"/>
                                        </p:tgtEl>
                                        <p:attrNameLst>
                                          <p:attrName>style.visibility</p:attrName>
                                        </p:attrNameLst>
                                      </p:cBhvr>
                                      <p:to>
                                        <p:strVal val="visible"/>
                                      </p:to>
                                    </p:set>
                                    <p:animEffect transition="in" filter="blinds(horizontal)">
                                      <p:cBhvr>
                                        <p:cTn id="28" dur="500"/>
                                        <p:tgtEl>
                                          <p:spTgt spid="3075"/>
                                        </p:tgtEl>
                                      </p:cBhvr>
                                    </p:animEffect>
                                  </p:childTnLst>
                                </p:cTn>
                              </p:par>
                              <p:par>
                                <p:cTn id="29" presetID="3" presetClass="entr" presetSubtype="10" fill="hold" nodeType="withEffect">
                                  <p:stCondLst>
                                    <p:cond delay="0"/>
                                  </p:stCondLst>
                                  <p:childTnLst>
                                    <p:set>
                                      <p:cBhvr>
                                        <p:cTn id="30" dur="1" fill="hold">
                                          <p:stCondLst>
                                            <p:cond delay="0"/>
                                          </p:stCondLst>
                                        </p:cTn>
                                        <p:tgtEl>
                                          <p:spTgt spid="3077"/>
                                        </p:tgtEl>
                                        <p:attrNameLst>
                                          <p:attrName>style.visibility</p:attrName>
                                        </p:attrNameLst>
                                      </p:cBhvr>
                                      <p:to>
                                        <p:strVal val="visible"/>
                                      </p:to>
                                    </p:set>
                                    <p:animEffect transition="in" filter="blinds(horizontal)">
                                      <p:cBhvr>
                                        <p:cTn id="31" dur="500"/>
                                        <p:tgtEl>
                                          <p:spTgt spid="3077"/>
                                        </p:tgtEl>
                                      </p:cBhvr>
                                    </p:animEffect>
                                  </p:childTnLst>
                                </p:cTn>
                              </p:par>
                              <p:par>
                                <p:cTn id="32" presetID="3" presetClass="entr" presetSubtype="10" fill="hold" nodeType="withEffect">
                                  <p:stCondLst>
                                    <p:cond delay="0"/>
                                  </p:stCondLst>
                                  <p:childTnLst>
                                    <p:set>
                                      <p:cBhvr>
                                        <p:cTn id="33" dur="1" fill="hold">
                                          <p:stCondLst>
                                            <p:cond delay="0"/>
                                          </p:stCondLst>
                                        </p:cTn>
                                        <p:tgtEl>
                                          <p:spTgt spid="3078"/>
                                        </p:tgtEl>
                                        <p:attrNameLst>
                                          <p:attrName>style.visibility</p:attrName>
                                        </p:attrNameLst>
                                      </p:cBhvr>
                                      <p:to>
                                        <p:strVal val="visible"/>
                                      </p:to>
                                    </p:set>
                                    <p:animEffect transition="in" filter="blinds(horizontal)">
                                      <p:cBhvr>
                                        <p:cTn id="34" dur="500"/>
                                        <p:tgtEl>
                                          <p:spTgt spid="3078"/>
                                        </p:tgtEl>
                                      </p:cBhvr>
                                    </p:animEffect>
                                  </p:childTnLst>
                                </p:cTn>
                              </p:par>
                              <p:par>
                                <p:cTn id="35" presetID="3" presetClass="entr" presetSubtype="10" fill="hold" nodeType="withEffect">
                                  <p:stCondLst>
                                    <p:cond delay="0"/>
                                  </p:stCondLst>
                                  <p:childTnLst>
                                    <p:set>
                                      <p:cBhvr>
                                        <p:cTn id="36" dur="1" fill="hold">
                                          <p:stCondLst>
                                            <p:cond delay="0"/>
                                          </p:stCondLst>
                                        </p:cTn>
                                        <p:tgtEl>
                                          <p:spTgt spid="3079"/>
                                        </p:tgtEl>
                                        <p:attrNameLst>
                                          <p:attrName>style.visibility</p:attrName>
                                        </p:attrNameLst>
                                      </p:cBhvr>
                                      <p:to>
                                        <p:strVal val="visible"/>
                                      </p:to>
                                    </p:set>
                                    <p:animEffect transition="in" filter="blinds(horizontal)">
                                      <p:cBhvr>
                                        <p:cTn id="37" dur="500"/>
                                        <p:tgtEl>
                                          <p:spTgt spid="3079"/>
                                        </p:tgtEl>
                                      </p:cBhvr>
                                    </p:animEffect>
                                  </p:childTnLst>
                                </p:cTn>
                              </p:par>
                              <p:par>
                                <p:cTn id="38" presetID="3" presetClass="entr" presetSubtype="10" fill="hold" nodeType="withEffect">
                                  <p:stCondLst>
                                    <p:cond delay="0"/>
                                  </p:stCondLst>
                                  <p:childTnLst>
                                    <p:set>
                                      <p:cBhvr>
                                        <p:cTn id="39" dur="1" fill="hold">
                                          <p:stCondLst>
                                            <p:cond delay="0"/>
                                          </p:stCondLst>
                                        </p:cTn>
                                        <p:tgtEl>
                                          <p:spTgt spid="3080"/>
                                        </p:tgtEl>
                                        <p:attrNameLst>
                                          <p:attrName>style.visibility</p:attrName>
                                        </p:attrNameLst>
                                      </p:cBhvr>
                                      <p:to>
                                        <p:strVal val="visible"/>
                                      </p:to>
                                    </p:set>
                                    <p:animEffect transition="in" filter="blinds(horizontal)">
                                      <p:cBhvr>
                                        <p:cTn id="40" dur="500"/>
                                        <p:tgtEl>
                                          <p:spTgt spid="3080"/>
                                        </p:tgtEl>
                                      </p:cBhvr>
                                    </p:animEffect>
                                  </p:childTnLst>
                                </p:cTn>
                              </p:par>
                              <p:par>
                                <p:cTn id="41" presetID="3" presetClass="entr" presetSubtype="10" fill="hold" nodeType="withEffect">
                                  <p:stCondLst>
                                    <p:cond delay="0"/>
                                  </p:stCondLst>
                                  <p:childTnLst>
                                    <p:set>
                                      <p:cBhvr>
                                        <p:cTn id="42" dur="1" fill="hold">
                                          <p:stCondLst>
                                            <p:cond delay="0"/>
                                          </p:stCondLst>
                                        </p:cTn>
                                        <p:tgtEl>
                                          <p:spTgt spid="3081"/>
                                        </p:tgtEl>
                                        <p:attrNameLst>
                                          <p:attrName>style.visibility</p:attrName>
                                        </p:attrNameLst>
                                      </p:cBhvr>
                                      <p:to>
                                        <p:strVal val="visible"/>
                                      </p:to>
                                    </p:set>
                                    <p:animEffect transition="in" filter="blinds(horizontal)">
                                      <p:cBhvr>
                                        <p:cTn id="43" dur="500"/>
                                        <p:tgtEl>
                                          <p:spTgt spid="3081"/>
                                        </p:tgtEl>
                                      </p:cBhvr>
                                    </p:animEffect>
                                  </p:childTnLst>
                                </p:cTn>
                              </p:par>
                              <p:par>
                                <p:cTn id="44" presetID="3" presetClass="entr" presetSubtype="10" fill="hold" nodeType="withEffect">
                                  <p:stCondLst>
                                    <p:cond delay="0"/>
                                  </p:stCondLst>
                                  <p:childTnLst>
                                    <p:set>
                                      <p:cBhvr>
                                        <p:cTn id="45" dur="1" fill="hold">
                                          <p:stCondLst>
                                            <p:cond delay="0"/>
                                          </p:stCondLst>
                                        </p:cTn>
                                        <p:tgtEl>
                                          <p:spTgt spid="3083"/>
                                        </p:tgtEl>
                                        <p:attrNameLst>
                                          <p:attrName>style.visibility</p:attrName>
                                        </p:attrNameLst>
                                      </p:cBhvr>
                                      <p:to>
                                        <p:strVal val="visible"/>
                                      </p:to>
                                    </p:set>
                                    <p:animEffect transition="in" filter="blinds(horizontal)">
                                      <p:cBhvr>
                                        <p:cTn id="46" dur="500"/>
                                        <p:tgtEl>
                                          <p:spTgt spid="3083"/>
                                        </p:tgtEl>
                                      </p:cBhvr>
                                    </p:animEffect>
                                  </p:childTnLst>
                                </p:cTn>
                              </p:par>
                              <p:par>
                                <p:cTn id="47" presetID="3" presetClass="entr" presetSubtype="10" fill="hold" nodeType="withEffect">
                                  <p:stCondLst>
                                    <p:cond delay="0"/>
                                  </p:stCondLst>
                                  <p:childTnLst>
                                    <p:set>
                                      <p:cBhvr>
                                        <p:cTn id="48" dur="1" fill="hold">
                                          <p:stCondLst>
                                            <p:cond delay="0"/>
                                          </p:stCondLst>
                                        </p:cTn>
                                        <p:tgtEl>
                                          <p:spTgt spid="3084"/>
                                        </p:tgtEl>
                                        <p:attrNameLst>
                                          <p:attrName>style.visibility</p:attrName>
                                        </p:attrNameLst>
                                      </p:cBhvr>
                                      <p:to>
                                        <p:strVal val="visible"/>
                                      </p:to>
                                    </p:set>
                                    <p:animEffect transition="in" filter="blinds(horizontal)">
                                      <p:cBhvr>
                                        <p:cTn id="49" dur="500"/>
                                        <p:tgtEl>
                                          <p:spTgt spid="3084"/>
                                        </p:tgtEl>
                                      </p:cBhvr>
                                    </p:animEffect>
                                  </p:childTnLst>
                                </p:cTn>
                              </p:par>
                              <p:par>
                                <p:cTn id="50" presetID="3" presetClass="entr" presetSubtype="10" fill="hold" nodeType="withEffect">
                                  <p:stCondLst>
                                    <p:cond delay="0"/>
                                  </p:stCondLst>
                                  <p:childTnLst>
                                    <p:set>
                                      <p:cBhvr>
                                        <p:cTn id="51" dur="1" fill="hold">
                                          <p:stCondLst>
                                            <p:cond delay="0"/>
                                          </p:stCondLst>
                                        </p:cTn>
                                        <p:tgtEl>
                                          <p:spTgt spid="3085"/>
                                        </p:tgtEl>
                                        <p:attrNameLst>
                                          <p:attrName>style.visibility</p:attrName>
                                        </p:attrNameLst>
                                      </p:cBhvr>
                                      <p:to>
                                        <p:strVal val="visible"/>
                                      </p:to>
                                    </p:set>
                                    <p:animEffect transition="in" filter="blinds(horizontal)">
                                      <p:cBhvr>
                                        <p:cTn id="52" dur="500"/>
                                        <p:tgtEl>
                                          <p:spTgt spid="3085"/>
                                        </p:tgtEl>
                                      </p:cBhvr>
                                    </p:animEffect>
                                  </p:childTnLst>
                                </p:cTn>
                              </p:par>
                              <p:par>
                                <p:cTn id="53" presetID="3" presetClass="entr" presetSubtype="10" fill="hold" nodeType="withEffect">
                                  <p:stCondLst>
                                    <p:cond delay="0"/>
                                  </p:stCondLst>
                                  <p:childTnLst>
                                    <p:set>
                                      <p:cBhvr>
                                        <p:cTn id="54" dur="1" fill="hold">
                                          <p:stCondLst>
                                            <p:cond delay="0"/>
                                          </p:stCondLst>
                                        </p:cTn>
                                        <p:tgtEl>
                                          <p:spTgt spid="3076"/>
                                        </p:tgtEl>
                                        <p:attrNameLst>
                                          <p:attrName>style.visibility</p:attrName>
                                        </p:attrNameLst>
                                      </p:cBhvr>
                                      <p:to>
                                        <p:strVal val="visible"/>
                                      </p:to>
                                    </p:set>
                                    <p:animEffect transition="in" filter="blinds(horizontal)">
                                      <p:cBhvr>
                                        <p:cTn id="55" dur="500"/>
                                        <p:tgtEl>
                                          <p:spTgt spid="3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1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5"/>
          <p:cNvSpPr txBox="1">
            <a:spLocks noChangeArrowheads="1"/>
          </p:cNvSpPr>
          <p:nvPr/>
        </p:nvSpPr>
        <p:spPr bwMode="auto">
          <a:xfrm>
            <a:off x="541338" y="771525"/>
            <a:ext cx="5907087" cy="1692771"/>
          </a:xfrm>
          <a:prstGeom prst="rect">
            <a:avLst/>
          </a:prstGeom>
          <a:noFill/>
          <a:ln w="12700">
            <a:noFill/>
            <a:miter lim="800000"/>
            <a:headEnd/>
            <a:tailEnd/>
          </a:ln>
        </p:spPr>
        <p:txBody>
          <a:bodyPr wrap="square">
            <a:spAutoFit/>
          </a:bodyPr>
          <a:lstStyle/>
          <a:p>
            <a:pPr algn="l" eaLnBrk="0" hangingPunct="0">
              <a:lnSpc>
                <a:spcPct val="130000"/>
              </a:lnSpc>
              <a:spcBef>
                <a:spcPct val="0"/>
              </a:spcBef>
            </a:pPr>
            <a:r>
              <a:rPr lang="zh-CN" altLang="en-US" sz="2000" dirty="0" smtClean="0">
                <a:latin typeface="Calibri" pitchFamily="34" charset="0"/>
                <a:ea typeface="宋体" pitchFamily="2" charset="-122"/>
              </a:rPr>
              <a:t>积分中值定理：在   </a:t>
            </a:r>
            <a:r>
              <a:rPr lang="en-US" altLang="zh-CN" sz="2000" dirty="0" smtClean="0">
                <a:latin typeface="Calibri" pitchFamily="34" charset="0"/>
                <a:ea typeface="宋体" pitchFamily="2" charset="-122"/>
              </a:rPr>
              <a:t>           </a:t>
            </a:r>
            <a:r>
              <a:rPr lang="zh-CN" altLang="en-US" sz="2000" dirty="0" smtClean="0">
                <a:latin typeface="Calibri" pitchFamily="34" charset="0"/>
                <a:ea typeface="宋体" pitchFamily="2" charset="-122"/>
              </a:rPr>
              <a:t>内存在一点  </a:t>
            </a:r>
            <a:r>
              <a:rPr lang="en-US" altLang="zh-CN" sz="2000" dirty="0" smtClean="0">
                <a:latin typeface="Calibri" pitchFamily="34" charset="0"/>
                <a:ea typeface="宋体" pitchFamily="2" charset="-122"/>
              </a:rPr>
              <a:t>,</a:t>
            </a:r>
            <a:r>
              <a:rPr lang="zh-CN" altLang="en-US" sz="2000" dirty="0" smtClean="0">
                <a:latin typeface="Calibri" pitchFamily="34" charset="0"/>
                <a:ea typeface="宋体" pitchFamily="2" charset="-122"/>
              </a:rPr>
              <a:t>有                                                         </a:t>
            </a:r>
          </a:p>
          <a:p>
            <a:pPr algn="l" eaLnBrk="0" hangingPunct="0">
              <a:lnSpc>
                <a:spcPct val="130000"/>
              </a:lnSpc>
              <a:spcBef>
                <a:spcPct val="0"/>
              </a:spcBef>
            </a:pPr>
            <a:endParaRPr lang="zh-CN" altLang="en-US" sz="2000" dirty="0" smtClean="0">
              <a:latin typeface="Calibri" pitchFamily="34" charset="0"/>
              <a:ea typeface="宋体" pitchFamily="2" charset="-122"/>
            </a:endParaRPr>
          </a:p>
          <a:p>
            <a:pPr algn="l" eaLnBrk="0" hangingPunct="0">
              <a:lnSpc>
                <a:spcPct val="130000"/>
              </a:lnSpc>
              <a:spcBef>
                <a:spcPct val="0"/>
              </a:spcBef>
            </a:pPr>
            <a:endParaRPr lang="en-US" altLang="zh-CN" sz="2000" dirty="0" smtClean="0">
              <a:latin typeface="Calibri" pitchFamily="34" charset="0"/>
              <a:ea typeface="宋体" pitchFamily="2" charset="-122"/>
            </a:endParaRPr>
          </a:p>
          <a:p>
            <a:pPr algn="l" eaLnBrk="0" hangingPunct="0">
              <a:lnSpc>
                <a:spcPct val="130000"/>
              </a:lnSpc>
              <a:spcBef>
                <a:spcPct val="0"/>
              </a:spcBef>
            </a:pPr>
            <a:r>
              <a:rPr lang="zh-CN" altLang="en-US" sz="2000" dirty="0" smtClean="0">
                <a:latin typeface="Calibri" pitchFamily="34" charset="0"/>
                <a:ea typeface="宋体" pitchFamily="2" charset="-122"/>
              </a:rPr>
              <a:t>成立。</a:t>
            </a:r>
          </a:p>
        </p:txBody>
      </p:sp>
      <p:graphicFrame>
        <p:nvGraphicFramePr>
          <p:cNvPr id="7" name="Object 7"/>
          <p:cNvGraphicFramePr>
            <a:graphicFrameLocks noChangeAspect="1"/>
          </p:cNvGraphicFramePr>
          <p:nvPr/>
        </p:nvGraphicFramePr>
        <p:xfrm>
          <a:off x="1214438" y="1296988"/>
          <a:ext cx="2730500" cy="612775"/>
        </p:xfrm>
        <a:graphic>
          <a:graphicData uri="http://schemas.openxmlformats.org/presentationml/2006/ole">
            <mc:AlternateContent xmlns:mc="http://schemas.openxmlformats.org/markup-compatibility/2006">
              <mc:Choice xmlns:v="urn:schemas-microsoft-com:vml" Requires="v">
                <p:oleObj spid="_x0000_s4183" name="Equation" r:id="rId3" imgW="1473120" imgH="330120" progId="Equation.DSMT4">
                  <p:embed/>
                </p:oleObj>
              </mc:Choice>
              <mc:Fallback>
                <p:oleObj name="Equation" r:id="rId3" imgW="1473120" imgH="33012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4438" y="1296988"/>
                        <a:ext cx="2730500" cy="61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9" descr="未命名"/>
          <p:cNvPicPr>
            <a:picLocks noChangeAspect="1" noChangeArrowheads="1"/>
          </p:cNvPicPr>
          <p:nvPr/>
        </p:nvPicPr>
        <p:blipFill>
          <a:blip r:embed="rId5" cstate="print">
            <a:clrChange>
              <a:clrFrom>
                <a:srgbClr val="FFFFFF"/>
              </a:clrFrom>
              <a:clrTo>
                <a:srgbClr val="FFFFFF">
                  <a:alpha val="0"/>
                </a:srgbClr>
              </a:clrTo>
            </a:clrChange>
          </a:blip>
          <a:srcRect l="12651" r="20964" b="10980"/>
          <a:stretch>
            <a:fillRect/>
          </a:stretch>
        </p:blipFill>
        <p:spPr bwMode="auto">
          <a:xfrm>
            <a:off x="6516688" y="981075"/>
            <a:ext cx="2232025" cy="2127250"/>
          </a:xfrm>
          <a:prstGeom prst="rect">
            <a:avLst/>
          </a:prstGeom>
          <a:noFill/>
          <a:ln w="9525">
            <a:noFill/>
            <a:miter lim="800000"/>
            <a:headEnd/>
            <a:tailEnd/>
          </a:ln>
        </p:spPr>
      </p:pic>
      <p:sp>
        <p:nvSpPr>
          <p:cNvPr id="9" name="Rectangle 8"/>
          <p:cNvSpPr>
            <a:spLocks noChangeArrowheads="1"/>
          </p:cNvSpPr>
          <p:nvPr/>
        </p:nvSpPr>
        <p:spPr bwMode="auto">
          <a:xfrm>
            <a:off x="531813" y="2441575"/>
            <a:ext cx="5410200" cy="932563"/>
          </a:xfrm>
          <a:prstGeom prst="rect">
            <a:avLst/>
          </a:prstGeom>
          <a:noFill/>
          <a:ln w="9525">
            <a:noFill/>
            <a:miter lim="800000"/>
            <a:headEnd/>
            <a:tailEnd/>
          </a:ln>
        </p:spPr>
        <p:txBody>
          <a:bodyPr>
            <a:spAutoFit/>
          </a:bodyPr>
          <a:lstStyle/>
          <a:p>
            <a:pPr algn="l" eaLnBrk="0" hangingPunct="0">
              <a:lnSpc>
                <a:spcPct val="130000"/>
              </a:lnSpc>
              <a:spcBef>
                <a:spcPct val="0"/>
              </a:spcBef>
            </a:pPr>
            <a:r>
              <a:rPr lang="zh-CN" altLang="en-US" sz="2000" dirty="0" smtClean="0">
                <a:latin typeface="Calibri" pitchFamily="34" charset="0"/>
                <a:ea typeface="宋体" pitchFamily="2" charset="-122"/>
              </a:rPr>
              <a:t>就是说</a:t>
            </a:r>
            <a:r>
              <a:rPr lang="en-US" altLang="zh-CN" sz="2200" dirty="0">
                <a:latin typeface="黑体" pitchFamily="49" charset="-122"/>
                <a:ea typeface="黑体" pitchFamily="49" charset="-122"/>
              </a:rPr>
              <a:t>,</a:t>
            </a:r>
            <a:r>
              <a:rPr lang="zh-CN" altLang="en-US" sz="2000" dirty="0" smtClean="0">
                <a:latin typeface="Calibri" pitchFamily="34" charset="0"/>
                <a:ea typeface="宋体" pitchFamily="2" charset="-122"/>
              </a:rPr>
              <a:t>底为</a:t>
            </a:r>
            <a:r>
              <a:rPr lang="en-US" altLang="zh-CN" sz="2000" dirty="0" smtClean="0">
                <a:latin typeface="Calibri" pitchFamily="34" charset="0"/>
                <a:ea typeface="宋体" pitchFamily="2" charset="-122"/>
              </a:rPr>
              <a:t>           </a:t>
            </a:r>
            <a:r>
              <a:rPr lang="zh-CN" altLang="en-US" sz="2000" dirty="0" smtClean="0">
                <a:latin typeface="Calibri" pitchFamily="34" charset="0"/>
                <a:ea typeface="宋体" pitchFamily="2" charset="-122"/>
              </a:rPr>
              <a:t>而高为</a:t>
            </a:r>
            <a:r>
              <a:rPr lang="en-US" altLang="zh-CN" sz="2000" dirty="0" smtClean="0">
                <a:latin typeface="Calibri" pitchFamily="34" charset="0"/>
                <a:ea typeface="宋体" pitchFamily="2" charset="-122"/>
              </a:rPr>
              <a:t>            </a:t>
            </a:r>
            <a:r>
              <a:rPr lang="zh-CN" altLang="en-US" sz="2000" dirty="0" smtClean="0">
                <a:latin typeface="Calibri" pitchFamily="34" charset="0"/>
                <a:ea typeface="宋体" pitchFamily="2" charset="-122"/>
              </a:rPr>
              <a:t>的矩形面积  </a:t>
            </a:r>
          </a:p>
          <a:p>
            <a:pPr algn="l" eaLnBrk="0" hangingPunct="0">
              <a:lnSpc>
                <a:spcPct val="130000"/>
              </a:lnSpc>
              <a:spcBef>
                <a:spcPct val="0"/>
              </a:spcBef>
            </a:pPr>
            <a:r>
              <a:rPr lang="zh-CN" altLang="en-US" sz="2000" dirty="0" smtClean="0">
                <a:latin typeface="Calibri" pitchFamily="34" charset="0"/>
                <a:ea typeface="宋体" pitchFamily="2" charset="-122"/>
              </a:rPr>
              <a:t>恰等于所求曲边梯形的面积。</a:t>
            </a:r>
          </a:p>
        </p:txBody>
      </p:sp>
      <p:sp>
        <p:nvSpPr>
          <p:cNvPr id="10" name="Text Box 10"/>
          <p:cNvSpPr txBox="1">
            <a:spLocks noChangeArrowheads="1"/>
          </p:cNvSpPr>
          <p:nvPr/>
        </p:nvSpPr>
        <p:spPr bwMode="auto">
          <a:xfrm>
            <a:off x="525463" y="3635375"/>
            <a:ext cx="7920037" cy="923330"/>
          </a:xfrm>
          <a:prstGeom prst="rect">
            <a:avLst/>
          </a:prstGeom>
          <a:ln>
            <a:headEnd/>
            <a:tailEnd/>
          </a:ln>
        </p:spPr>
        <p:style>
          <a:lnRef idx="2">
            <a:schemeClr val="accent1">
              <a:shade val="50000"/>
            </a:schemeClr>
          </a:lnRef>
          <a:fillRef idx="1">
            <a:schemeClr val="accent1"/>
          </a:fillRef>
          <a:effectRef idx="0">
            <a:schemeClr val="accent1"/>
          </a:effectRef>
          <a:fontRef idx="minor">
            <a:schemeClr val="lt1"/>
          </a:fontRef>
        </p:style>
        <p:txBody>
          <a:bodyPr>
            <a:spAutoFit/>
          </a:bodyPr>
          <a:lstStyle/>
          <a:p>
            <a:pPr algn="l" eaLnBrk="0" hangingPunct="0">
              <a:lnSpc>
                <a:spcPct val="135000"/>
              </a:lnSpc>
              <a:spcBef>
                <a:spcPct val="0"/>
              </a:spcBef>
            </a:pPr>
            <a:r>
              <a:rPr lang="zh-CN" altLang="en-US" sz="2000" dirty="0" smtClean="0">
                <a:latin typeface="Calibri" pitchFamily="34" charset="0"/>
                <a:ea typeface="宋体" pitchFamily="2" charset="-122"/>
              </a:rPr>
              <a:t>问题在于点</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rPr>
              <a:t>的具体位置一般是不知道的</a:t>
            </a:r>
            <a:r>
              <a:rPr lang="en-US" altLang="zh-CN" sz="2000" dirty="0" smtClean="0">
                <a:latin typeface="Calibri" pitchFamily="34" charset="0"/>
                <a:ea typeface="宋体" pitchFamily="2" charset="-122"/>
              </a:rPr>
              <a:t>,</a:t>
            </a:r>
            <a:r>
              <a:rPr lang="zh-CN" altLang="en-US" sz="2000" dirty="0" smtClean="0">
                <a:latin typeface="Calibri" pitchFamily="34" charset="0"/>
                <a:ea typeface="宋体" pitchFamily="2" charset="-122"/>
              </a:rPr>
              <a:t>因而难以准确算出</a:t>
            </a:r>
            <a:r>
              <a:rPr lang="en-US" altLang="zh-CN" sz="2000" dirty="0" smtClean="0">
                <a:latin typeface="Calibri" pitchFamily="34" charset="0"/>
                <a:ea typeface="宋体" pitchFamily="2" charset="-122"/>
              </a:rPr>
              <a:t>           </a:t>
            </a:r>
            <a:r>
              <a:rPr lang="zh-CN" altLang="en-US" sz="2000" dirty="0" smtClean="0">
                <a:latin typeface="Calibri" pitchFamily="34" charset="0"/>
                <a:ea typeface="宋体" pitchFamily="2" charset="-122"/>
              </a:rPr>
              <a:t>的值</a:t>
            </a:r>
            <a:r>
              <a:rPr lang="en-US" altLang="zh-CN" sz="2000" dirty="0" smtClean="0">
                <a:latin typeface="Calibri" pitchFamily="34" charset="0"/>
                <a:ea typeface="宋体" pitchFamily="2" charset="-122"/>
              </a:rPr>
              <a:t>. </a:t>
            </a:r>
            <a:r>
              <a:rPr lang="zh-CN" altLang="en-US" sz="2000" dirty="0" smtClean="0">
                <a:latin typeface="Calibri" pitchFamily="34" charset="0"/>
                <a:ea typeface="宋体" pitchFamily="2" charset="-122"/>
              </a:rPr>
              <a:t>我们对</a:t>
            </a:r>
            <a:r>
              <a:rPr lang="en-US" altLang="zh-CN" sz="2000" dirty="0" smtClean="0">
                <a:latin typeface="Calibri" pitchFamily="34" charset="0"/>
                <a:ea typeface="宋体" pitchFamily="2" charset="-122"/>
              </a:rPr>
              <a:t>          </a:t>
            </a:r>
            <a:r>
              <a:rPr lang="zh-CN" altLang="en-US" sz="2000" dirty="0" smtClean="0">
                <a:latin typeface="Calibri" pitchFamily="34" charset="0"/>
                <a:ea typeface="宋体" pitchFamily="2" charset="-122"/>
              </a:rPr>
              <a:t>提供一种近似算法</a:t>
            </a:r>
            <a:r>
              <a:rPr lang="en-US" altLang="zh-CN" sz="2000" dirty="0" smtClean="0">
                <a:latin typeface="Calibri" pitchFamily="34" charset="0"/>
                <a:ea typeface="宋体" pitchFamily="2" charset="-122"/>
              </a:rPr>
              <a:t>,</a:t>
            </a:r>
            <a:r>
              <a:rPr lang="zh-CN" altLang="en-US" sz="2000" dirty="0" smtClean="0">
                <a:latin typeface="Calibri" pitchFamily="34" charset="0"/>
                <a:ea typeface="宋体" pitchFamily="2" charset="-122"/>
              </a:rPr>
              <a:t>相应地便获得一种数值求积方法．</a:t>
            </a:r>
          </a:p>
        </p:txBody>
      </p:sp>
      <p:graphicFrame>
        <p:nvGraphicFramePr>
          <p:cNvPr id="4100" name="Object 7"/>
          <p:cNvGraphicFramePr>
            <a:graphicFrameLocks noChangeAspect="1"/>
          </p:cNvGraphicFramePr>
          <p:nvPr/>
        </p:nvGraphicFramePr>
        <p:xfrm>
          <a:off x="2800350" y="868363"/>
          <a:ext cx="541338" cy="355600"/>
        </p:xfrm>
        <a:graphic>
          <a:graphicData uri="http://schemas.openxmlformats.org/presentationml/2006/ole">
            <mc:AlternateContent xmlns:mc="http://schemas.openxmlformats.org/markup-compatibility/2006">
              <mc:Choice xmlns:v="urn:schemas-microsoft-com:vml" Requires="v">
                <p:oleObj spid="_x0000_s4184" name="Equation" r:id="rId6" imgW="291960" imgH="190440" progId="Equation.DSMT4">
                  <p:embed/>
                </p:oleObj>
              </mc:Choice>
              <mc:Fallback>
                <p:oleObj name="Equation" r:id="rId6" imgW="291960" imgH="190440" progId="Equation.DSMT4">
                  <p:embed/>
                  <p:pic>
                    <p:nvPicPr>
                      <p:cNvPr id="0"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00350" y="868363"/>
                        <a:ext cx="541338"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7"/>
          <p:cNvGraphicFramePr>
            <a:graphicFrameLocks noChangeAspect="1"/>
          </p:cNvGraphicFramePr>
          <p:nvPr/>
        </p:nvGraphicFramePr>
        <p:xfrm>
          <a:off x="2073275" y="2574925"/>
          <a:ext cx="541338" cy="307975"/>
        </p:xfrm>
        <a:graphic>
          <a:graphicData uri="http://schemas.openxmlformats.org/presentationml/2006/ole">
            <mc:AlternateContent xmlns:mc="http://schemas.openxmlformats.org/markup-compatibility/2006">
              <mc:Choice xmlns:v="urn:schemas-microsoft-com:vml" Requires="v">
                <p:oleObj spid="_x0000_s4185" name="Equation" r:id="rId8" imgW="291960" imgH="164880" progId="Equation.DSMT4">
                  <p:embed/>
                </p:oleObj>
              </mc:Choice>
              <mc:Fallback>
                <p:oleObj name="Equation" r:id="rId8" imgW="291960" imgH="164880" progId="Equation.DSMT4">
                  <p:embed/>
                  <p:pic>
                    <p:nvPicPr>
                      <p:cNvPr id="0" name="Picture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73275" y="2574925"/>
                        <a:ext cx="541338"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2" name="Object 7"/>
          <p:cNvGraphicFramePr>
            <a:graphicFrameLocks noChangeAspect="1"/>
          </p:cNvGraphicFramePr>
          <p:nvPr/>
        </p:nvGraphicFramePr>
        <p:xfrm>
          <a:off x="3471863" y="2551113"/>
          <a:ext cx="565150" cy="355600"/>
        </p:xfrm>
        <a:graphic>
          <a:graphicData uri="http://schemas.openxmlformats.org/presentationml/2006/ole">
            <mc:AlternateContent xmlns:mc="http://schemas.openxmlformats.org/markup-compatibility/2006">
              <mc:Choice xmlns:v="urn:schemas-microsoft-com:vml" Requires="v">
                <p:oleObj spid="_x0000_s4186" name="Equation" r:id="rId10" imgW="304560" imgH="190440" progId="Equation.DSMT4">
                  <p:embed/>
                </p:oleObj>
              </mc:Choice>
              <mc:Fallback>
                <p:oleObj name="Equation" r:id="rId10" imgW="304560" imgH="190440" progId="Equation.DSMT4">
                  <p:embed/>
                  <p:pic>
                    <p:nvPicPr>
                      <p:cNvPr id="0"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71863" y="2551113"/>
                        <a:ext cx="56515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3" name="Object 7"/>
          <p:cNvGraphicFramePr>
            <a:graphicFrameLocks noChangeAspect="1"/>
          </p:cNvGraphicFramePr>
          <p:nvPr/>
        </p:nvGraphicFramePr>
        <p:xfrm>
          <a:off x="1978025" y="3711575"/>
          <a:ext cx="212725" cy="331788"/>
        </p:xfrm>
        <a:graphic>
          <a:graphicData uri="http://schemas.openxmlformats.org/presentationml/2006/ole">
            <mc:AlternateContent xmlns:mc="http://schemas.openxmlformats.org/markup-compatibility/2006">
              <mc:Choice xmlns:v="urn:schemas-microsoft-com:vml" Requires="v">
                <p:oleObj spid="_x0000_s4187" name="Equation" r:id="rId12" imgW="114120" imgH="177480" progId="Equation.DSMT4">
                  <p:embed/>
                </p:oleObj>
              </mc:Choice>
              <mc:Fallback>
                <p:oleObj name="Equation" r:id="rId12" imgW="114120" imgH="177480" progId="Equation.DSMT4">
                  <p:embed/>
                  <p:pic>
                    <p:nvPicPr>
                      <p:cNvPr id="0" name="Picture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78025" y="3711575"/>
                        <a:ext cx="21272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4" name="Object 7"/>
          <p:cNvGraphicFramePr>
            <a:graphicFrameLocks noChangeAspect="1"/>
          </p:cNvGraphicFramePr>
          <p:nvPr/>
        </p:nvGraphicFramePr>
        <p:xfrm>
          <a:off x="7507288" y="3700463"/>
          <a:ext cx="565150" cy="355600"/>
        </p:xfrm>
        <a:graphic>
          <a:graphicData uri="http://schemas.openxmlformats.org/presentationml/2006/ole">
            <mc:AlternateContent xmlns:mc="http://schemas.openxmlformats.org/markup-compatibility/2006">
              <mc:Choice xmlns:v="urn:schemas-microsoft-com:vml" Requires="v">
                <p:oleObj spid="_x0000_s4188" name="Equation" r:id="rId14" imgW="304560" imgH="190440" progId="Equation.DSMT4">
                  <p:embed/>
                </p:oleObj>
              </mc:Choice>
              <mc:Fallback>
                <p:oleObj name="Equation" r:id="rId14" imgW="304560" imgH="190440" progId="Equation.DSMT4">
                  <p:embed/>
                  <p:pic>
                    <p:nvPicPr>
                      <p:cNvPr id="0" name="Picture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507288" y="3700463"/>
                        <a:ext cx="56515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5" name="Object 7"/>
          <p:cNvGraphicFramePr>
            <a:graphicFrameLocks noChangeAspect="1"/>
          </p:cNvGraphicFramePr>
          <p:nvPr/>
        </p:nvGraphicFramePr>
        <p:xfrm>
          <a:off x="1716088" y="4129088"/>
          <a:ext cx="565150" cy="355600"/>
        </p:xfrm>
        <a:graphic>
          <a:graphicData uri="http://schemas.openxmlformats.org/presentationml/2006/ole">
            <mc:AlternateContent xmlns:mc="http://schemas.openxmlformats.org/markup-compatibility/2006">
              <mc:Choice xmlns:v="urn:schemas-microsoft-com:vml" Requires="v">
                <p:oleObj spid="_x0000_s4189" name="Equation" r:id="rId16" imgW="304560" imgH="190440" progId="Equation.DSMT4">
                  <p:embed/>
                </p:oleObj>
              </mc:Choice>
              <mc:Fallback>
                <p:oleObj name="Equation" r:id="rId16" imgW="304560" imgH="190440" progId="Equation.DSMT4">
                  <p:embed/>
                  <p:pic>
                    <p:nvPicPr>
                      <p:cNvPr id="0" name="Picture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16088" y="4129088"/>
                        <a:ext cx="565150"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3" name="直接连接符 12"/>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5"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additive="base">
                                        <p:cTn id="11" dur="500" fill="hold"/>
                                        <p:tgtEl>
                                          <p:spTgt spid="14"/>
                                        </p:tgtEl>
                                        <p:attrNameLst>
                                          <p:attrName>ppt_x</p:attrName>
                                        </p:attrNameLst>
                                      </p:cBhvr>
                                      <p:tavLst>
                                        <p:tav tm="0">
                                          <p:val>
                                            <p:strVal val="1+#ppt_w/2"/>
                                          </p:val>
                                        </p:tav>
                                        <p:tav tm="100000">
                                          <p:val>
                                            <p:strVal val="#ppt_x"/>
                                          </p:val>
                                        </p:tav>
                                      </p:tavLst>
                                    </p:anim>
                                    <p:anim calcmode="lin" valueType="num">
                                      <p:cBhvr additive="base">
                                        <p:cTn id="12" dur="500" fill="hold"/>
                                        <p:tgtEl>
                                          <p:spTgt spid="14"/>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500" fill="hold"/>
                                        <p:tgtEl>
                                          <p:spTgt spid="15"/>
                                        </p:tgtEl>
                                        <p:attrNameLst>
                                          <p:attrName>ppt_x</p:attrName>
                                        </p:attrNameLst>
                                      </p:cBhvr>
                                      <p:tavLst>
                                        <p:tav tm="0">
                                          <p:val>
                                            <p:strVal val="#ppt_x"/>
                                          </p:val>
                                        </p:tav>
                                        <p:tav tm="100000">
                                          <p:val>
                                            <p:strVal val="#ppt_x"/>
                                          </p:val>
                                        </p:tav>
                                      </p:tavLst>
                                    </p:anim>
                                    <p:anim calcmode="lin" valueType="num">
                                      <p:cBhvr additive="base">
                                        <p:cTn id="17" dur="500" fill="hold"/>
                                        <p:tgtEl>
                                          <p:spTgt spid="15"/>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0-#ppt_w/2"/>
                                          </p:val>
                                        </p:tav>
                                        <p:tav tm="100000">
                                          <p:val>
                                            <p:strVal val="#ppt_x"/>
                                          </p:val>
                                        </p:tav>
                                      </p:tavLst>
                                    </p:anim>
                                    <p:anim calcmode="lin" valueType="num">
                                      <p:cBhvr additive="base">
                                        <p:cTn id="23" dur="500" fill="hold"/>
                                        <p:tgtEl>
                                          <p:spTgt spid="6"/>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4100"/>
                                        </p:tgtEl>
                                        <p:attrNameLst>
                                          <p:attrName>style.visibility</p:attrName>
                                        </p:attrNameLst>
                                      </p:cBhvr>
                                      <p:to>
                                        <p:strVal val="visible"/>
                                      </p:to>
                                    </p:set>
                                    <p:anim calcmode="lin" valueType="num">
                                      <p:cBhvr additive="base">
                                        <p:cTn id="26" dur="500" fill="hold"/>
                                        <p:tgtEl>
                                          <p:spTgt spid="4100"/>
                                        </p:tgtEl>
                                        <p:attrNameLst>
                                          <p:attrName>ppt_x</p:attrName>
                                        </p:attrNameLst>
                                      </p:cBhvr>
                                      <p:tavLst>
                                        <p:tav tm="0">
                                          <p:val>
                                            <p:strVal val="0-#ppt_w/2"/>
                                          </p:val>
                                        </p:tav>
                                        <p:tav tm="100000">
                                          <p:val>
                                            <p:strVal val="#ppt_x"/>
                                          </p:val>
                                        </p:tav>
                                      </p:tavLst>
                                    </p:anim>
                                    <p:anim calcmode="lin" valueType="num">
                                      <p:cBhvr additive="base">
                                        <p:cTn id="27" dur="500" fill="hold"/>
                                        <p:tgtEl>
                                          <p:spTgt spid="4100"/>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0-#ppt_w/2"/>
                                          </p:val>
                                        </p:tav>
                                        <p:tav tm="100000">
                                          <p:val>
                                            <p:strVal val="#ppt_x"/>
                                          </p:val>
                                        </p:tav>
                                      </p:tavLst>
                                    </p:anim>
                                    <p:anim calcmode="lin" valueType="num">
                                      <p:cBhvr additive="base">
                                        <p:cTn id="31"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8"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 calcmode="lin" valueType="num">
                                      <p:cBhvr additive="base">
                                        <p:cTn id="36" dur="500" fill="hold"/>
                                        <p:tgtEl>
                                          <p:spTgt spid="9"/>
                                        </p:tgtEl>
                                        <p:attrNameLst>
                                          <p:attrName>ppt_x</p:attrName>
                                        </p:attrNameLst>
                                      </p:cBhvr>
                                      <p:tavLst>
                                        <p:tav tm="0">
                                          <p:val>
                                            <p:strVal val="0-#ppt_w/2"/>
                                          </p:val>
                                        </p:tav>
                                        <p:tav tm="100000">
                                          <p:val>
                                            <p:strVal val="#ppt_x"/>
                                          </p:val>
                                        </p:tav>
                                      </p:tavLst>
                                    </p:anim>
                                    <p:anim calcmode="lin" valueType="num">
                                      <p:cBhvr additive="base">
                                        <p:cTn id="37" dur="500" fill="hold"/>
                                        <p:tgtEl>
                                          <p:spTgt spid="9"/>
                                        </p:tgtEl>
                                        <p:attrNameLst>
                                          <p:attrName>ppt_y</p:attrName>
                                        </p:attrNameLst>
                                      </p:cBhvr>
                                      <p:tavLst>
                                        <p:tav tm="0">
                                          <p:val>
                                            <p:strVal val="#ppt_y"/>
                                          </p:val>
                                        </p:tav>
                                        <p:tav tm="100000">
                                          <p:val>
                                            <p:strVal val="#ppt_y"/>
                                          </p:val>
                                        </p:tav>
                                      </p:tavLst>
                                    </p:anim>
                                  </p:childTnLst>
                                </p:cTn>
                              </p:par>
                              <p:par>
                                <p:cTn id="38" presetID="2" presetClass="entr" presetSubtype="8" fill="hold" nodeType="withEffect">
                                  <p:stCondLst>
                                    <p:cond delay="0"/>
                                  </p:stCondLst>
                                  <p:childTnLst>
                                    <p:set>
                                      <p:cBhvr>
                                        <p:cTn id="39" dur="1" fill="hold">
                                          <p:stCondLst>
                                            <p:cond delay="0"/>
                                          </p:stCondLst>
                                        </p:cTn>
                                        <p:tgtEl>
                                          <p:spTgt spid="4101"/>
                                        </p:tgtEl>
                                        <p:attrNameLst>
                                          <p:attrName>style.visibility</p:attrName>
                                        </p:attrNameLst>
                                      </p:cBhvr>
                                      <p:to>
                                        <p:strVal val="visible"/>
                                      </p:to>
                                    </p:set>
                                    <p:anim calcmode="lin" valueType="num">
                                      <p:cBhvr additive="base">
                                        <p:cTn id="40" dur="500" fill="hold"/>
                                        <p:tgtEl>
                                          <p:spTgt spid="4101"/>
                                        </p:tgtEl>
                                        <p:attrNameLst>
                                          <p:attrName>ppt_x</p:attrName>
                                        </p:attrNameLst>
                                      </p:cBhvr>
                                      <p:tavLst>
                                        <p:tav tm="0">
                                          <p:val>
                                            <p:strVal val="0-#ppt_w/2"/>
                                          </p:val>
                                        </p:tav>
                                        <p:tav tm="100000">
                                          <p:val>
                                            <p:strVal val="#ppt_x"/>
                                          </p:val>
                                        </p:tav>
                                      </p:tavLst>
                                    </p:anim>
                                    <p:anim calcmode="lin" valueType="num">
                                      <p:cBhvr additive="base">
                                        <p:cTn id="41" dur="500" fill="hold"/>
                                        <p:tgtEl>
                                          <p:spTgt spid="4101"/>
                                        </p:tgtEl>
                                        <p:attrNameLst>
                                          <p:attrName>ppt_y</p:attrName>
                                        </p:attrNameLst>
                                      </p:cBhvr>
                                      <p:tavLst>
                                        <p:tav tm="0">
                                          <p:val>
                                            <p:strVal val="#ppt_y"/>
                                          </p:val>
                                        </p:tav>
                                        <p:tav tm="100000">
                                          <p:val>
                                            <p:strVal val="#ppt_y"/>
                                          </p:val>
                                        </p:tav>
                                      </p:tavLst>
                                    </p:anim>
                                  </p:childTnLst>
                                </p:cTn>
                              </p:par>
                              <p:par>
                                <p:cTn id="42" presetID="2" presetClass="entr" presetSubtype="8" fill="hold" nodeType="withEffect">
                                  <p:stCondLst>
                                    <p:cond delay="0"/>
                                  </p:stCondLst>
                                  <p:childTnLst>
                                    <p:set>
                                      <p:cBhvr>
                                        <p:cTn id="43" dur="1" fill="hold">
                                          <p:stCondLst>
                                            <p:cond delay="0"/>
                                          </p:stCondLst>
                                        </p:cTn>
                                        <p:tgtEl>
                                          <p:spTgt spid="4102"/>
                                        </p:tgtEl>
                                        <p:attrNameLst>
                                          <p:attrName>style.visibility</p:attrName>
                                        </p:attrNameLst>
                                      </p:cBhvr>
                                      <p:to>
                                        <p:strVal val="visible"/>
                                      </p:to>
                                    </p:set>
                                    <p:anim calcmode="lin" valueType="num">
                                      <p:cBhvr additive="base">
                                        <p:cTn id="44" dur="500" fill="hold"/>
                                        <p:tgtEl>
                                          <p:spTgt spid="4102"/>
                                        </p:tgtEl>
                                        <p:attrNameLst>
                                          <p:attrName>ppt_x</p:attrName>
                                        </p:attrNameLst>
                                      </p:cBhvr>
                                      <p:tavLst>
                                        <p:tav tm="0">
                                          <p:val>
                                            <p:strVal val="0-#ppt_w/2"/>
                                          </p:val>
                                        </p:tav>
                                        <p:tav tm="100000">
                                          <p:val>
                                            <p:strVal val="#ppt_x"/>
                                          </p:val>
                                        </p:tav>
                                      </p:tavLst>
                                    </p:anim>
                                    <p:anim calcmode="lin" valueType="num">
                                      <p:cBhvr additive="base">
                                        <p:cTn id="45" dur="500" fill="hold"/>
                                        <p:tgtEl>
                                          <p:spTgt spid="4102"/>
                                        </p:tgtEl>
                                        <p:attrNameLst>
                                          <p:attrName>ppt_y</p:attrName>
                                        </p:attrNameLst>
                                      </p:cBhvr>
                                      <p:tavLst>
                                        <p:tav tm="0">
                                          <p:val>
                                            <p:strVal val="#ppt_y"/>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8" presetClass="entr" presetSubtype="16" fill="hold" nodeType="clickEffect">
                                  <p:stCondLst>
                                    <p:cond delay="0"/>
                                  </p:stCondLst>
                                  <p:childTnLst>
                                    <p:set>
                                      <p:cBhvr>
                                        <p:cTn id="49" dur="1" fill="hold">
                                          <p:stCondLst>
                                            <p:cond delay="0"/>
                                          </p:stCondLst>
                                        </p:cTn>
                                        <p:tgtEl>
                                          <p:spTgt spid="8"/>
                                        </p:tgtEl>
                                        <p:attrNameLst>
                                          <p:attrName>style.visibility</p:attrName>
                                        </p:attrNameLst>
                                      </p:cBhvr>
                                      <p:to>
                                        <p:strVal val="visible"/>
                                      </p:to>
                                    </p:set>
                                    <p:animEffect transition="in" filter="diamond(in)">
                                      <p:cBhvr>
                                        <p:cTn id="50" dur="2000"/>
                                        <p:tgtEl>
                                          <p:spTgt spid="8"/>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10"/>
                                        </p:tgtEl>
                                        <p:attrNameLst>
                                          <p:attrName>style.visibility</p:attrName>
                                        </p:attrNameLst>
                                      </p:cBhvr>
                                      <p:to>
                                        <p:strVal val="visible"/>
                                      </p:to>
                                    </p:set>
                                    <p:anim calcmode="lin" valueType="num">
                                      <p:cBhvr additive="base">
                                        <p:cTn id="55" dur="500" fill="hold"/>
                                        <p:tgtEl>
                                          <p:spTgt spid="10"/>
                                        </p:tgtEl>
                                        <p:attrNameLst>
                                          <p:attrName>ppt_x</p:attrName>
                                        </p:attrNameLst>
                                      </p:cBhvr>
                                      <p:tavLst>
                                        <p:tav tm="0">
                                          <p:val>
                                            <p:strVal val="1+#ppt_w/2"/>
                                          </p:val>
                                        </p:tav>
                                        <p:tav tm="100000">
                                          <p:val>
                                            <p:strVal val="#ppt_x"/>
                                          </p:val>
                                        </p:tav>
                                      </p:tavLst>
                                    </p:anim>
                                    <p:anim calcmode="lin" valueType="num">
                                      <p:cBhvr additive="base">
                                        <p:cTn id="56" dur="500" fill="hold"/>
                                        <p:tgtEl>
                                          <p:spTgt spid="10"/>
                                        </p:tgtEl>
                                        <p:attrNameLst>
                                          <p:attrName>ppt_y</p:attrName>
                                        </p:attrNameLst>
                                      </p:cBhvr>
                                      <p:tavLst>
                                        <p:tav tm="0">
                                          <p:val>
                                            <p:strVal val="#ppt_y"/>
                                          </p:val>
                                        </p:tav>
                                        <p:tav tm="100000">
                                          <p:val>
                                            <p:strVal val="#ppt_y"/>
                                          </p:val>
                                        </p:tav>
                                      </p:tavLst>
                                    </p:anim>
                                  </p:childTnLst>
                                </p:cTn>
                              </p:par>
                              <p:par>
                                <p:cTn id="57" presetID="2" presetClass="entr" presetSubtype="2" fill="hold" nodeType="withEffect">
                                  <p:stCondLst>
                                    <p:cond delay="0"/>
                                  </p:stCondLst>
                                  <p:childTnLst>
                                    <p:set>
                                      <p:cBhvr>
                                        <p:cTn id="58" dur="1" fill="hold">
                                          <p:stCondLst>
                                            <p:cond delay="0"/>
                                          </p:stCondLst>
                                        </p:cTn>
                                        <p:tgtEl>
                                          <p:spTgt spid="4103"/>
                                        </p:tgtEl>
                                        <p:attrNameLst>
                                          <p:attrName>style.visibility</p:attrName>
                                        </p:attrNameLst>
                                      </p:cBhvr>
                                      <p:to>
                                        <p:strVal val="visible"/>
                                      </p:to>
                                    </p:set>
                                    <p:anim calcmode="lin" valueType="num">
                                      <p:cBhvr additive="base">
                                        <p:cTn id="59" dur="500" fill="hold"/>
                                        <p:tgtEl>
                                          <p:spTgt spid="4103"/>
                                        </p:tgtEl>
                                        <p:attrNameLst>
                                          <p:attrName>ppt_x</p:attrName>
                                        </p:attrNameLst>
                                      </p:cBhvr>
                                      <p:tavLst>
                                        <p:tav tm="0">
                                          <p:val>
                                            <p:strVal val="1+#ppt_w/2"/>
                                          </p:val>
                                        </p:tav>
                                        <p:tav tm="100000">
                                          <p:val>
                                            <p:strVal val="#ppt_x"/>
                                          </p:val>
                                        </p:tav>
                                      </p:tavLst>
                                    </p:anim>
                                    <p:anim calcmode="lin" valueType="num">
                                      <p:cBhvr additive="base">
                                        <p:cTn id="60" dur="500" fill="hold"/>
                                        <p:tgtEl>
                                          <p:spTgt spid="4103"/>
                                        </p:tgtEl>
                                        <p:attrNameLst>
                                          <p:attrName>ppt_y</p:attrName>
                                        </p:attrNameLst>
                                      </p:cBhvr>
                                      <p:tavLst>
                                        <p:tav tm="0">
                                          <p:val>
                                            <p:strVal val="#ppt_y"/>
                                          </p:val>
                                        </p:tav>
                                        <p:tav tm="100000">
                                          <p:val>
                                            <p:strVal val="#ppt_y"/>
                                          </p:val>
                                        </p:tav>
                                      </p:tavLst>
                                    </p:anim>
                                  </p:childTnLst>
                                </p:cTn>
                              </p:par>
                              <p:par>
                                <p:cTn id="61" presetID="2" presetClass="entr" presetSubtype="2" fill="hold" nodeType="withEffect">
                                  <p:stCondLst>
                                    <p:cond delay="0"/>
                                  </p:stCondLst>
                                  <p:childTnLst>
                                    <p:set>
                                      <p:cBhvr>
                                        <p:cTn id="62" dur="1" fill="hold">
                                          <p:stCondLst>
                                            <p:cond delay="0"/>
                                          </p:stCondLst>
                                        </p:cTn>
                                        <p:tgtEl>
                                          <p:spTgt spid="4104"/>
                                        </p:tgtEl>
                                        <p:attrNameLst>
                                          <p:attrName>style.visibility</p:attrName>
                                        </p:attrNameLst>
                                      </p:cBhvr>
                                      <p:to>
                                        <p:strVal val="visible"/>
                                      </p:to>
                                    </p:set>
                                    <p:anim calcmode="lin" valueType="num">
                                      <p:cBhvr additive="base">
                                        <p:cTn id="63" dur="500" fill="hold"/>
                                        <p:tgtEl>
                                          <p:spTgt spid="4104"/>
                                        </p:tgtEl>
                                        <p:attrNameLst>
                                          <p:attrName>ppt_x</p:attrName>
                                        </p:attrNameLst>
                                      </p:cBhvr>
                                      <p:tavLst>
                                        <p:tav tm="0">
                                          <p:val>
                                            <p:strVal val="1+#ppt_w/2"/>
                                          </p:val>
                                        </p:tav>
                                        <p:tav tm="100000">
                                          <p:val>
                                            <p:strVal val="#ppt_x"/>
                                          </p:val>
                                        </p:tav>
                                      </p:tavLst>
                                    </p:anim>
                                    <p:anim calcmode="lin" valueType="num">
                                      <p:cBhvr additive="base">
                                        <p:cTn id="64" dur="500" fill="hold"/>
                                        <p:tgtEl>
                                          <p:spTgt spid="4104"/>
                                        </p:tgtEl>
                                        <p:attrNameLst>
                                          <p:attrName>ppt_y</p:attrName>
                                        </p:attrNameLst>
                                      </p:cBhvr>
                                      <p:tavLst>
                                        <p:tav tm="0">
                                          <p:val>
                                            <p:strVal val="#ppt_y"/>
                                          </p:val>
                                        </p:tav>
                                        <p:tav tm="100000">
                                          <p:val>
                                            <p:strVal val="#ppt_y"/>
                                          </p:val>
                                        </p:tav>
                                      </p:tavLst>
                                    </p:anim>
                                  </p:childTnLst>
                                </p:cTn>
                              </p:par>
                              <p:par>
                                <p:cTn id="65" presetID="2" presetClass="entr" presetSubtype="2" fill="hold" nodeType="withEffect">
                                  <p:stCondLst>
                                    <p:cond delay="0"/>
                                  </p:stCondLst>
                                  <p:childTnLst>
                                    <p:set>
                                      <p:cBhvr>
                                        <p:cTn id="66" dur="1" fill="hold">
                                          <p:stCondLst>
                                            <p:cond delay="0"/>
                                          </p:stCondLst>
                                        </p:cTn>
                                        <p:tgtEl>
                                          <p:spTgt spid="4105"/>
                                        </p:tgtEl>
                                        <p:attrNameLst>
                                          <p:attrName>style.visibility</p:attrName>
                                        </p:attrNameLst>
                                      </p:cBhvr>
                                      <p:to>
                                        <p:strVal val="visible"/>
                                      </p:to>
                                    </p:set>
                                    <p:anim calcmode="lin" valueType="num">
                                      <p:cBhvr additive="base">
                                        <p:cTn id="67" dur="500" fill="hold"/>
                                        <p:tgtEl>
                                          <p:spTgt spid="4105"/>
                                        </p:tgtEl>
                                        <p:attrNameLst>
                                          <p:attrName>ppt_x</p:attrName>
                                        </p:attrNameLst>
                                      </p:cBhvr>
                                      <p:tavLst>
                                        <p:tav tm="0">
                                          <p:val>
                                            <p:strVal val="1+#ppt_w/2"/>
                                          </p:val>
                                        </p:tav>
                                        <p:tav tm="100000">
                                          <p:val>
                                            <p:strVal val="#ppt_x"/>
                                          </p:val>
                                        </p:tav>
                                      </p:tavLst>
                                    </p:anim>
                                    <p:anim calcmode="lin" valueType="num">
                                      <p:cBhvr additive="base">
                                        <p:cTn id="68" dur="500" fill="hold"/>
                                        <p:tgtEl>
                                          <p:spTgt spid="410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0"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2"/>
          <p:cNvSpPr>
            <a:spLocks noChangeArrowheads="1"/>
          </p:cNvSpPr>
          <p:nvPr/>
        </p:nvSpPr>
        <p:spPr bwMode="auto">
          <a:xfrm>
            <a:off x="0" y="696913"/>
            <a:ext cx="6515100" cy="492443"/>
          </a:xfrm>
          <a:prstGeom prst="rect">
            <a:avLst/>
          </a:prstGeom>
          <a:ln>
            <a:headEnd/>
            <a:tailEnd/>
          </a:ln>
          <a:scene3d>
            <a:camera prst="orthographicFront"/>
            <a:lightRig rig="threePt" dir="t"/>
          </a:scene3d>
          <a:sp3d>
            <a:bevelT w="165100" prst="coolSlant"/>
          </a:sp3d>
        </p:spPr>
        <p:style>
          <a:lnRef idx="1">
            <a:schemeClr val="accent3"/>
          </a:lnRef>
          <a:fillRef idx="3">
            <a:schemeClr val="accent3"/>
          </a:fillRef>
          <a:effectRef idx="2">
            <a:schemeClr val="accent3"/>
          </a:effectRef>
          <a:fontRef idx="minor">
            <a:schemeClr val="lt1"/>
          </a:fontRef>
        </p:style>
        <p:txBody>
          <a:bodyPr wrap="square">
            <a:spAutoFit/>
          </a:bodyPr>
          <a:lstStyle/>
          <a:p>
            <a:pPr algn="l">
              <a:lnSpc>
                <a:spcPct val="130000"/>
              </a:lnSpc>
            </a:pP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左矩形公式为：</a:t>
            </a:r>
          </a:p>
        </p:txBody>
      </p:sp>
      <p:graphicFrame>
        <p:nvGraphicFramePr>
          <p:cNvPr id="74765" name="Object 3"/>
          <p:cNvGraphicFramePr>
            <a:graphicFrameLocks noChangeAspect="1"/>
          </p:cNvGraphicFramePr>
          <p:nvPr/>
        </p:nvGraphicFramePr>
        <p:xfrm>
          <a:off x="2482850" y="673100"/>
          <a:ext cx="3140075" cy="550863"/>
        </p:xfrm>
        <a:graphic>
          <a:graphicData uri="http://schemas.openxmlformats.org/presentationml/2006/ole">
            <mc:AlternateContent xmlns:mc="http://schemas.openxmlformats.org/markup-compatibility/2006">
              <mc:Choice xmlns:v="urn:schemas-microsoft-com:vml" Requires="v">
                <p:oleObj spid="_x0000_s5134" name="Equation" r:id="rId3" imgW="2425680" imgH="507960" progId="Equation.DSMT4">
                  <p:embed/>
                </p:oleObj>
              </mc:Choice>
              <mc:Fallback>
                <p:oleObj name="Equation" r:id="rId3" imgW="2425680" imgH="50796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2850" y="673100"/>
                        <a:ext cx="3140075" cy="550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图片 14" descr="z.jpg"/>
          <p:cNvPicPr>
            <a:picLocks noChangeAspect="1"/>
          </p:cNvPicPr>
          <p:nvPr/>
        </p:nvPicPr>
        <p:blipFill>
          <a:blip r:embed="rId5" cstate="print"/>
          <a:srcRect/>
          <a:stretch>
            <a:fillRect/>
          </a:stretch>
        </p:blipFill>
        <p:spPr bwMode="auto">
          <a:xfrm>
            <a:off x="2362201" y="1514475"/>
            <a:ext cx="4191000" cy="3137647"/>
          </a:xfrm>
          <a:prstGeom prst="rect">
            <a:avLst/>
          </a:prstGeom>
          <a:ln>
            <a:solidFill>
              <a:srgbClr val="00B050"/>
            </a:solidFill>
            <a:headEnd/>
            <a:tailEnd/>
          </a:ln>
          <a:scene3d>
            <a:camera prst="orthographicFront"/>
            <a:lightRig rig="threePt" dir="t"/>
          </a:scene3d>
          <a:sp3d>
            <a:bevelT/>
          </a:sp3d>
        </p:spPr>
        <p:style>
          <a:lnRef idx="3">
            <a:schemeClr val="lt1"/>
          </a:lnRef>
          <a:fillRef idx="1">
            <a:schemeClr val="accent3"/>
          </a:fillRef>
          <a:effectRef idx="1">
            <a:schemeClr val="accent3"/>
          </a:effectRef>
          <a:fontRef idx="minor">
            <a:schemeClr val="lt1"/>
          </a:fontRef>
        </p:style>
      </p:pic>
      <p:cxnSp>
        <p:nvCxnSpPr>
          <p:cNvPr id="5" name="直接连接符 4"/>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7"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74765"/>
                                        </p:tgtEl>
                                        <p:attrNameLst>
                                          <p:attrName>style.visibility</p:attrName>
                                        </p:attrNameLst>
                                      </p:cBhvr>
                                      <p:to>
                                        <p:strVal val="visible"/>
                                      </p:to>
                                    </p:set>
                                    <p:anim calcmode="lin" valueType="num">
                                      <p:cBhvr additive="base">
                                        <p:cTn id="28" dur="500" fill="hold"/>
                                        <p:tgtEl>
                                          <p:spTgt spid="74765"/>
                                        </p:tgtEl>
                                        <p:attrNameLst>
                                          <p:attrName>ppt_x</p:attrName>
                                        </p:attrNameLst>
                                      </p:cBhvr>
                                      <p:tavLst>
                                        <p:tav tm="0">
                                          <p:val>
                                            <p:strVal val="1+#ppt_w/2"/>
                                          </p:val>
                                        </p:tav>
                                        <p:tav tm="100000">
                                          <p:val>
                                            <p:strVal val="#ppt_x"/>
                                          </p:val>
                                        </p:tav>
                                      </p:tavLst>
                                    </p:anim>
                                    <p:anim calcmode="lin" valueType="num">
                                      <p:cBhvr additive="base">
                                        <p:cTn id="29" dur="500" fill="hold"/>
                                        <p:tgtEl>
                                          <p:spTgt spid="74765"/>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diamond(in)">
                                      <p:cBhvr>
                                        <p:cTn id="3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0" y="650875"/>
            <a:ext cx="6553200" cy="492443"/>
          </a:xfrm>
          <a:prstGeom prst="rect">
            <a:avLst/>
          </a:prstGeom>
          <a:ln>
            <a:headEnd/>
            <a:tailEnd/>
          </a:ln>
          <a:scene3d>
            <a:camera prst="orthographicFront"/>
            <a:lightRig rig="threePt" dir="t"/>
          </a:scene3d>
          <a:sp3d>
            <a:bevelT w="165100" prst="coolSlant"/>
          </a:sp3d>
        </p:spPr>
        <p:style>
          <a:lnRef idx="3">
            <a:schemeClr val="lt1"/>
          </a:lnRef>
          <a:fillRef idx="1">
            <a:schemeClr val="accent3"/>
          </a:fillRef>
          <a:effectRef idx="1">
            <a:schemeClr val="accent3"/>
          </a:effectRef>
          <a:fontRef idx="minor">
            <a:schemeClr val="lt1"/>
          </a:fontRef>
        </p:style>
        <p:txBody>
          <a:bodyPr wrap="square">
            <a:spAutoFit/>
          </a:bodyPr>
          <a:lstStyle/>
          <a:p>
            <a:pPr algn="l">
              <a:lnSpc>
                <a:spcPct val="130000"/>
              </a:lnSpc>
            </a:pPr>
            <a:r>
              <a:rPr lang="zh-CN" altLang="en-US" dirty="0">
                <a:sym typeface="Symbol" pitchFamily="18" charset="2"/>
              </a:rPr>
              <a:t>   </a:t>
            </a:r>
            <a:r>
              <a:rPr lang="zh-CN" altLang="en-US" sz="2000" dirty="0" smtClean="0">
                <a:latin typeface="Calibri" pitchFamily="34" charset="0"/>
                <a:ea typeface="宋体" pitchFamily="2" charset="-122"/>
                <a:sym typeface="Symbol" pitchFamily="18" charset="2"/>
              </a:rPr>
              <a:t>右矩形公式为：</a:t>
            </a:r>
          </a:p>
        </p:txBody>
      </p:sp>
      <p:graphicFrame>
        <p:nvGraphicFramePr>
          <p:cNvPr id="74763" name="Object 2"/>
          <p:cNvGraphicFramePr>
            <a:graphicFrameLocks noChangeAspect="1"/>
          </p:cNvGraphicFramePr>
          <p:nvPr/>
        </p:nvGraphicFramePr>
        <p:xfrm>
          <a:off x="2462213" y="676275"/>
          <a:ext cx="2825750" cy="468313"/>
        </p:xfrm>
        <a:graphic>
          <a:graphicData uri="http://schemas.openxmlformats.org/presentationml/2006/ole">
            <mc:AlternateContent xmlns:mc="http://schemas.openxmlformats.org/markup-compatibility/2006">
              <mc:Choice xmlns:v="urn:schemas-microsoft-com:vml" Requires="v">
                <p:oleObj spid="_x0000_s6158" name="Equation" r:id="rId3" imgW="2603160" imgH="431640" progId="Equation.DSMT4">
                  <p:embed/>
                </p:oleObj>
              </mc:Choice>
              <mc:Fallback>
                <p:oleObj name="Equation" r:id="rId3" imgW="2603160" imgH="43164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62213" y="676275"/>
                        <a:ext cx="282575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图片 3" descr="r.jpg"/>
          <p:cNvPicPr>
            <a:picLocks noChangeAspect="1"/>
          </p:cNvPicPr>
          <p:nvPr/>
        </p:nvPicPr>
        <p:blipFill>
          <a:blip r:embed="rId5" cstate="print"/>
          <a:srcRect/>
          <a:stretch>
            <a:fillRect/>
          </a:stretch>
        </p:blipFill>
        <p:spPr bwMode="auto">
          <a:xfrm>
            <a:off x="2319339" y="1438276"/>
            <a:ext cx="4233862" cy="3169736"/>
          </a:xfrm>
          <a:prstGeom prst="rect">
            <a:avLst/>
          </a:prstGeom>
          <a:ln>
            <a:solidFill>
              <a:srgbClr val="00B050"/>
            </a:solidFill>
            <a:headEnd/>
            <a:tailEnd/>
          </a:ln>
          <a:scene3d>
            <a:camera prst="orthographicFront"/>
            <a:lightRig rig="threePt" dir="t"/>
          </a:scene3d>
          <a:sp3d>
            <a:bevelT w="165100" prst="coolSlant"/>
          </a:sp3d>
        </p:spPr>
        <p:style>
          <a:lnRef idx="3">
            <a:schemeClr val="lt1"/>
          </a:lnRef>
          <a:fillRef idx="1">
            <a:schemeClr val="accent3"/>
          </a:fillRef>
          <a:effectRef idx="1">
            <a:schemeClr val="accent3"/>
          </a:effectRef>
          <a:fontRef idx="minor">
            <a:schemeClr val="lt1"/>
          </a:fontRef>
        </p:style>
      </p:pic>
      <p:cxnSp>
        <p:nvCxnSpPr>
          <p:cNvPr id="5" name="直接连接符 4"/>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7"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cxnSp>
        <p:nvCxnSpPr>
          <p:cNvPr id="8" name="直接连接符 7"/>
          <p:cNvCxnSpPr/>
          <p:nvPr/>
        </p:nvCxnSpPr>
        <p:spPr>
          <a:xfrm flipV="1">
            <a:off x="6057900" y="5238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2" fill="hold" nodeType="clickEffect">
                                  <p:stCondLst>
                                    <p:cond delay="0"/>
                                  </p:stCondLst>
                                  <p:childTnLst>
                                    <p:set>
                                      <p:cBhvr>
                                        <p:cTn id="27" dur="1" fill="hold">
                                          <p:stCondLst>
                                            <p:cond delay="0"/>
                                          </p:stCondLst>
                                        </p:cTn>
                                        <p:tgtEl>
                                          <p:spTgt spid="74763"/>
                                        </p:tgtEl>
                                        <p:attrNameLst>
                                          <p:attrName>style.visibility</p:attrName>
                                        </p:attrNameLst>
                                      </p:cBhvr>
                                      <p:to>
                                        <p:strVal val="visible"/>
                                      </p:to>
                                    </p:set>
                                    <p:anim calcmode="lin" valueType="num">
                                      <p:cBhvr additive="base">
                                        <p:cTn id="28" dur="500" fill="hold"/>
                                        <p:tgtEl>
                                          <p:spTgt spid="74763"/>
                                        </p:tgtEl>
                                        <p:attrNameLst>
                                          <p:attrName>ppt_x</p:attrName>
                                        </p:attrNameLst>
                                      </p:cBhvr>
                                      <p:tavLst>
                                        <p:tav tm="0">
                                          <p:val>
                                            <p:strVal val="1+#ppt_w/2"/>
                                          </p:val>
                                        </p:tav>
                                        <p:tav tm="100000">
                                          <p:val>
                                            <p:strVal val="#ppt_x"/>
                                          </p:val>
                                        </p:tav>
                                      </p:tavLst>
                                    </p:anim>
                                    <p:anim calcmode="lin" valueType="num">
                                      <p:cBhvr additive="base">
                                        <p:cTn id="29" dur="500" fill="hold"/>
                                        <p:tgtEl>
                                          <p:spTgt spid="74763"/>
                                        </p:tgtEl>
                                        <p:attrNameLst>
                                          <p:attrName>ppt_y</p:attrName>
                                        </p:attrNameLst>
                                      </p:cBhvr>
                                      <p:tavLst>
                                        <p:tav tm="0">
                                          <p:val>
                                            <p:strVal val="#ppt_y"/>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8" presetClass="entr" presetSubtype="16"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diamond(in)">
                                      <p:cBhvr>
                                        <p:cTn id="34" dur="2000"/>
                                        <p:tgtEl>
                                          <p:spTgt spid="4"/>
                                        </p:tgtEl>
                                      </p:cBhvr>
                                    </p:animEffect>
                                  </p:childTnLst>
                                </p:cTn>
                              </p:par>
                              <p:par>
                                <p:cTn id="35" presetID="2" presetClass="entr" presetSubtype="2" fill="hold" nodeType="with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1+#ppt_w/2"/>
                                          </p:val>
                                        </p:tav>
                                        <p:tav tm="100000">
                                          <p:val>
                                            <p:strVal val="#ppt_x"/>
                                          </p:val>
                                        </p:tav>
                                      </p:tavLst>
                                    </p:anim>
                                    <p:anim calcmode="lin" valueType="num">
                                      <p:cBhvr additive="base">
                                        <p:cTn id="38" dur="500" fill="hold"/>
                                        <p:tgtEl>
                                          <p:spTgt spid="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autoUpdateAnimBg="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7"/>
          <p:cNvSpPr>
            <a:spLocks noChangeArrowheads="1"/>
          </p:cNvSpPr>
          <p:nvPr/>
        </p:nvSpPr>
        <p:spPr bwMode="auto">
          <a:xfrm>
            <a:off x="0" y="684213"/>
            <a:ext cx="6400800" cy="492443"/>
          </a:xfrm>
          <a:prstGeom prst="rect">
            <a:avLst/>
          </a:prstGeom>
          <a:ln>
            <a:headEnd/>
            <a:tailEnd/>
          </a:ln>
          <a:scene3d>
            <a:camera prst="orthographicFront"/>
            <a:lightRig rig="threePt" dir="t"/>
          </a:scene3d>
          <a:sp3d>
            <a:bevelT w="165100" prst="coolSlant"/>
          </a:sp3d>
        </p:spPr>
        <p:style>
          <a:lnRef idx="3">
            <a:schemeClr val="lt1"/>
          </a:lnRef>
          <a:fillRef idx="1">
            <a:schemeClr val="accent3"/>
          </a:fillRef>
          <a:effectRef idx="1">
            <a:schemeClr val="accent3"/>
          </a:effectRef>
          <a:fontRef idx="minor">
            <a:schemeClr val="lt1"/>
          </a:fontRef>
        </p:style>
        <p:txBody>
          <a:bodyPr wrap="square">
            <a:spAutoFit/>
          </a:bodyPr>
          <a:lstStyle/>
          <a:p>
            <a:pPr algn="l">
              <a:lnSpc>
                <a:spcPct val="130000"/>
              </a:lnSpc>
            </a:pPr>
            <a:r>
              <a:rPr lang="zh-CN" altLang="en-US" sz="2000" dirty="0" smtClean="0">
                <a:latin typeface="Calibri" pitchFamily="34" charset="0"/>
                <a:ea typeface="宋体" pitchFamily="2" charset="-122"/>
                <a:sym typeface="Symbol" pitchFamily="18" charset="2"/>
              </a:rPr>
              <a:t>   中矩形公式为：</a:t>
            </a:r>
          </a:p>
        </p:txBody>
      </p:sp>
      <p:graphicFrame>
        <p:nvGraphicFramePr>
          <p:cNvPr id="75782" name="Object 2"/>
          <p:cNvGraphicFramePr>
            <a:graphicFrameLocks noChangeAspect="1"/>
          </p:cNvGraphicFramePr>
          <p:nvPr/>
        </p:nvGraphicFramePr>
        <p:xfrm>
          <a:off x="2670175" y="588963"/>
          <a:ext cx="2759075" cy="619125"/>
        </p:xfrm>
        <a:graphic>
          <a:graphicData uri="http://schemas.openxmlformats.org/presentationml/2006/ole">
            <mc:AlternateContent xmlns:mc="http://schemas.openxmlformats.org/markup-compatibility/2006">
              <mc:Choice xmlns:v="urn:schemas-microsoft-com:vml" Requires="v">
                <p:oleObj spid="_x0000_s7182" name="Equation" r:id="rId3" imgW="2539800" imgH="571320" progId="Equation.DSMT4">
                  <p:embed/>
                </p:oleObj>
              </mc:Choice>
              <mc:Fallback>
                <p:oleObj name="Equation" r:id="rId3" imgW="2539800" imgH="57132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0175" y="588963"/>
                        <a:ext cx="2759075"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 name="图片 3" descr="m.jpg"/>
          <p:cNvPicPr>
            <a:picLocks noChangeAspect="1"/>
          </p:cNvPicPr>
          <p:nvPr/>
        </p:nvPicPr>
        <p:blipFill>
          <a:blip r:embed="rId5" cstate="print"/>
          <a:srcRect/>
          <a:stretch>
            <a:fillRect/>
          </a:stretch>
        </p:blipFill>
        <p:spPr bwMode="auto">
          <a:xfrm>
            <a:off x="2233615" y="1485901"/>
            <a:ext cx="4129086" cy="3091294"/>
          </a:xfrm>
          <a:prstGeom prst="rect">
            <a:avLst/>
          </a:prstGeom>
          <a:ln>
            <a:solidFill>
              <a:srgbClr val="00B050"/>
            </a:solidFill>
            <a:headEnd/>
            <a:tailEnd/>
          </a:ln>
          <a:scene3d>
            <a:camera prst="orthographicFront"/>
            <a:lightRig rig="threePt" dir="t"/>
          </a:scene3d>
          <a:sp3d>
            <a:bevelT w="165100" prst="coolSlant"/>
          </a:sp3d>
        </p:spPr>
        <p:style>
          <a:lnRef idx="3">
            <a:schemeClr val="lt1"/>
          </a:lnRef>
          <a:fillRef idx="1">
            <a:schemeClr val="accent3"/>
          </a:fillRef>
          <a:effectRef idx="1">
            <a:schemeClr val="accent3"/>
          </a:effectRef>
          <a:fontRef idx="minor">
            <a:schemeClr val="lt1"/>
          </a:fontRef>
        </p:style>
      </p:pic>
      <p:cxnSp>
        <p:nvCxnSpPr>
          <p:cNvPr id="5" name="直接连接符 4"/>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8"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75782"/>
                                        </p:tgtEl>
                                        <p:attrNameLst>
                                          <p:attrName>style.visibility</p:attrName>
                                        </p:attrNameLst>
                                      </p:cBhvr>
                                      <p:to>
                                        <p:strVal val="visible"/>
                                      </p:to>
                                    </p:set>
                                    <p:animEffect transition="in" filter="box(in)">
                                      <p:cBhvr>
                                        <p:cTn id="28" dur="500"/>
                                        <p:tgtEl>
                                          <p:spTgt spid="75782"/>
                                        </p:tgtEl>
                                      </p:cBhvr>
                                    </p:animEffect>
                                  </p:childTnLst>
                                </p:cTn>
                              </p:par>
                            </p:childTnLst>
                          </p:cTn>
                        </p:par>
                      </p:childTnLst>
                    </p:cTn>
                  </p:par>
                  <p:par>
                    <p:cTn id="29" fill="hold">
                      <p:stCondLst>
                        <p:cond delay="indefinite"/>
                      </p:stCondLst>
                      <p:childTnLst>
                        <p:par>
                          <p:cTn id="30" fill="hold">
                            <p:stCondLst>
                              <p:cond delay="0"/>
                            </p:stCondLst>
                            <p:childTnLst>
                              <p:par>
                                <p:cTn id="31" presetID="5" presetClass="entr" presetSubtype="1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checkerboard(across)">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8"/>
          <p:cNvSpPr>
            <a:spLocks noChangeArrowheads="1"/>
          </p:cNvSpPr>
          <p:nvPr/>
        </p:nvSpPr>
        <p:spPr bwMode="auto">
          <a:xfrm>
            <a:off x="0" y="628650"/>
            <a:ext cx="8867775" cy="1962845"/>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wrap="square">
            <a:spAutoFit/>
          </a:bodyPr>
          <a:lstStyle/>
          <a:p>
            <a:pPr algn="l">
              <a:lnSpc>
                <a:spcPct val="130000"/>
              </a:lnSpc>
            </a:pPr>
            <a:r>
              <a:rPr lang="zh-CN" altLang="en-US" sz="2000" dirty="0" smtClean="0">
                <a:latin typeface="Calibri" pitchFamily="34" charset="0"/>
                <a:ea typeface="宋体" pitchFamily="2" charset="-122"/>
                <a:sym typeface="Symbol" pitchFamily="18" charset="2"/>
              </a:rPr>
              <a:t>  左矩形公式误差估计：由于                                                               ，所以有</a:t>
            </a:r>
            <a:endParaRPr lang="en-US" altLang="zh-CN" sz="2000" dirty="0" smtClean="0">
              <a:latin typeface="Calibri" pitchFamily="34" charset="0"/>
              <a:ea typeface="宋体" pitchFamily="2" charset="-122"/>
              <a:sym typeface="Symbol" pitchFamily="18" charset="2"/>
            </a:endParaRPr>
          </a:p>
          <a:p>
            <a:pPr algn="l">
              <a:lnSpc>
                <a:spcPct val="130000"/>
              </a:lnSpc>
            </a:pPr>
            <a:endParaRPr lang="en-US" altLang="zh-CN" sz="2000" dirty="0" smtClean="0">
              <a:latin typeface="Calibri" pitchFamily="34" charset="0"/>
              <a:ea typeface="宋体" pitchFamily="2" charset="-122"/>
              <a:sym typeface="Symbol" pitchFamily="18" charset="2"/>
            </a:endParaRPr>
          </a:p>
          <a:p>
            <a:pPr algn="l">
              <a:lnSpc>
                <a:spcPct val="130000"/>
              </a:lnSpc>
            </a:pPr>
            <a:endParaRPr lang="en-US" altLang="zh-CN" sz="2000" dirty="0" smtClean="0">
              <a:latin typeface="Calibri" pitchFamily="34" charset="0"/>
              <a:ea typeface="宋体" pitchFamily="2" charset="-122"/>
              <a:sym typeface="Symbol" pitchFamily="18" charset="2"/>
            </a:endParaRPr>
          </a:p>
          <a:p>
            <a:pPr algn="l">
              <a:lnSpc>
                <a:spcPct val="130000"/>
              </a:lnSpc>
            </a:pPr>
            <a:endParaRPr lang="en-US" altLang="zh-CN" sz="2000" dirty="0" smtClean="0">
              <a:latin typeface="Calibri" pitchFamily="34" charset="0"/>
              <a:ea typeface="宋体" pitchFamily="2" charset="-122"/>
              <a:sym typeface="Symbol" pitchFamily="18" charset="2"/>
            </a:endParaRPr>
          </a:p>
          <a:p>
            <a:pPr algn="l">
              <a:lnSpc>
                <a:spcPct val="130000"/>
              </a:lnSpc>
            </a:pPr>
            <a:r>
              <a:rPr lang="en-US" altLang="zh-CN" dirty="0" smtClean="0">
                <a:sym typeface="Symbol" pitchFamily="18" charset="2"/>
              </a:rPr>
              <a:t>     </a:t>
            </a:r>
            <a:endParaRPr lang="en-US" altLang="zh-CN" dirty="0">
              <a:sym typeface="Symbol" pitchFamily="18" charset="2"/>
            </a:endParaRPr>
          </a:p>
        </p:txBody>
      </p:sp>
      <p:graphicFrame>
        <p:nvGraphicFramePr>
          <p:cNvPr id="3" name="Object 4"/>
          <p:cNvGraphicFramePr>
            <a:graphicFrameLocks noChangeAspect="1"/>
          </p:cNvGraphicFramePr>
          <p:nvPr/>
        </p:nvGraphicFramePr>
        <p:xfrm>
          <a:off x="3444875" y="730250"/>
          <a:ext cx="3368675" cy="396875"/>
        </p:xfrm>
        <a:graphic>
          <a:graphicData uri="http://schemas.openxmlformats.org/presentationml/2006/ole">
            <mc:AlternateContent xmlns:mc="http://schemas.openxmlformats.org/markup-compatibility/2006">
              <mc:Choice xmlns:v="urn:schemas-microsoft-com:vml" Requires="v">
                <p:oleObj spid="_x0000_s8242" name="Equation" r:id="rId3" imgW="2806560" imgH="330120" progId="Equation.DSMT4">
                  <p:embed/>
                </p:oleObj>
              </mc:Choice>
              <mc:Fallback>
                <p:oleObj name="Equation" r:id="rId3" imgW="2806560" imgH="33012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4875" y="730250"/>
                        <a:ext cx="3368675"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768" name="Object 5"/>
          <p:cNvGraphicFramePr>
            <a:graphicFrameLocks noChangeAspect="1"/>
          </p:cNvGraphicFramePr>
          <p:nvPr/>
        </p:nvGraphicFramePr>
        <p:xfrm>
          <a:off x="257175" y="1082675"/>
          <a:ext cx="6873875" cy="1462088"/>
        </p:xfrm>
        <a:graphic>
          <a:graphicData uri="http://schemas.openxmlformats.org/presentationml/2006/ole">
            <mc:AlternateContent xmlns:mc="http://schemas.openxmlformats.org/markup-compatibility/2006">
              <mc:Choice xmlns:v="urn:schemas-microsoft-com:vml" Requires="v">
                <p:oleObj spid="_x0000_s8243" name="Equation" r:id="rId5" imgW="5727600" imgH="1218960" progId="Equation.DSMT4">
                  <p:embed/>
                </p:oleObj>
              </mc:Choice>
              <mc:Fallback>
                <p:oleObj name="Equation" r:id="rId5" imgW="5727600" imgH="121896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7175" y="1082675"/>
                        <a:ext cx="6873875" cy="146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Rectangle 8"/>
          <p:cNvSpPr>
            <a:spLocks noChangeArrowheads="1"/>
          </p:cNvSpPr>
          <p:nvPr/>
        </p:nvSpPr>
        <p:spPr bwMode="auto">
          <a:xfrm>
            <a:off x="0" y="2717800"/>
            <a:ext cx="8905875" cy="2092881"/>
          </a:xfrm>
          <a:prstGeom prst="rect">
            <a:avLst/>
          </a:prstGeom>
          <a:ln>
            <a:headEnd/>
            <a:tailEnd/>
          </a:ln>
        </p:spPr>
        <p:style>
          <a:lnRef idx="2">
            <a:schemeClr val="accent4"/>
          </a:lnRef>
          <a:fillRef idx="1">
            <a:schemeClr val="lt1"/>
          </a:fillRef>
          <a:effectRef idx="0">
            <a:schemeClr val="accent4"/>
          </a:effectRef>
          <a:fontRef idx="minor">
            <a:schemeClr val="dk1"/>
          </a:fontRef>
        </p:style>
        <p:txBody>
          <a:bodyPr wrap="square">
            <a:spAutoFit/>
          </a:bodyPr>
          <a:lstStyle/>
          <a:p>
            <a:pPr>
              <a:lnSpc>
                <a:spcPct val="130000"/>
              </a:lnSpc>
            </a:pPr>
            <a:r>
              <a:rPr lang="zh-CN" altLang="en-US" sz="2000" dirty="0" smtClean="0">
                <a:latin typeface="Calibri" pitchFamily="34" charset="0"/>
                <a:ea typeface="宋体" pitchFamily="2" charset="-122"/>
                <a:sym typeface="Symbol" pitchFamily="18" charset="2"/>
              </a:rPr>
              <a:t>  右矩形公式误差估计：由于</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，所以有</a:t>
            </a:r>
            <a:endParaRPr lang="en-US" altLang="zh-CN" sz="2000" dirty="0" smtClean="0">
              <a:latin typeface="Calibri" pitchFamily="34" charset="0"/>
              <a:ea typeface="宋体" pitchFamily="2" charset="-122"/>
              <a:sym typeface="Symbol" pitchFamily="18" charset="2"/>
            </a:endParaRPr>
          </a:p>
          <a:p>
            <a:pPr>
              <a:lnSpc>
                <a:spcPct val="130000"/>
              </a:lnSpc>
            </a:pPr>
            <a:endParaRPr lang="en-US" altLang="zh-CN" sz="2000" dirty="0" smtClean="0">
              <a:latin typeface="Calibri" pitchFamily="34" charset="0"/>
              <a:ea typeface="宋体" pitchFamily="2" charset="-122"/>
              <a:sym typeface="Symbol" pitchFamily="18" charset="2"/>
            </a:endParaRPr>
          </a:p>
          <a:p>
            <a:pPr>
              <a:lnSpc>
                <a:spcPct val="130000"/>
              </a:lnSpc>
            </a:pPr>
            <a:endParaRPr lang="en-US" altLang="zh-CN" sz="2000" dirty="0" smtClean="0">
              <a:latin typeface="Calibri" pitchFamily="34" charset="0"/>
              <a:ea typeface="宋体" pitchFamily="2" charset="-122"/>
              <a:sym typeface="Symbol" pitchFamily="18" charset="2"/>
            </a:endParaRPr>
          </a:p>
          <a:p>
            <a:pPr>
              <a:lnSpc>
                <a:spcPct val="130000"/>
              </a:lnSpc>
            </a:pPr>
            <a:endParaRPr lang="en-US" altLang="zh-CN" sz="2000" dirty="0" smtClean="0">
              <a:latin typeface="Calibri" pitchFamily="34" charset="0"/>
              <a:ea typeface="宋体" pitchFamily="2" charset="-122"/>
              <a:sym typeface="Symbol" pitchFamily="18" charset="2"/>
            </a:endParaRPr>
          </a:p>
          <a:p>
            <a:pPr>
              <a:lnSpc>
                <a:spcPct val="130000"/>
              </a:lnSpc>
            </a:pPr>
            <a:r>
              <a:rPr lang="en-US" altLang="zh-CN" sz="2000" dirty="0" smtClean="0">
                <a:latin typeface="Calibri" pitchFamily="34" charset="0"/>
                <a:ea typeface="宋体" pitchFamily="2" charset="-122"/>
                <a:sym typeface="Symbol" pitchFamily="18" charset="2"/>
              </a:rPr>
              <a:t>    </a:t>
            </a:r>
          </a:p>
        </p:txBody>
      </p:sp>
      <p:graphicFrame>
        <p:nvGraphicFramePr>
          <p:cNvPr id="4" name="Object 4"/>
          <p:cNvGraphicFramePr>
            <a:graphicFrameLocks noChangeAspect="1"/>
          </p:cNvGraphicFramePr>
          <p:nvPr/>
        </p:nvGraphicFramePr>
        <p:xfrm>
          <a:off x="3459163" y="2797175"/>
          <a:ext cx="3352800" cy="396875"/>
        </p:xfrm>
        <a:graphic>
          <a:graphicData uri="http://schemas.openxmlformats.org/presentationml/2006/ole">
            <mc:AlternateContent xmlns:mc="http://schemas.openxmlformats.org/markup-compatibility/2006">
              <mc:Choice xmlns:v="urn:schemas-microsoft-com:vml" Requires="v">
                <p:oleObj spid="_x0000_s8244" name="Equation" r:id="rId7" imgW="2793960" imgH="330120" progId="Equation.DSMT4">
                  <p:embed/>
                </p:oleObj>
              </mc:Choice>
              <mc:Fallback>
                <p:oleObj name="Equation" r:id="rId7" imgW="2793960" imgH="33012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59163" y="2797175"/>
                        <a:ext cx="3352800" cy="396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767" name="Object 4"/>
          <p:cNvGraphicFramePr>
            <a:graphicFrameLocks noChangeAspect="1"/>
          </p:cNvGraphicFramePr>
          <p:nvPr/>
        </p:nvGraphicFramePr>
        <p:xfrm>
          <a:off x="225425" y="3228975"/>
          <a:ext cx="7070725" cy="1462088"/>
        </p:xfrm>
        <a:graphic>
          <a:graphicData uri="http://schemas.openxmlformats.org/presentationml/2006/ole">
            <mc:AlternateContent xmlns:mc="http://schemas.openxmlformats.org/markup-compatibility/2006">
              <mc:Choice xmlns:v="urn:schemas-microsoft-com:vml" Requires="v">
                <p:oleObj spid="_x0000_s8245" name="Equation" r:id="rId9" imgW="5892480" imgH="1218960" progId="Equation.DSMT4">
                  <p:embed/>
                </p:oleObj>
              </mc:Choice>
              <mc:Fallback>
                <p:oleObj name="Equation" r:id="rId9" imgW="5892480" imgH="121896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5425" y="3228975"/>
                        <a:ext cx="7070725" cy="1462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8" name="直接连接符 7"/>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0"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1+#ppt_w/2"/>
                                          </p:val>
                                        </p:tav>
                                        <p:tav tm="100000">
                                          <p:val>
                                            <p:strVal val="#ppt_x"/>
                                          </p:val>
                                        </p:tav>
                                      </p:tavLst>
                                    </p:anim>
                                    <p:anim calcmode="lin" valueType="num">
                                      <p:cBhvr additive="base">
                                        <p:cTn id="12" dur="500" fill="hold"/>
                                        <p:tgtEl>
                                          <p:spTgt spid="9"/>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500" fill="hold"/>
                                        <p:tgtEl>
                                          <p:spTgt spid="10"/>
                                        </p:tgtEl>
                                        <p:attrNameLst>
                                          <p:attrName>ppt_x</p:attrName>
                                        </p:attrNameLst>
                                      </p:cBhvr>
                                      <p:tavLst>
                                        <p:tav tm="0">
                                          <p:val>
                                            <p:strVal val="#ppt_x"/>
                                          </p:val>
                                        </p:tav>
                                        <p:tav tm="100000">
                                          <p:val>
                                            <p:strVal val="#ppt_x"/>
                                          </p:val>
                                        </p:tav>
                                      </p:tavLst>
                                    </p:anim>
                                    <p:anim calcmode="lin" valueType="num">
                                      <p:cBhvr additive="base">
                                        <p:cTn id="17" dur="500" fill="hold"/>
                                        <p:tgtEl>
                                          <p:spTgt spid="10"/>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
                                            <p:bg/>
                                          </p:spTgt>
                                        </p:tgtEl>
                                        <p:attrNameLst>
                                          <p:attrName>style.visibility</p:attrName>
                                        </p:attrNameLst>
                                      </p:cBhvr>
                                      <p:to>
                                        <p:strVal val="visible"/>
                                      </p:to>
                                    </p:set>
                                    <p:anim calcmode="lin" valueType="num">
                                      <p:cBhvr additive="base">
                                        <p:cTn id="22" dur="500" fill="hold"/>
                                        <p:tgtEl>
                                          <p:spTgt spid="2">
                                            <p:bg/>
                                          </p:spTgt>
                                        </p:tgtEl>
                                        <p:attrNameLst>
                                          <p:attrName>ppt_x</p:attrName>
                                        </p:attrNameLst>
                                      </p:cBhvr>
                                      <p:tavLst>
                                        <p:tav tm="0">
                                          <p:val>
                                            <p:strVal val="0-#ppt_w/2"/>
                                          </p:val>
                                        </p:tav>
                                        <p:tav tm="100000">
                                          <p:val>
                                            <p:strVal val="#ppt_x"/>
                                          </p:val>
                                        </p:tav>
                                      </p:tavLst>
                                    </p:anim>
                                    <p:anim calcmode="lin" valueType="num">
                                      <p:cBhvr additive="base">
                                        <p:cTn id="23" dur="500" fill="hold"/>
                                        <p:tgtEl>
                                          <p:spTgt spid="2">
                                            <p:bg/>
                                          </p:spTgt>
                                        </p:tgtEl>
                                        <p:attrNameLst>
                                          <p:attrName>ppt_y</p:attrName>
                                        </p:attrNameLst>
                                      </p:cBhvr>
                                      <p:tavLst>
                                        <p:tav tm="0">
                                          <p:val>
                                            <p:strVal val="#ppt_y"/>
                                          </p:val>
                                        </p:tav>
                                        <p:tav tm="100000">
                                          <p:val>
                                            <p:strVal val="#ppt_y"/>
                                          </p:val>
                                        </p:tav>
                                      </p:tavLst>
                                    </p:anim>
                                  </p:childTnLst>
                                </p:cTn>
                              </p:par>
                              <p:par>
                                <p:cTn id="24" presetID="2" presetClass="entr" presetSubtype="8" fill="hold" grpId="0" nodeType="withEffect">
                                  <p:stCondLst>
                                    <p:cond delay="0"/>
                                  </p:stCondLst>
                                  <p:childTnLst>
                                    <p:set>
                                      <p:cBhvr>
                                        <p:cTn id="25" dur="1" fill="hold">
                                          <p:stCondLst>
                                            <p:cond delay="0"/>
                                          </p:stCondLst>
                                        </p:cTn>
                                        <p:tgtEl>
                                          <p:spTgt spid="2">
                                            <p:txEl>
                                              <p:pRg st="0" end="0"/>
                                            </p:txEl>
                                          </p:spTgt>
                                        </p:tgtEl>
                                        <p:attrNameLst>
                                          <p:attrName>style.visibility</p:attrName>
                                        </p:attrNameLst>
                                      </p:cBhvr>
                                      <p:to>
                                        <p:strVal val="visible"/>
                                      </p:to>
                                    </p:set>
                                    <p:anim calcmode="lin" valueType="num">
                                      <p:cBhvr additive="base">
                                        <p:cTn id="26" dur="500" fill="hold"/>
                                        <p:tgtEl>
                                          <p:spTgt spid="2">
                                            <p:txEl>
                                              <p:pRg st="0" end="0"/>
                                            </p:txEl>
                                          </p:spTgt>
                                        </p:tgtEl>
                                        <p:attrNameLst>
                                          <p:attrName>ppt_x</p:attrName>
                                        </p:attrNameLst>
                                      </p:cBhvr>
                                      <p:tavLst>
                                        <p:tav tm="0">
                                          <p:val>
                                            <p:strVal val="0-#ppt_w/2"/>
                                          </p:val>
                                        </p:tav>
                                        <p:tav tm="100000">
                                          <p:val>
                                            <p:strVal val="#ppt_x"/>
                                          </p:val>
                                        </p:tav>
                                      </p:tavLst>
                                    </p:anim>
                                    <p:anim calcmode="lin" valueType="num">
                                      <p:cBhvr additive="base">
                                        <p:cTn id="27" dur="500" fill="hold"/>
                                        <p:tgtEl>
                                          <p:spTgt spid="2">
                                            <p:txEl>
                                              <p:pRg st="0" end="0"/>
                                            </p:txEl>
                                          </p:spTgt>
                                        </p:tgtEl>
                                        <p:attrNameLst>
                                          <p:attrName>ppt_y</p:attrName>
                                        </p:attrNameLst>
                                      </p:cBhvr>
                                      <p:tavLst>
                                        <p:tav tm="0">
                                          <p:val>
                                            <p:strVal val="#ppt_y"/>
                                          </p:val>
                                        </p:tav>
                                        <p:tav tm="100000">
                                          <p:val>
                                            <p:strVal val="#ppt_y"/>
                                          </p:val>
                                        </p:tav>
                                      </p:tavLst>
                                    </p:anim>
                                  </p:childTnLst>
                                </p:cTn>
                              </p:par>
                              <p:par>
                                <p:cTn id="28" presetID="2" presetClass="entr" presetSubtype="8" fill="hold" grpId="0" nodeType="with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 calcmode="lin" valueType="num">
                                      <p:cBhvr additive="base">
                                        <p:cTn id="30"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1" dur="500" fill="hold"/>
                                        <p:tgtEl>
                                          <p:spTgt spid="2">
                                            <p:txEl>
                                              <p:pRg st="4" end="4"/>
                                            </p:txEl>
                                          </p:spTgt>
                                        </p:tgtEl>
                                        <p:attrNameLst>
                                          <p:attrName>ppt_y</p:attrName>
                                        </p:attrNameLst>
                                      </p:cBhvr>
                                      <p:tavLst>
                                        <p:tav tm="0">
                                          <p:val>
                                            <p:strVal val="#ppt_y"/>
                                          </p:val>
                                        </p:tav>
                                        <p:tav tm="100000">
                                          <p:val>
                                            <p:strVal val="#ppt_y"/>
                                          </p:val>
                                        </p:tav>
                                      </p:tavLst>
                                    </p:anim>
                                  </p:childTnLst>
                                </p:cTn>
                              </p:par>
                              <p:par>
                                <p:cTn id="32" presetID="2" presetClass="entr" presetSubtype="8" fill="hold" nodeType="withEffect">
                                  <p:stCondLst>
                                    <p:cond delay="0"/>
                                  </p:stCondLst>
                                  <p:childTnLst>
                                    <p:set>
                                      <p:cBhvr>
                                        <p:cTn id="33" dur="1" fill="hold">
                                          <p:stCondLst>
                                            <p:cond delay="0"/>
                                          </p:stCondLst>
                                        </p:cTn>
                                        <p:tgtEl>
                                          <p:spTgt spid="2">
                                            <p:txEl>
                                              <p:pRg st="4" end="4"/>
                                            </p:txEl>
                                          </p:spTgt>
                                        </p:tgtEl>
                                        <p:attrNameLst>
                                          <p:attrName>style.visibility</p:attrName>
                                        </p:attrNameLst>
                                      </p:cBhvr>
                                      <p:to>
                                        <p:strVal val="visible"/>
                                      </p:to>
                                    </p:set>
                                    <p:anim calcmode="lin" valueType="num">
                                      <p:cBhvr additive="base">
                                        <p:cTn id="34" dur="500" fill="hold"/>
                                        <p:tgtEl>
                                          <p:spTgt spid="2">
                                            <p:txEl>
                                              <p:pRg st="4" end="4"/>
                                            </p:txEl>
                                          </p:spTgt>
                                        </p:tgtEl>
                                        <p:attrNameLst>
                                          <p:attrName>ppt_x</p:attrName>
                                        </p:attrNameLst>
                                      </p:cBhvr>
                                      <p:tavLst>
                                        <p:tav tm="0">
                                          <p:val>
                                            <p:strVal val="0-#ppt_w/2"/>
                                          </p:val>
                                        </p:tav>
                                        <p:tav tm="100000">
                                          <p:val>
                                            <p:strVal val="#ppt_x"/>
                                          </p:val>
                                        </p:tav>
                                      </p:tavLst>
                                    </p:anim>
                                    <p:anim calcmode="lin" valueType="num">
                                      <p:cBhvr additive="base">
                                        <p:cTn id="35" dur="500" fill="hold"/>
                                        <p:tgtEl>
                                          <p:spTgt spid="2">
                                            <p:txEl>
                                              <p:pRg st="4" end="4"/>
                                            </p:txEl>
                                          </p:spTgt>
                                        </p:tgtEl>
                                        <p:attrNameLst>
                                          <p:attrName>ppt_y</p:attrName>
                                        </p:attrNameLst>
                                      </p:cBhvr>
                                      <p:tavLst>
                                        <p:tav tm="0">
                                          <p:val>
                                            <p:strVal val="#ppt_y"/>
                                          </p:val>
                                        </p:tav>
                                        <p:tav tm="100000">
                                          <p:val>
                                            <p:strVal val="#ppt_y"/>
                                          </p:val>
                                        </p:tav>
                                      </p:tavLst>
                                    </p:anim>
                                  </p:childTnLst>
                                </p:cTn>
                              </p:par>
                              <p:par>
                                <p:cTn id="36" presetID="2" presetClass="entr" presetSubtype="8" fill="hold" nodeType="withEffect">
                                  <p:stCondLst>
                                    <p:cond delay="0"/>
                                  </p:stCondLst>
                                  <p:childTnLst>
                                    <p:set>
                                      <p:cBhvr>
                                        <p:cTn id="37" dur="1" fill="hold">
                                          <p:stCondLst>
                                            <p:cond delay="0"/>
                                          </p:stCondLst>
                                        </p:cTn>
                                        <p:tgtEl>
                                          <p:spTgt spid="3"/>
                                        </p:tgtEl>
                                        <p:attrNameLst>
                                          <p:attrName>style.visibility</p:attrName>
                                        </p:attrNameLst>
                                      </p:cBhvr>
                                      <p:to>
                                        <p:strVal val="visible"/>
                                      </p:to>
                                    </p:set>
                                    <p:anim calcmode="lin" valueType="num">
                                      <p:cBhvr additive="base">
                                        <p:cTn id="38" dur="500" fill="hold"/>
                                        <p:tgtEl>
                                          <p:spTgt spid="3"/>
                                        </p:tgtEl>
                                        <p:attrNameLst>
                                          <p:attrName>ppt_x</p:attrName>
                                        </p:attrNameLst>
                                      </p:cBhvr>
                                      <p:tavLst>
                                        <p:tav tm="0">
                                          <p:val>
                                            <p:strVal val="0-#ppt_w/2"/>
                                          </p:val>
                                        </p:tav>
                                        <p:tav tm="100000">
                                          <p:val>
                                            <p:strVal val="#ppt_x"/>
                                          </p:val>
                                        </p:tav>
                                      </p:tavLst>
                                    </p:anim>
                                    <p:anim calcmode="lin" valueType="num">
                                      <p:cBhvr additive="base">
                                        <p:cTn id="39"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 presetClass="entr" presetSubtype="10" fill="hold" nodeType="clickEffect">
                                  <p:stCondLst>
                                    <p:cond delay="0"/>
                                  </p:stCondLst>
                                  <p:childTnLst>
                                    <p:set>
                                      <p:cBhvr>
                                        <p:cTn id="43" dur="1" fill="hold">
                                          <p:stCondLst>
                                            <p:cond delay="0"/>
                                          </p:stCondLst>
                                        </p:cTn>
                                        <p:tgtEl>
                                          <p:spTgt spid="74768"/>
                                        </p:tgtEl>
                                        <p:attrNameLst>
                                          <p:attrName>style.visibility</p:attrName>
                                        </p:attrNameLst>
                                      </p:cBhvr>
                                      <p:to>
                                        <p:strVal val="visible"/>
                                      </p:to>
                                    </p:set>
                                    <p:animEffect transition="in" filter="checkerboard(across)">
                                      <p:cBhvr>
                                        <p:cTn id="44" dur="500"/>
                                        <p:tgtEl>
                                          <p:spTgt spid="74768"/>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 calcmode="lin" valueType="num">
                                      <p:cBhvr additive="base">
                                        <p:cTn id="49" dur="500" fill="hold"/>
                                        <p:tgtEl>
                                          <p:spTgt spid="5"/>
                                        </p:tgtEl>
                                        <p:attrNameLst>
                                          <p:attrName>ppt_x</p:attrName>
                                        </p:attrNameLst>
                                      </p:cBhvr>
                                      <p:tavLst>
                                        <p:tav tm="0">
                                          <p:val>
                                            <p:strVal val="0-#ppt_w/2"/>
                                          </p:val>
                                        </p:tav>
                                        <p:tav tm="100000">
                                          <p:val>
                                            <p:strVal val="#ppt_x"/>
                                          </p:val>
                                        </p:tav>
                                      </p:tavLst>
                                    </p:anim>
                                    <p:anim calcmode="lin" valueType="num">
                                      <p:cBhvr additive="base">
                                        <p:cTn id="50" dur="500" fill="hold"/>
                                        <p:tgtEl>
                                          <p:spTgt spid="5"/>
                                        </p:tgtEl>
                                        <p:attrNameLst>
                                          <p:attrName>ppt_y</p:attrName>
                                        </p:attrNameLst>
                                      </p:cBhvr>
                                      <p:tavLst>
                                        <p:tav tm="0">
                                          <p:val>
                                            <p:strVal val="#ppt_y"/>
                                          </p:val>
                                        </p:tav>
                                        <p:tav tm="100000">
                                          <p:val>
                                            <p:strVal val="#ppt_y"/>
                                          </p:val>
                                        </p:tav>
                                      </p:tavLst>
                                    </p:anim>
                                  </p:childTnLst>
                                </p:cTn>
                              </p:par>
                              <p:par>
                                <p:cTn id="51" presetID="2" presetClass="entr" presetSubtype="8" fill="hold" nodeType="withEffect">
                                  <p:stCondLst>
                                    <p:cond delay="0"/>
                                  </p:stCondLst>
                                  <p:childTnLst>
                                    <p:set>
                                      <p:cBhvr>
                                        <p:cTn id="52" dur="1" fill="hold">
                                          <p:stCondLst>
                                            <p:cond delay="0"/>
                                          </p:stCondLst>
                                        </p:cTn>
                                        <p:tgtEl>
                                          <p:spTgt spid="4"/>
                                        </p:tgtEl>
                                        <p:attrNameLst>
                                          <p:attrName>style.visibility</p:attrName>
                                        </p:attrNameLst>
                                      </p:cBhvr>
                                      <p:to>
                                        <p:strVal val="visible"/>
                                      </p:to>
                                    </p:set>
                                    <p:anim calcmode="lin" valueType="num">
                                      <p:cBhvr additive="base">
                                        <p:cTn id="53" dur="500" fill="hold"/>
                                        <p:tgtEl>
                                          <p:spTgt spid="4"/>
                                        </p:tgtEl>
                                        <p:attrNameLst>
                                          <p:attrName>ppt_x</p:attrName>
                                        </p:attrNameLst>
                                      </p:cBhvr>
                                      <p:tavLst>
                                        <p:tav tm="0">
                                          <p:val>
                                            <p:strVal val="0-#ppt_w/2"/>
                                          </p:val>
                                        </p:tav>
                                        <p:tav tm="100000">
                                          <p:val>
                                            <p:strVal val="#ppt_x"/>
                                          </p:val>
                                        </p:tav>
                                      </p:tavLst>
                                    </p:anim>
                                    <p:anim calcmode="lin" valueType="num">
                                      <p:cBhvr additive="base">
                                        <p:cTn id="5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5" presetClass="entr" presetSubtype="10" fill="hold" nodeType="clickEffect">
                                  <p:stCondLst>
                                    <p:cond delay="0"/>
                                  </p:stCondLst>
                                  <p:childTnLst>
                                    <p:set>
                                      <p:cBhvr>
                                        <p:cTn id="58" dur="1" fill="hold">
                                          <p:stCondLst>
                                            <p:cond delay="0"/>
                                          </p:stCondLst>
                                        </p:cTn>
                                        <p:tgtEl>
                                          <p:spTgt spid="74767"/>
                                        </p:tgtEl>
                                        <p:attrNameLst>
                                          <p:attrName>style.visibility</p:attrName>
                                        </p:attrNameLst>
                                      </p:cBhvr>
                                      <p:to>
                                        <p:strVal val="visible"/>
                                      </p:to>
                                    </p:set>
                                    <p:animEffect transition="in" filter="checkerboard(across)">
                                      <p:cBhvr>
                                        <p:cTn id="59" dur="500"/>
                                        <p:tgtEl>
                                          <p:spTgt spid="747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allAtOnce" animBg="1"/>
      <p:bldP spid="5" grpId="0" animBg="1"/>
      <p:bldP spid="1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4"/>
          <p:cNvSpPr>
            <a:spLocks noChangeArrowheads="1"/>
          </p:cNvSpPr>
          <p:nvPr/>
        </p:nvSpPr>
        <p:spPr bwMode="auto">
          <a:xfrm>
            <a:off x="0" y="942975"/>
            <a:ext cx="9144000" cy="455125"/>
          </a:xfrm>
          <a:prstGeom prst="rect">
            <a:avLst/>
          </a:prstGeom>
          <a:noFill/>
          <a:ln w="9525">
            <a:noFill/>
            <a:miter lim="800000"/>
            <a:headEnd/>
            <a:tailEnd/>
          </a:ln>
        </p:spPr>
        <p:txBody>
          <a:bodyPr>
            <a:spAutoFit/>
          </a:bodyPr>
          <a:lstStyle/>
          <a:p>
            <a:pPr algn="l">
              <a:lnSpc>
                <a:spcPct val="130000"/>
              </a:lnSpc>
            </a:pPr>
            <a:r>
              <a:rPr lang="zh-CN" altLang="en-US" sz="2000" dirty="0" smtClean="0">
                <a:latin typeface="Calibri" pitchFamily="34" charset="0"/>
                <a:ea typeface="宋体" pitchFamily="2" charset="-122"/>
                <a:sym typeface="Symbol" pitchFamily="18" charset="2"/>
              </a:rPr>
              <a:t>中矩形求积公式误差估计： 由</a:t>
            </a:r>
            <a:r>
              <a:rPr lang="en-US" altLang="zh-CN" sz="2000" dirty="0" smtClean="0">
                <a:latin typeface="Calibri" pitchFamily="34" charset="0"/>
                <a:ea typeface="宋体" pitchFamily="2" charset="-122"/>
                <a:sym typeface="Symbol" pitchFamily="18" charset="2"/>
              </a:rPr>
              <a:t>Taylor</a:t>
            </a:r>
            <a:r>
              <a:rPr lang="zh-CN" altLang="en-US" sz="2000" dirty="0" smtClean="0">
                <a:latin typeface="Calibri" pitchFamily="34" charset="0"/>
                <a:ea typeface="宋体" pitchFamily="2" charset="-122"/>
                <a:sym typeface="Symbol" pitchFamily="18" charset="2"/>
              </a:rPr>
              <a:t>展开式有</a:t>
            </a:r>
          </a:p>
        </p:txBody>
      </p:sp>
      <p:graphicFrame>
        <p:nvGraphicFramePr>
          <p:cNvPr id="75788" name="Object 4"/>
          <p:cNvGraphicFramePr>
            <a:graphicFrameLocks noChangeAspect="1"/>
          </p:cNvGraphicFramePr>
          <p:nvPr/>
        </p:nvGraphicFramePr>
        <p:xfrm>
          <a:off x="496888" y="1628775"/>
          <a:ext cx="6616700" cy="674688"/>
        </p:xfrm>
        <a:graphic>
          <a:graphicData uri="http://schemas.openxmlformats.org/presentationml/2006/ole">
            <mc:AlternateContent xmlns:mc="http://schemas.openxmlformats.org/markup-compatibility/2006">
              <mc:Choice xmlns:v="urn:schemas-microsoft-com:vml" Requires="v">
                <p:oleObj spid="_x0000_s9242" name="Equation" r:id="rId3" imgW="6095880" imgH="622080" progId="Equation.DSMT4">
                  <p:embed/>
                </p:oleObj>
              </mc:Choice>
              <mc:Fallback>
                <p:oleObj name="Equation" r:id="rId3" imgW="6095880" imgH="62208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6888" y="1628775"/>
                        <a:ext cx="6616700" cy="674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Rectangle 9"/>
          <p:cNvSpPr>
            <a:spLocks noChangeArrowheads="1"/>
          </p:cNvSpPr>
          <p:nvPr/>
        </p:nvSpPr>
        <p:spPr bwMode="auto">
          <a:xfrm>
            <a:off x="0" y="2438400"/>
            <a:ext cx="9144000" cy="455125"/>
          </a:xfrm>
          <a:prstGeom prst="rect">
            <a:avLst/>
          </a:prstGeom>
          <a:noFill/>
          <a:ln w="9525">
            <a:noFill/>
            <a:miter lim="800000"/>
            <a:headEnd/>
            <a:tailEnd/>
          </a:ln>
        </p:spPr>
        <p:txBody>
          <a:bodyPr>
            <a:spAutoFit/>
          </a:bodyPr>
          <a:lstStyle/>
          <a:p>
            <a:pPr algn="l">
              <a:lnSpc>
                <a:spcPct val="130000"/>
              </a:lnSpc>
            </a:pPr>
            <a:r>
              <a:rPr lang="zh-CN" altLang="en-US" sz="2000" dirty="0" smtClean="0">
                <a:latin typeface="Calibri" pitchFamily="34" charset="0"/>
                <a:ea typeface="宋体" pitchFamily="2" charset="-122"/>
                <a:sym typeface="Symbol" pitchFamily="18" charset="2"/>
              </a:rPr>
              <a:t>所以有    </a:t>
            </a:r>
          </a:p>
        </p:txBody>
      </p:sp>
      <p:graphicFrame>
        <p:nvGraphicFramePr>
          <p:cNvPr id="75786" name="Object 3"/>
          <p:cNvGraphicFramePr>
            <a:graphicFrameLocks noChangeAspect="1"/>
          </p:cNvGraphicFramePr>
          <p:nvPr/>
        </p:nvGraphicFramePr>
        <p:xfrm>
          <a:off x="530225" y="3094038"/>
          <a:ext cx="6624638" cy="687387"/>
        </p:xfrm>
        <a:graphic>
          <a:graphicData uri="http://schemas.openxmlformats.org/presentationml/2006/ole">
            <mc:AlternateContent xmlns:mc="http://schemas.openxmlformats.org/markup-compatibility/2006">
              <mc:Choice xmlns:v="urn:schemas-microsoft-com:vml" Requires="v">
                <p:oleObj spid="_x0000_s9243" name="Equation" r:id="rId5" imgW="7213320" imgH="749160" progId="Equation.DSMT4">
                  <p:embed/>
                </p:oleObj>
              </mc:Choice>
              <mc:Fallback>
                <p:oleObj name="Equation" r:id="rId5" imgW="7213320" imgH="74916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0225" y="3094038"/>
                        <a:ext cx="6624638" cy="68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6" name="直接连接符 5"/>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7" name="直接连接符 6"/>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8"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数值积分的基本概念</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0-#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1+#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 calcmode="lin" valueType="num">
                                      <p:cBhvr additive="base">
                                        <p:cTn id="16" dur="500" fill="hold"/>
                                        <p:tgtEl>
                                          <p:spTgt spid="8"/>
                                        </p:tgtEl>
                                        <p:attrNameLst>
                                          <p:attrName>ppt_x</p:attrName>
                                        </p:attrNameLst>
                                      </p:cBhvr>
                                      <p:tavLst>
                                        <p:tav tm="0">
                                          <p:val>
                                            <p:strVal val="#ppt_x"/>
                                          </p:val>
                                        </p:tav>
                                        <p:tav tm="100000">
                                          <p:val>
                                            <p:strVal val="#ppt_x"/>
                                          </p:val>
                                        </p:tav>
                                      </p:tavLst>
                                    </p:anim>
                                    <p:anim calcmode="lin" valueType="num">
                                      <p:cBhvr additive="base">
                                        <p:cTn id="17" dur="500" fill="hold"/>
                                        <p:tgtEl>
                                          <p:spTgt spid="8"/>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0-#ppt_w/2"/>
                                          </p:val>
                                        </p:tav>
                                        <p:tav tm="100000">
                                          <p:val>
                                            <p:strVal val="#ppt_x"/>
                                          </p:val>
                                        </p:tav>
                                      </p:tavLst>
                                    </p:anim>
                                    <p:anim calcmode="lin" valueType="num">
                                      <p:cBhvr additive="base">
                                        <p:cTn id="23"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1" fill="hold">
                                          <p:stCondLst>
                                            <p:cond delay="0"/>
                                          </p:stCondLst>
                                        </p:cTn>
                                        <p:tgtEl>
                                          <p:spTgt spid="75788"/>
                                        </p:tgtEl>
                                        <p:attrNameLst>
                                          <p:attrName>style.visibility</p:attrName>
                                        </p:attrNameLst>
                                      </p:cBhvr>
                                      <p:to>
                                        <p:strVal val="visible"/>
                                      </p:to>
                                    </p:set>
                                    <p:animEffect transition="in" filter="diamond(in)">
                                      <p:cBhvr>
                                        <p:cTn id="28" dur="2000"/>
                                        <p:tgtEl>
                                          <p:spTgt spid="75788"/>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4"/>
                                        </p:tgtEl>
                                        <p:attrNameLst>
                                          <p:attrName>style.visibility</p:attrName>
                                        </p:attrNameLst>
                                      </p:cBhvr>
                                      <p:to>
                                        <p:strVal val="visible"/>
                                      </p:to>
                                    </p:set>
                                    <p:anim calcmode="lin" valueType="num">
                                      <p:cBhvr additive="base">
                                        <p:cTn id="33" dur="500" fill="hold"/>
                                        <p:tgtEl>
                                          <p:spTgt spid="4"/>
                                        </p:tgtEl>
                                        <p:attrNameLst>
                                          <p:attrName>ppt_x</p:attrName>
                                        </p:attrNameLst>
                                      </p:cBhvr>
                                      <p:tavLst>
                                        <p:tav tm="0">
                                          <p:val>
                                            <p:strVal val="0-#ppt_w/2"/>
                                          </p:val>
                                        </p:tav>
                                        <p:tav tm="100000">
                                          <p:val>
                                            <p:strVal val="#ppt_x"/>
                                          </p:val>
                                        </p:tav>
                                      </p:tavLst>
                                    </p:anim>
                                    <p:anim calcmode="lin" valueType="num">
                                      <p:cBhvr additive="base">
                                        <p:cTn id="34"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8" presetClass="entr" presetSubtype="16" fill="hold" nodeType="clickEffect">
                                  <p:stCondLst>
                                    <p:cond delay="0"/>
                                  </p:stCondLst>
                                  <p:childTnLst>
                                    <p:set>
                                      <p:cBhvr>
                                        <p:cTn id="38" dur="1" fill="hold">
                                          <p:stCondLst>
                                            <p:cond delay="0"/>
                                          </p:stCondLst>
                                        </p:cTn>
                                        <p:tgtEl>
                                          <p:spTgt spid="75786"/>
                                        </p:tgtEl>
                                        <p:attrNameLst>
                                          <p:attrName>style.visibility</p:attrName>
                                        </p:attrNameLst>
                                      </p:cBhvr>
                                      <p:to>
                                        <p:strVal val="visible"/>
                                      </p:to>
                                    </p:set>
                                    <p:animEffect transition="in" filter="diamond(in)">
                                      <p:cBhvr>
                                        <p:cTn id="39" dur="2000"/>
                                        <p:tgtEl>
                                          <p:spTgt spid="757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p:cNvSpPr txBox="1">
            <a:spLocks noChangeArrowheads="1"/>
          </p:cNvSpPr>
          <p:nvPr/>
        </p:nvSpPr>
        <p:spPr>
          <a:xfrm>
            <a:off x="284480" y="942975"/>
            <a:ext cx="4714875" cy="252412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a:lstStyle/>
          <a:p>
            <a:pPr marL="0" marR="0" lvl="0" indent="0" algn="l" defTabSz="914400" rtl="0" eaLnBrk="1" fontAlgn="auto" latinLnBrk="0" hangingPunct="1">
              <a:lnSpc>
                <a:spcPct val="200000"/>
              </a:lnSpc>
              <a:spcBef>
                <a:spcPct val="20000"/>
              </a:spcBef>
              <a:spcAft>
                <a:spcPts val="600"/>
              </a:spcAft>
              <a:buClrTx/>
              <a:buSzTx/>
              <a:buFontTx/>
              <a:buNone/>
              <a:tabLst/>
              <a:defRPr/>
            </a:pPr>
            <a:r>
              <a:rPr lang="zh-CN" altLang="en-US" sz="2000" dirty="0" smtClean="0">
                <a:latin typeface="Calibri" pitchFamily="34" charset="0"/>
                <a:ea typeface="宋体" pitchFamily="2" charset="-122"/>
                <a:sym typeface="Symbol" pitchFamily="18" charset="2"/>
              </a:rPr>
              <a:t>数值积分公式用来近似计算定积分，求积节点和求积系数的选择不同近似程度可能不同，如何衡量近似程度？</a:t>
            </a:r>
            <a:endParaRPr lang="en-US" altLang="zh-CN" sz="2000" dirty="0" smtClean="0">
              <a:latin typeface="Calibri" pitchFamily="34" charset="0"/>
              <a:ea typeface="宋体" pitchFamily="2" charset="-122"/>
              <a:sym typeface="Symbol" pitchFamily="18" charset="2"/>
            </a:endParaRPr>
          </a:p>
        </p:txBody>
      </p:sp>
      <p:pic>
        <p:nvPicPr>
          <p:cNvPr id="10" name="Picture 5" descr="问号"/>
          <p:cNvPicPr>
            <a:picLocks noChangeAspect="1" noChangeArrowheads="1"/>
          </p:cNvPicPr>
          <p:nvPr/>
        </p:nvPicPr>
        <p:blipFill>
          <a:blip r:embed="rId2" cstate="print"/>
          <a:srcRect/>
          <a:stretch>
            <a:fillRect/>
          </a:stretch>
        </p:blipFill>
        <p:spPr bwMode="auto">
          <a:xfrm>
            <a:off x="5400676" y="704850"/>
            <a:ext cx="2971800" cy="3819525"/>
          </a:xfrm>
          <a:prstGeom prst="rect">
            <a:avLst/>
          </a:prstGeom>
          <a:ln>
            <a:headEnd/>
            <a:tailEnd/>
          </a:ln>
          <a:scene3d>
            <a:camera prst="orthographicFront"/>
            <a:lightRig rig="threePt" dir="t"/>
          </a:scene3d>
          <a:sp3d>
            <a:bevelT w="165100" prst="coolSlant"/>
          </a:sp3d>
        </p:spPr>
        <p:style>
          <a:lnRef idx="2">
            <a:schemeClr val="accent3">
              <a:shade val="50000"/>
            </a:schemeClr>
          </a:lnRef>
          <a:fillRef idx="1">
            <a:schemeClr val="accent3"/>
          </a:fillRef>
          <a:effectRef idx="0">
            <a:schemeClr val="accent3"/>
          </a:effectRef>
          <a:fontRef idx="minor">
            <a:schemeClr val="lt1"/>
          </a:fontRef>
        </p:style>
      </p:pic>
      <p:cxnSp>
        <p:nvCxnSpPr>
          <p:cNvPr id="5" name="直接连接符 4"/>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7"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求积公式的代数精度</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0-#ppt_w/2"/>
                                          </p:val>
                                        </p:tav>
                                        <p:tav tm="100000">
                                          <p:val>
                                            <p:strVal val="#ppt_x"/>
                                          </p:val>
                                        </p:tav>
                                      </p:tavLst>
                                    </p:anim>
                                    <p:anim calcmode="lin" valueType="num">
                                      <p:cBhvr additive="base">
                                        <p:cTn id="8" dur="500" fill="hold"/>
                                        <p:tgtEl>
                                          <p:spTgt spid="5"/>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1+#ppt_w/2"/>
                                          </p:val>
                                        </p:tav>
                                        <p:tav tm="100000">
                                          <p:val>
                                            <p:strVal val="#ppt_x"/>
                                          </p:val>
                                        </p:tav>
                                      </p:tavLst>
                                    </p:anim>
                                    <p:anim calcmode="lin" valueType="num">
                                      <p:cBhvr additive="base">
                                        <p:cTn id="12" dur="500" fill="hold"/>
                                        <p:tgtEl>
                                          <p:spTgt spid="6"/>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ppt_x</p:attrName>
                                        </p:attrNameLst>
                                      </p:cBhvr>
                                      <p:tavLst>
                                        <p:tav tm="0">
                                          <p:val>
                                            <p:strVal val="#ppt_x"/>
                                          </p:val>
                                        </p:tav>
                                        <p:tav tm="100000">
                                          <p:val>
                                            <p:strVal val="#ppt_x"/>
                                          </p:val>
                                        </p:tav>
                                      </p:tavLst>
                                    </p:anim>
                                    <p:anim calcmode="lin" valueType="num">
                                      <p:cBhvr additive="base">
                                        <p:cTn id="17" dur="500" fill="hold"/>
                                        <p:tgtEl>
                                          <p:spTgt spid="7"/>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25"/>
          <p:cNvSpPr txBox="1">
            <a:spLocks noChangeArrowheads="1"/>
          </p:cNvSpPr>
          <p:nvPr/>
        </p:nvSpPr>
        <p:spPr bwMode="auto">
          <a:xfrm>
            <a:off x="0" y="781050"/>
            <a:ext cx="9144000" cy="492443"/>
          </a:xfrm>
          <a:prstGeom prst="rect">
            <a:avLst/>
          </a:prstGeom>
          <a:noFill/>
          <a:ln w="9525">
            <a:noFill/>
            <a:miter lim="800000"/>
            <a:headEnd/>
            <a:tailEnd/>
          </a:ln>
        </p:spPr>
        <p:txBody>
          <a:bodyPr>
            <a:spAutoFit/>
          </a:bodyPr>
          <a:lstStyle/>
          <a:p>
            <a:pPr>
              <a:lnSpc>
                <a:spcPct val="130000"/>
              </a:lnSpc>
            </a:pPr>
            <a:r>
              <a:rPr lang="zh-CN" altLang="en-US" sz="2000" dirty="0" smtClean="0">
                <a:solidFill>
                  <a:schemeClr val="tx2"/>
                </a:solidFill>
                <a:latin typeface="Calibri" pitchFamily="34" charset="0"/>
                <a:ea typeface="宋体" pitchFamily="2" charset="-122"/>
                <a:sym typeface="Symbol" pitchFamily="18" charset="2"/>
              </a:rPr>
              <a:t>   定义</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若求积公式                                                     对</a:t>
            </a:r>
          </a:p>
        </p:txBody>
      </p:sp>
      <p:graphicFrame>
        <p:nvGraphicFramePr>
          <p:cNvPr id="28702" name="Object 30"/>
          <p:cNvGraphicFramePr>
            <a:graphicFrameLocks noChangeAspect="1"/>
          </p:cNvGraphicFramePr>
          <p:nvPr/>
        </p:nvGraphicFramePr>
        <p:xfrm>
          <a:off x="2127250" y="609600"/>
          <a:ext cx="2914650" cy="835025"/>
        </p:xfrm>
        <a:graphic>
          <a:graphicData uri="http://schemas.openxmlformats.org/presentationml/2006/ole">
            <mc:AlternateContent xmlns:mc="http://schemas.openxmlformats.org/markup-compatibility/2006">
              <mc:Choice xmlns:v="urn:schemas-microsoft-com:vml" Requires="v">
                <p:oleObj spid="_x0000_s10338" name="Equation" r:id="rId3" imgW="2400120" imgH="685800" progId="Equation.DSMT4">
                  <p:embed/>
                </p:oleObj>
              </mc:Choice>
              <mc:Fallback>
                <p:oleObj name="Equation" r:id="rId3" imgW="2400120" imgH="685800" progId="Equation.DSMT4">
                  <p:embed/>
                  <p:pic>
                    <p:nvPicPr>
                      <p:cNvPr id="0" name="Object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7250" y="609600"/>
                        <a:ext cx="2914650" cy="835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26"/>
          <p:cNvSpPr txBox="1">
            <a:spLocks noChangeArrowheads="1"/>
          </p:cNvSpPr>
          <p:nvPr/>
        </p:nvSpPr>
        <p:spPr bwMode="auto">
          <a:xfrm>
            <a:off x="171450" y="1381125"/>
            <a:ext cx="9144000" cy="492443"/>
          </a:xfrm>
          <a:prstGeom prst="rect">
            <a:avLst/>
          </a:prstGeom>
          <a:noFill/>
          <a:ln w="9525">
            <a:noFill/>
            <a:miter lim="800000"/>
            <a:headEnd/>
            <a:tailEnd/>
          </a:ln>
        </p:spPr>
        <p:txBody>
          <a:bodyPr>
            <a:spAutoFit/>
          </a:bodyPr>
          <a:lstStyle/>
          <a:p>
            <a:pPr algn="l">
              <a:lnSpc>
                <a:spcPct val="130000"/>
              </a:lnSpc>
            </a:pPr>
            <a:r>
              <a:rPr lang="zh-CN" altLang="en-US" sz="2000" dirty="0" smtClean="0">
                <a:latin typeface="Calibri" pitchFamily="34" charset="0"/>
                <a:ea typeface="宋体" pitchFamily="2" charset="-122"/>
                <a:sym typeface="Symbol" pitchFamily="18" charset="2"/>
              </a:rPr>
              <a:t>都精确成立，但对                         不精确成立</a:t>
            </a:r>
            <a:r>
              <a:rPr lang="en-US" altLang="zh-CN" sz="2000" dirty="0" smtClean="0">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即</a:t>
            </a:r>
          </a:p>
        </p:txBody>
      </p:sp>
      <p:graphicFrame>
        <p:nvGraphicFramePr>
          <p:cNvPr id="3" name="Object 30"/>
          <p:cNvGraphicFramePr>
            <a:graphicFrameLocks noChangeAspect="1"/>
          </p:cNvGraphicFramePr>
          <p:nvPr/>
        </p:nvGraphicFramePr>
        <p:xfrm>
          <a:off x="5424488" y="833438"/>
          <a:ext cx="3194050" cy="417512"/>
        </p:xfrm>
        <a:graphic>
          <a:graphicData uri="http://schemas.openxmlformats.org/presentationml/2006/ole">
            <mc:AlternateContent xmlns:mc="http://schemas.openxmlformats.org/markup-compatibility/2006">
              <mc:Choice xmlns:v="urn:schemas-microsoft-com:vml" Requires="v">
                <p:oleObj spid="_x0000_s10339" name="Equation" r:id="rId5" imgW="2628720" imgH="342720" progId="Equation.DSMT4">
                  <p:embed/>
                </p:oleObj>
              </mc:Choice>
              <mc:Fallback>
                <p:oleObj name="Equation" r:id="rId5" imgW="2628720" imgH="34272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24488" y="833438"/>
                        <a:ext cx="3194050"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30"/>
          <p:cNvGraphicFramePr>
            <a:graphicFrameLocks noChangeAspect="1"/>
          </p:cNvGraphicFramePr>
          <p:nvPr/>
        </p:nvGraphicFramePr>
        <p:xfrm>
          <a:off x="2319338" y="1430338"/>
          <a:ext cx="1435100" cy="417512"/>
        </p:xfrm>
        <a:graphic>
          <a:graphicData uri="http://schemas.openxmlformats.org/presentationml/2006/ole">
            <mc:AlternateContent xmlns:mc="http://schemas.openxmlformats.org/markup-compatibility/2006">
              <mc:Choice xmlns:v="urn:schemas-microsoft-com:vml" Requires="v">
                <p:oleObj spid="_x0000_s10340" name="Equation" r:id="rId7" imgW="1180800" imgH="342720" progId="Equation.DSMT4">
                  <p:embed/>
                </p:oleObj>
              </mc:Choice>
              <mc:Fallback>
                <p:oleObj name="Equation" r:id="rId7" imgW="1180800" imgH="34272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19338" y="1430338"/>
                        <a:ext cx="1435100" cy="417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3" name="Object 31"/>
          <p:cNvGraphicFramePr>
            <a:graphicFrameLocks noChangeAspect="1"/>
          </p:cNvGraphicFramePr>
          <p:nvPr/>
        </p:nvGraphicFramePr>
        <p:xfrm>
          <a:off x="471488" y="1838325"/>
          <a:ext cx="4165600" cy="833438"/>
        </p:xfrm>
        <a:graphic>
          <a:graphicData uri="http://schemas.openxmlformats.org/presentationml/2006/ole">
            <mc:AlternateContent xmlns:mc="http://schemas.openxmlformats.org/markup-compatibility/2006">
              <mc:Choice xmlns:v="urn:schemas-microsoft-com:vml" Requires="v">
                <p:oleObj spid="_x0000_s10341" name="Equation" r:id="rId9" imgW="3429000" imgH="685800" progId="Equation.DSMT4">
                  <p:embed/>
                </p:oleObj>
              </mc:Choice>
              <mc:Fallback>
                <p:oleObj name="Equation" r:id="rId9" imgW="3429000" imgH="685800" progId="Equation.DSMT4">
                  <p:embed/>
                  <p:pic>
                    <p:nvPicPr>
                      <p:cNvPr id="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71488" y="1838325"/>
                        <a:ext cx="4165600" cy="833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704" name="Object 32"/>
          <p:cNvGraphicFramePr>
            <a:graphicFrameLocks noChangeAspect="1"/>
          </p:cNvGraphicFramePr>
          <p:nvPr/>
        </p:nvGraphicFramePr>
        <p:xfrm>
          <a:off x="5135563" y="1838325"/>
          <a:ext cx="2652712" cy="833438"/>
        </p:xfrm>
        <a:graphic>
          <a:graphicData uri="http://schemas.openxmlformats.org/presentationml/2006/ole">
            <mc:AlternateContent xmlns:mc="http://schemas.openxmlformats.org/markup-compatibility/2006">
              <mc:Choice xmlns:v="urn:schemas-microsoft-com:vml" Requires="v">
                <p:oleObj spid="_x0000_s10342" name="Equation" r:id="rId11" imgW="2184120" imgH="685800" progId="Equation.DSMT4">
                  <p:embed/>
                </p:oleObj>
              </mc:Choice>
              <mc:Fallback>
                <p:oleObj name="Equation" r:id="rId11" imgW="2184120" imgH="685800" progId="Equation.DSMT4">
                  <p:embed/>
                  <p:pic>
                    <p:nvPicPr>
                      <p:cNvPr id="0" name="Object 3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135563" y="1838325"/>
                        <a:ext cx="2652712" cy="833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33"/>
          <p:cNvSpPr txBox="1">
            <a:spLocks noChangeArrowheads="1"/>
          </p:cNvSpPr>
          <p:nvPr/>
        </p:nvSpPr>
        <p:spPr bwMode="auto">
          <a:xfrm>
            <a:off x="0" y="2674938"/>
            <a:ext cx="9144000" cy="492443"/>
          </a:xfrm>
          <a:prstGeom prst="rect">
            <a:avLst/>
          </a:prstGeom>
          <a:noFill/>
          <a:ln w="9525">
            <a:noFill/>
            <a:miter lim="800000"/>
            <a:headEnd/>
            <a:tailEnd/>
          </a:ln>
        </p:spPr>
        <p:txBody>
          <a:bodyPr>
            <a:spAutoFit/>
          </a:bodyPr>
          <a:lstStyle/>
          <a:p>
            <a:pPr algn="l">
              <a:lnSpc>
                <a:spcPct val="130000"/>
              </a:lnSpc>
            </a:pPr>
            <a:r>
              <a:rPr lang="zh-CN" altLang="en-US" sz="2000" dirty="0" smtClean="0">
                <a:latin typeface="Calibri" pitchFamily="34" charset="0"/>
                <a:ea typeface="宋体" pitchFamily="2" charset="-122"/>
                <a:sym typeface="Symbol" pitchFamily="18" charset="2"/>
              </a:rPr>
              <a:t>则称此公式具有</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次代数精度</a:t>
            </a:r>
            <a:r>
              <a:rPr lang="en-US" altLang="zh-CN" sz="2000" dirty="0" smtClean="0">
                <a:latin typeface="Calibri" pitchFamily="34" charset="0"/>
                <a:ea typeface="宋体" pitchFamily="2" charset="-122"/>
                <a:sym typeface="Symbol" pitchFamily="18" charset="2"/>
              </a:rPr>
              <a:t>.</a:t>
            </a:r>
          </a:p>
        </p:txBody>
      </p:sp>
      <p:graphicFrame>
        <p:nvGraphicFramePr>
          <p:cNvPr id="6" name="Object 30"/>
          <p:cNvGraphicFramePr>
            <a:graphicFrameLocks noChangeAspect="1"/>
          </p:cNvGraphicFramePr>
          <p:nvPr/>
        </p:nvGraphicFramePr>
        <p:xfrm>
          <a:off x="1954213" y="2836863"/>
          <a:ext cx="277812" cy="231775"/>
        </p:xfrm>
        <a:graphic>
          <a:graphicData uri="http://schemas.openxmlformats.org/presentationml/2006/ole">
            <mc:AlternateContent xmlns:mc="http://schemas.openxmlformats.org/markup-compatibility/2006">
              <mc:Choice xmlns:v="urn:schemas-microsoft-com:vml" Requires="v">
                <p:oleObj spid="_x0000_s10343" name="Equation" r:id="rId13" imgW="228600" imgH="190440" progId="Equation.DSMT4">
                  <p:embed/>
                </p:oleObj>
              </mc:Choice>
              <mc:Fallback>
                <p:oleObj name="Equation" r:id="rId13" imgW="228600" imgH="19044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54213" y="2836863"/>
                        <a:ext cx="277812" cy="231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34"/>
          <p:cNvSpPr txBox="1">
            <a:spLocks noChangeArrowheads="1"/>
          </p:cNvSpPr>
          <p:nvPr/>
        </p:nvSpPr>
        <p:spPr bwMode="auto">
          <a:xfrm>
            <a:off x="142875" y="3257550"/>
            <a:ext cx="8743950" cy="1477328"/>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50000"/>
              </a:lnSpc>
            </a:pPr>
            <a:r>
              <a:rPr lang="en-US" altLang="zh-CN" dirty="0">
                <a:sym typeface="Symbol" pitchFamily="18" charset="2"/>
              </a:rPr>
              <a:t>    </a:t>
            </a:r>
            <a:r>
              <a:rPr lang="en-US" altLang="zh-CN" dirty="0" smtClean="0">
                <a:sym typeface="Symbol" pitchFamily="18" charset="2"/>
              </a:rPr>
              <a:t>       </a:t>
            </a:r>
            <a:r>
              <a:rPr lang="zh-CN" altLang="en-US" sz="2000" dirty="0" smtClean="0">
                <a:latin typeface="Calibri" pitchFamily="34" charset="0"/>
                <a:ea typeface="宋体" pitchFamily="2" charset="-122"/>
                <a:sym typeface="Symbol" pitchFamily="18" charset="2"/>
              </a:rPr>
              <a:t>可见</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若求积公式具有</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次代数精度</a:t>
            </a:r>
            <a:r>
              <a:rPr lang="en-US" altLang="zh-CN" sz="2000" dirty="0" smtClean="0">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则公式对所有次数不超过</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的多项式都精确成立</a:t>
            </a:r>
            <a:r>
              <a:rPr lang="en-US" altLang="zh-CN" sz="2000" dirty="0" smtClean="0">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考虑到任何连续函数都可由多项式序列逼近，因此，代数精度越高求积公式的精度一般也就越高</a:t>
            </a:r>
            <a:r>
              <a:rPr lang="en-US" altLang="zh-CN" sz="2000" dirty="0" smtClean="0">
                <a:latin typeface="Calibri" pitchFamily="34" charset="0"/>
                <a:ea typeface="宋体" pitchFamily="2" charset="-122"/>
                <a:sym typeface="Symbol" pitchFamily="18" charset="2"/>
              </a:rPr>
              <a:t>.</a:t>
            </a:r>
            <a:endParaRPr lang="zh-CN" altLang="en-US" sz="2000" dirty="0" smtClean="0">
              <a:latin typeface="Calibri" pitchFamily="34" charset="0"/>
              <a:ea typeface="宋体" pitchFamily="2" charset="-122"/>
              <a:sym typeface="Symbol" pitchFamily="18" charset="2"/>
            </a:endParaRPr>
          </a:p>
        </p:txBody>
      </p:sp>
      <p:graphicFrame>
        <p:nvGraphicFramePr>
          <p:cNvPr id="7" name="Object 30"/>
          <p:cNvGraphicFramePr>
            <a:graphicFrameLocks noChangeAspect="1"/>
          </p:cNvGraphicFramePr>
          <p:nvPr/>
        </p:nvGraphicFramePr>
        <p:xfrm>
          <a:off x="3179763" y="3471863"/>
          <a:ext cx="277812" cy="231775"/>
        </p:xfrm>
        <a:graphic>
          <a:graphicData uri="http://schemas.openxmlformats.org/presentationml/2006/ole">
            <mc:AlternateContent xmlns:mc="http://schemas.openxmlformats.org/markup-compatibility/2006">
              <mc:Choice xmlns:v="urn:schemas-microsoft-com:vml" Requires="v">
                <p:oleObj spid="_x0000_s10344" name="Equation" r:id="rId15" imgW="228600" imgH="190440" progId="Equation.DSMT4">
                  <p:embed/>
                </p:oleObj>
              </mc:Choice>
              <mc:Fallback>
                <p:oleObj name="Equation" r:id="rId15" imgW="228600" imgH="19044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79763" y="3471863"/>
                        <a:ext cx="277812" cy="231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0"/>
          <p:cNvGraphicFramePr>
            <a:graphicFrameLocks noChangeAspect="1"/>
          </p:cNvGraphicFramePr>
          <p:nvPr/>
        </p:nvGraphicFramePr>
        <p:xfrm>
          <a:off x="7656513" y="3452813"/>
          <a:ext cx="277812" cy="231775"/>
        </p:xfrm>
        <a:graphic>
          <a:graphicData uri="http://schemas.openxmlformats.org/presentationml/2006/ole">
            <mc:AlternateContent xmlns:mc="http://schemas.openxmlformats.org/markup-compatibility/2006">
              <mc:Choice xmlns:v="urn:schemas-microsoft-com:vml" Requires="v">
                <p:oleObj spid="_x0000_s10345" name="Equation" r:id="rId16" imgW="228600" imgH="190440" progId="Equation.DSMT4">
                  <p:embed/>
                </p:oleObj>
              </mc:Choice>
              <mc:Fallback>
                <p:oleObj name="Equation" r:id="rId16" imgW="228600" imgH="190440" progId="Equation.DSMT4">
                  <p:embed/>
                  <p:pic>
                    <p:nvPicPr>
                      <p:cNvPr id="0"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656513" y="3452813"/>
                        <a:ext cx="277812" cy="231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求积公式的代数精度</a:t>
            </a:r>
            <a:endParaRPr lang="zh-CN" altLang="en-US" sz="2000" b="1" dirty="0">
              <a:solidFill>
                <a:srgbClr val="314865"/>
              </a:solidFill>
              <a:latin typeface="+mj-ea"/>
              <a:ea typeface="+mj-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 calcmode="lin" valueType="num">
                                      <p:cBhvr additive="base">
                                        <p:cTn id="22" dur="500" fill="hold"/>
                                        <p:tgtEl>
                                          <p:spTgt spid="2"/>
                                        </p:tgtEl>
                                        <p:attrNameLst>
                                          <p:attrName>ppt_x</p:attrName>
                                        </p:attrNameLst>
                                      </p:cBhvr>
                                      <p:tavLst>
                                        <p:tav tm="0">
                                          <p:val>
                                            <p:strVal val="#ppt_x"/>
                                          </p:val>
                                        </p:tav>
                                        <p:tav tm="100000">
                                          <p:val>
                                            <p:strVal val="#ppt_x"/>
                                          </p:val>
                                        </p:tav>
                                      </p:tavLst>
                                    </p:anim>
                                    <p:anim calcmode="lin" valueType="num">
                                      <p:cBhvr additive="base">
                                        <p:cTn id="23" dur="500" fill="hold"/>
                                        <p:tgtEl>
                                          <p:spTgt spid="2"/>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28702"/>
                                        </p:tgtEl>
                                        <p:attrNameLst>
                                          <p:attrName>style.visibility</p:attrName>
                                        </p:attrNameLst>
                                      </p:cBhvr>
                                      <p:to>
                                        <p:strVal val="visible"/>
                                      </p:to>
                                    </p:set>
                                    <p:anim calcmode="lin" valueType="num">
                                      <p:cBhvr additive="base">
                                        <p:cTn id="26" dur="500" fill="hold"/>
                                        <p:tgtEl>
                                          <p:spTgt spid="28702"/>
                                        </p:tgtEl>
                                        <p:attrNameLst>
                                          <p:attrName>ppt_x</p:attrName>
                                        </p:attrNameLst>
                                      </p:cBhvr>
                                      <p:tavLst>
                                        <p:tav tm="0">
                                          <p:val>
                                            <p:strVal val="#ppt_x"/>
                                          </p:val>
                                        </p:tav>
                                        <p:tav tm="100000">
                                          <p:val>
                                            <p:strVal val="#ppt_x"/>
                                          </p:val>
                                        </p:tav>
                                      </p:tavLst>
                                    </p:anim>
                                    <p:anim calcmode="lin" valueType="num">
                                      <p:cBhvr additive="base">
                                        <p:cTn id="27" dur="500" fill="hold"/>
                                        <p:tgtEl>
                                          <p:spTgt spid="28702"/>
                                        </p:tgtEl>
                                        <p:attrNameLst>
                                          <p:attrName>ppt_y</p:attrName>
                                        </p:attrNameLst>
                                      </p:cBhvr>
                                      <p:tavLst>
                                        <p:tav tm="0">
                                          <p:val>
                                            <p:strVal val="1+#ppt_h/2"/>
                                          </p:val>
                                        </p:tav>
                                        <p:tav tm="100000">
                                          <p:val>
                                            <p:strVal val="#ppt_y"/>
                                          </p:val>
                                        </p:tav>
                                      </p:tavLst>
                                    </p:anim>
                                  </p:childTnLst>
                                </p:cTn>
                              </p:par>
                              <p:par>
                                <p:cTn id="28" presetID="2" presetClass="entr" presetSubtype="4" fill="hold" grpId="1" nodeType="withEffect">
                                  <p:stCondLst>
                                    <p:cond delay="0"/>
                                  </p:stCondLst>
                                  <p:childTnLst>
                                    <p:set>
                                      <p:cBhvr>
                                        <p:cTn id="29" dur="1" fill="hold">
                                          <p:stCondLst>
                                            <p:cond delay="0"/>
                                          </p:stCondLst>
                                        </p:cTn>
                                        <p:tgtEl>
                                          <p:spTgt spid="2"/>
                                        </p:tgtEl>
                                        <p:attrNameLst>
                                          <p:attrName>style.visibility</p:attrName>
                                        </p:attrNameLst>
                                      </p:cBhvr>
                                      <p:to>
                                        <p:strVal val="visible"/>
                                      </p:to>
                                    </p:set>
                                    <p:anim calcmode="lin" valueType="num">
                                      <p:cBhvr additive="base">
                                        <p:cTn id="30" dur="500" fill="hold"/>
                                        <p:tgtEl>
                                          <p:spTgt spid="2"/>
                                        </p:tgtEl>
                                        <p:attrNameLst>
                                          <p:attrName>ppt_x</p:attrName>
                                        </p:attrNameLst>
                                      </p:cBhvr>
                                      <p:tavLst>
                                        <p:tav tm="0">
                                          <p:val>
                                            <p:strVal val="#ppt_x"/>
                                          </p:val>
                                        </p:tav>
                                        <p:tav tm="100000">
                                          <p:val>
                                            <p:strVal val="#ppt_x"/>
                                          </p:val>
                                        </p:tav>
                                      </p:tavLst>
                                    </p:anim>
                                    <p:anim calcmode="lin" valueType="num">
                                      <p:cBhvr additive="base">
                                        <p:cTn id="31" dur="500" fill="hold"/>
                                        <p:tgtEl>
                                          <p:spTgt spid="2"/>
                                        </p:tgtEl>
                                        <p:attrNameLst>
                                          <p:attrName>ppt_y</p:attrName>
                                        </p:attrNameLst>
                                      </p:cBhvr>
                                      <p:tavLst>
                                        <p:tav tm="0">
                                          <p:val>
                                            <p:strVal val="1+#ppt_h/2"/>
                                          </p:val>
                                        </p:tav>
                                        <p:tav tm="100000">
                                          <p:val>
                                            <p:strVal val="#ppt_y"/>
                                          </p:val>
                                        </p:tav>
                                      </p:tavLst>
                                    </p:anim>
                                  </p:childTnLst>
                                </p:cTn>
                              </p:par>
                              <p:par>
                                <p:cTn id="32" presetID="2" presetClass="entr" presetSubtype="4" fill="hold" grpId="0" nodeType="withEffect">
                                  <p:stCondLst>
                                    <p:cond delay="0"/>
                                  </p:stCondLst>
                                  <p:childTnLst>
                                    <p:set>
                                      <p:cBhvr>
                                        <p:cTn id="33" dur="1" fill="hold">
                                          <p:stCondLst>
                                            <p:cond delay="0"/>
                                          </p:stCondLst>
                                        </p:cTn>
                                        <p:tgtEl>
                                          <p:spTgt spid="4"/>
                                        </p:tgtEl>
                                        <p:attrNameLst>
                                          <p:attrName>style.visibility</p:attrName>
                                        </p:attrNameLst>
                                      </p:cBhvr>
                                      <p:to>
                                        <p:strVal val="visible"/>
                                      </p:to>
                                    </p:set>
                                    <p:anim calcmode="lin" valueType="num">
                                      <p:cBhvr additive="base">
                                        <p:cTn id="34" dur="500" fill="hold"/>
                                        <p:tgtEl>
                                          <p:spTgt spid="4"/>
                                        </p:tgtEl>
                                        <p:attrNameLst>
                                          <p:attrName>ppt_x</p:attrName>
                                        </p:attrNameLst>
                                      </p:cBhvr>
                                      <p:tavLst>
                                        <p:tav tm="0">
                                          <p:val>
                                            <p:strVal val="#ppt_x"/>
                                          </p:val>
                                        </p:tav>
                                        <p:tav tm="100000">
                                          <p:val>
                                            <p:strVal val="#ppt_x"/>
                                          </p:val>
                                        </p:tav>
                                      </p:tavLst>
                                    </p:anim>
                                    <p:anim calcmode="lin" valueType="num">
                                      <p:cBhvr additive="base">
                                        <p:cTn id="35" dur="500" fill="hold"/>
                                        <p:tgtEl>
                                          <p:spTgt spid="4"/>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5"/>
                                        </p:tgtEl>
                                        <p:attrNameLst>
                                          <p:attrName>style.visibility</p:attrName>
                                        </p:attrNameLst>
                                      </p:cBhvr>
                                      <p:to>
                                        <p:strVal val="visible"/>
                                      </p:to>
                                    </p:set>
                                    <p:anim calcmode="lin" valueType="num">
                                      <p:cBhvr additive="base">
                                        <p:cTn id="38" dur="500" fill="hold"/>
                                        <p:tgtEl>
                                          <p:spTgt spid="5"/>
                                        </p:tgtEl>
                                        <p:attrNameLst>
                                          <p:attrName>ppt_x</p:attrName>
                                        </p:attrNameLst>
                                      </p:cBhvr>
                                      <p:tavLst>
                                        <p:tav tm="0">
                                          <p:val>
                                            <p:strVal val="#ppt_x"/>
                                          </p:val>
                                        </p:tav>
                                        <p:tav tm="100000">
                                          <p:val>
                                            <p:strVal val="#ppt_x"/>
                                          </p:val>
                                        </p:tav>
                                      </p:tavLst>
                                    </p:anim>
                                    <p:anim calcmode="lin" valueType="num">
                                      <p:cBhvr additive="base">
                                        <p:cTn id="39" dur="500" fill="hold"/>
                                        <p:tgtEl>
                                          <p:spTgt spid="5"/>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8703"/>
                                        </p:tgtEl>
                                        <p:attrNameLst>
                                          <p:attrName>style.visibility</p:attrName>
                                        </p:attrNameLst>
                                      </p:cBhvr>
                                      <p:to>
                                        <p:strVal val="visible"/>
                                      </p:to>
                                    </p:set>
                                    <p:anim calcmode="lin" valueType="num">
                                      <p:cBhvr additive="base">
                                        <p:cTn id="42" dur="500" fill="hold"/>
                                        <p:tgtEl>
                                          <p:spTgt spid="28703"/>
                                        </p:tgtEl>
                                        <p:attrNameLst>
                                          <p:attrName>ppt_x</p:attrName>
                                        </p:attrNameLst>
                                      </p:cBhvr>
                                      <p:tavLst>
                                        <p:tav tm="0">
                                          <p:val>
                                            <p:strVal val="#ppt_x"/>
                                          </p:val>
                                        </p:tav>
                                        <p:tav tm="100000">
                                          <p:val>
                                            <p:strVal val="#ppt_x"/>
                                          </p:val>
                                        </p:tav>
                                      </p:tavLst>
                                    </p:anim>
                                    <p:anim calcmode="lin" valueType="num">
                                      <p:cBhvr additive="base">
                                        <p:cTn id="43" dur="500" fill="hold"/>
                                        <p:tgtEl>
                                          <p:spTgt spid="28703"/>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28704"/>
                                        </p:tgtEl>
                                        <p:attrNameLst>
                                          <p:attrName>style.visibility</p:attrName>
                                        </p:attrNameLst>
                                      </p:cBhvr>
                                      <p:to>
                                        <p:strVal val="visible"/>
                                      </p:to>
                                    </p:set>
                                    <p:anim calcmode="lin" valueType="num">
                                      <p:cBhvr additive="base">
                                        <p:cTn id="46" dur="500" fill="hold"/>
                                        <p:tgtEl>
                                          <p:spTgt spid="28704"/>
                                        </p:tgtEl>
                                        <p:attrNameLst>
                                          <p:attrName>ppt_x</p:attrName>
                                        </p:attrNameLst>
                                      </p:cBhvr>
                                      <p:tavLst>
                                        <p:tav tm="0">
                                          <p:val>
                                            <p:strVal val="#ppt_x"/>
                                          </p:val>
                                        </p:tav>
                                        <p:tav tm="100000">
                                          <p:val>
                                            <p:strVal val="#ppt_x"/>
                                          </p:val>
                                        </p:tav>
                                      </p:tavLst>
                                    </p:anim>
                                    <p:anim calcmode="lin" valueType="num">
                                      <p:cBhvr additive="base">
                                        <p:cTn id="47" dur="500" fill="hold"/>
                                        <p:tgtEl>
                                          <p:spTgt spid="28704"/>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3"/>
                                        </p:tgtEl>
                                        <p:attrNameLst>
                                          <p:attrName>style.visibility</p:attrName>
                                        </p:attrNameLst>
                                      </p:cBhvr>
                                      <p:to>
                                        <p:strVal val="visible"/>
                                      </p:to>
                                    </p:set>
                                    <p:anim calcmode="lin" valueType="num">
                                      <p:cBhvr additive="base">
                                        <p:cTn id="50" dur="500" fill="hold"/>
                                        <p:tgtEl>
                                          <p:spTgt spid="3"/>
                                        </p:tgtEl>
                                        <p:attrNameLst>
                                          <p:attrName>ppt_x</p:attrName>
                                        </p:attrNameLst>
                                      </p:cBhvr>
                                      <p:tavLst>
                                        <p:tav tm="0">
                                          <p:val>
                                            <p:strVal val="#ppt_x"/>
                                          </p:val>
                                        </p:tav>
                                        <p:tav tm="100000">
                                          <p:val>
                                            <p:strVal val="#ppt_x"/>
                                          </p:val>
                                        </p:tav>
                                      </p:tavLst>
                                    </p:anim>
                                    <p:anim calcmode="lin" valueType="num">
                                      <p:cBhvr additive="base">
                                        <p:cTn id="5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9"/>
                                        </p:tgtEl>
                                        <p:attrNameLst>
                                          <p:attrName>style.visibility</p:attrName>
                                        </p:attrNameLst>
                                      </p:cBhvr>
                                      <p:to>
                                        <p:strVal val="visible"/>
                                      </p:to>
                                    </p:set>
                                    <p:anim calcmode="lin" valueType="num">
                                      <p:cBhvr additive="base">
                                        <p:cTn id="56" dur="500" fill="hold"/>
                                        <p:tgtEl>
                                          <p:spTgt spid="9"/>
                                        </p:tgtEl>
                                        <p:attrNameLst>
                                          <p:attrName>ppt_x</p:attrName>
                                        </p:attrNameLst>
                                      </p:cBhvr>
                                      <p:tavLst>
                                        <p:tav tm="0">
                                          <p:val>
                                            <p:strVal val="#ppt_x"/>
                                          </p:val>
                                        </p:tav>
                                        <p:tav tm="100000">
                                          <p:val>
                                            <p:strVal val="#ppt_x"/>
                                          </p:val>
                                        </p:tav>
                                      </p:tavLst>
                                    </p:anim>
                                    <p:anim calcmode="lin" valueType="num">
                                      <p:cBhvr additive="base">
                                        <p:cTn id="57" dur="500" fill="hold"/>
                                        <p:tgtEl>
                                          <p:spTgt spid="9"/>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6"/>
                                        </p:tgtEl>
                                        <p:attrNameLst>
                                          <p:attrName>style.visibility</p:attrName>
                                        </p:attrNameLst>
                                      </p:cBhvr>
                                      <p:to>
                                        <p:strVal val="visible"/>
                                      </p:to>
                                    </p:set>
                                    <p:anim calcmode="lin" valueType="num">
                                      <p:cBhvr additive="base">
                                        <p:cTn id="60" dur="500" fill="hold"/>
                                        <p:tgtEl>
                                          <p:spTgt spid="6"/>
                                        </p:tgtEl>
                                        <p:attrNameLst>
                                          <p:attrName>ppt_x</p:attrName>
                                        </p:attrNameLst>
                                      </p:cBhvr>
                                      <p:tavLst>
                                        <p:tav tm="0">
                                          <p:val>
                                            <p:strVal val="#ppt_x"/>
                                          </p:val>
                                        </p:tav>
                                        <p:tav tm="100000">
                                          <p:val>
                                            <p:strVal val="#ppt_x"/>
                                          </p:val>
                                        </p:tav>
                                      </p:tavLst>
                                    </p:anim>
                                    <p:anim calcmode="lin" valueType="num">
                                      <p:cBhvr additive="base">
                                        <p:cTn id="6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2"/>
                                        </p:tgtEl>
                                        <p:attrNameLst>
                                          <p:attrName>style.visibility</p:attrName>
                                        </p:attrNameLst>
                                      </p:cBhvr>
                                      <p:to>
                                        <p:strVal val="visible"/>
                                      </p:to>
                                    </p:set>
                                    <p:anim calcmode="lin" valueType="num">
                                      <p:cBhvr additive="base">
                                        <p:cTn id="66" dur="500" fill="hold"/>
                                        <p:tgtEl>
                                          <p:spTgt spid="12"/>
                                        </p:tgtEl>
                                        <p:attrNameLst>
                                          <p:attrName>ppt_x</p:attrName>
                                        </p:attrNameLst>
                                      </p:cBhvr>
                                      <p:tavLst>
                                        <p:tav tm="0">
                                          <p:val>
                                            <p:strVal val="#ppt_x"/>
                                          </p:val>
                                        </p:tav>
                                        <p:tav tm="100000">
                                          <p:val>
                                            <p:strVal val="#ppt_x"/>
                                          </p:val>
                                        </p:tav>
                                      </p:tavLst>
                                    </p:anim>
                                    <p:anim calcmode="lin" valueType="num">
                                      <p:cBhvr additive="base">
                                        <p:cTn id="67" dur="500" fill="hold"/>
                                        <p:tgtEl>
                                          <p:spTgt spid="12"/>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7"/>
                                        </p:tgtEl>
                                        <p:attrNameLst>
                                          <p:attrName>style.visibility</p:attrName>
                                        </p:attrNameLst>
                                      </p:cBhvr>
                                      <p:to>
                                        <p:strVal val="visible"/>
                                      </p:to>
                                    </p:set>
                                    <p:anim calcmode="lin" valueType="num">
                                      <p:cBhvr additive="base">
                                        <p:cTn id="70" dur="500" fill="hold"/>
                                        <p:tgtEl>
                                          <p:spTgt spid="7"/>
                                        </p:tgtEl>
                                        <p:attrNameLst>
                                          <p:attrName>ppt_x</p:attrName>
                                        </p:attrNameLst>
                                      </p:cBhvr>
                                      <p:tavLst>
                                        <p:tav tm="0">
                                          <p:val>
                                            <p:strVal val="#ppt_x"/>
                                          </p:val>
                                        </p:tav>
                                        <p:tav tm="100000">
                                          <p:val>
                                            <p:strVal val="#ppt_x"/>
                                          </p:val>
                                        </p:tav>
                                      </p:tavLst>
                                    </p:anim>
                                    <p:anim calcmode="lin" valueType="num">
                                      <p:cBhvr additive="base">
                                        <p:cTn id="71" dur="500" fill="hold"/>
                                        <p:tgtEl>
                                          <p:spTgt spid="7"/>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8"/>
                                        </p:tgtEl>
                                        <p:attrNameLst>
                                          <p:attrName>style.visibility</p:attrName>
                                        </p:attrNameLst>
                                      </p:cBhvr>
                                      <p:to>
                                        <p:strVal val="visible"/>
                                      </p:to>
                                    </p:set>
                                    <p:anim calcmode="lin" valueType="num">
                                      <p:cBhvr additive="base">
                                        <p:cTn id="74" dur="500" fill="hold"/>
                                        <p:tgtEl>
                                          <p:spTgt spid="8"/>
                                        </p:tgtEl>
                                        <p:attrNameLst>
                                          <p:attrName>ppt_x</p:attrName>
                                        </p:attrNameLst>
                                      </p:cBhvr>
                                      <p:tavLst>
                                        <p:tav tm="0">
                                          <p:val>
                                            <p:strVal val="#ppt_x"/>
                                          </p:val>
                                        </p:tav>
                                        <p:tav tm="100000">
                                          <p:val>
                                            <p:strVal val="#ppt_x"/>
                                          </p:val>
                                        </p:tav>
                                      </p:tavLst>
                                    </p:anim>
                                    <p:anim calcmode="lin" valueType="num">
                                      <p:cBhvr additive="base">
                                        <p:cTn id="7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9" grpId="0"/>
      <p:bldP spid="12" grpId="0" animBg="1"/>
      <p:bldP spid="1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求积公式的代数精度</a:t>
            </a:r>
            <a:endParaRPr lang="zh-CN" altLang="en-US" sz="2000" b="1" dirty="0">
              <a:solidFill>
                <a:srgbClr val="314865"/>
              </a:solidFill>
              <a:latin typeface="+mj-ea"/>
              <a:ea typeface="+mj-ea"/>
            </a:endParaRPr>
          </a:p>
        </p:txBody>
      </p:sp>
      <p:sp>
        <p:nvSpPr>
          <p:cNvPr id="17" name="Text Box 17"/>
          <p:cNvSpPr txBox="1">
            <a:spLocks noChangeArrowheads="1"/>
          </p:cNvSpPr>
          <p:nvPr/>
        </p:nvSpPr>
        <p:spPr bwMode="auto">
          <a:xfrm>
            <a:off x="0" y="704850"/>
            <a:ext cx="9144000" cy="316625"/>
          </a:xfrm>
          <a:prstGeom prst="rect">
            <a:avLst/>
          </a:prstGeom>
          <a:noFill/>
          <a:ln w="9525">
            <a:noFill/>
            <a:miter lim="800000"/>
            <a:headEnd/>
            <a:tailEnd/>
          </a:ln>
        </p:spPr>
        <p:txBody>
          <a:bodyPr>
            <a:spAutoFit/>
          </a:bodyPr>
          <a:lstStyle/>
          <a:p>
            <a:pPr algn="l">
              <a:lnSpc>
                <a:spcPct val="70000"/>
              </a:lnSpc>
            </a:pP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若求积公式</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             ，具有</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次代数精度，则</a:t>
            </a:r>
          </a:p>
        </p:txBody>
      </p:sp>
      <p:graphicFrame>
        <p:nvGraphicFramePr>
          <p:cNvPr id="27677" name="Object 29"/>
          <p:cNvGraphicFramePr>
            <a:graphicFrameLocks noChangeAspect="1"/>
          </p:cNvGraphicFramePr>
          <p:nvPr/>
        </p:nvGraphicFramePr>
        <p:xfrm>
          <a:off x="1519238" y="546100"/>
          <a:ext cx="2206625" cy="635000"/>
        </p:xfrm>
        <a:graphic>
          <a:graphicData uri="http://schemas.openxmlformats.org/presentationml/2006/ole">
            <mc:AlternateContent xmlns:mc="http://schemas.openxmlformats.org/markup-compatibility/2006">
              <mc:Choice xmlns:v="urn:schemas-microsoft-com:vml" Requires="v">
                <p:oleObj spid="_x0000_s42102" name="Equation" r:id="rId3" imgW="1815840" imgH="520560" progId="Equation.DSMT4">
                  <p:embed/>
                </p:oleObj>
              </mc:Choice>
              <mc:Fallback>
                <p:oleObj name="Equation" r:id="rId3" imgW="1815840" imgH="520560"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9238" y="546100"/>
                        <a:ext cx="2206625"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78" name="Object 30"/>
          <p:cNvGraphicFramePr>
            <a:graphicFrameLocks noChangeAspect="1"/>
          </p:cNvGraphicFramePr>
          <p:nvPr/>
        </p:nvGraphicFramePr>
        <p:xfrm>
          <a:off x="2565400" y="1171575"/>
          <a:ext cx="2328863" cy="341313"/>
        </p:xfrm>
        <a:graphic>
          <a:graphicData uri="http://schemas.openxmlformats.org/presentationml/2006/ole">
            <mc:AlternateContent xmlns:mc="http://schemas.openxmlformats.org/markup-compatibility/2006">
              <mc:Choice xmlns:v="urn:schemas-microsoft-com:vml" Requires="v">
                <p:oleObj spid="_x0000_s42103" name="Equation" r:id="rId5" imgW="1917360" imgH="279360" progId="Equation.DSMT4">
                  <p:embed/>
                </p:oleObj>
              </mc:Choice>
              <mc:Fallback>
                <p:oleObj name="Equation" r:id="rId5" imgW="1917360" imgH="279360" progId="Equation.DSMT4">
                  <p:embed/>
                  <p:pic>
                    <p:nvPicPr>
                      <p:cNvPr id="0" name="Object 3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5400" y="1171575"/>
                        <a:ext cx="2328863" cy="341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79" name="Object 31"/>
          <p:cNvGraphicFramePr>
            <a:graphicFrameLocks noChangeAspect="1"/>
          </p:cNvGraphicFramePr>
          <p:nvPr/>
        </p:nvGraphicFramePr>
        <p:xfrm>
          <a:off x="2554288" y="1389063"/>
          <a:ext cx="3162300" cy="647700"/>
        </p:xfrm>
        <a:graphic>
          <a:graphicData uri="http://schemas.openxmlformats.org/presentationml/2006/ole">
            <mc:AlternateContent xmlns:mc="http://schemas.openxmlformats.org/markup-compatibility/2006">
              <mc:Choice xmlns:v="urn:schemas-microsoft-com:vml" Requires="v">
                <p:oleObj spid="_x0000_s42104" name="Equation" r:id="rId7" imgW="2603160" imgH="533160" progId="Equation.DSMT4">
                  <p:embed/>
                </p:oleObj>
              </mc:Choice>
              <mc:Fallback>
                <p:oleObj name="Equation" r:id="rId7" imgW="2603160" imgH="533160" progId="Equation.DSMT4">
                  <p:embed/>
                  <p:pic>
                    <p:nvPicPr>
                      <p:cNvPr id="0"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4288" y="1389063"/>
                        <a:ext cx="316230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24"/>
          <p:cNvSpPr txBox="1">
            <a:spLocks noChangeArrowheads="1"/>
          </p:cNvSpPr>
          <p:nvPr/>
        </p:nvSpPr>
        <p:spPr bwMode="auto">
          <a:xfrm>
            <a:off x="2409825" y="1981200"/>
            <a:ext cx="5267325" cy="237757"/>
          </a:xfrm>
          <a:prstGeom prst="rect">
            <a:avLst/>
          </a:prstGeom>
          <a:noFill/>
          <a:ln w="9525">
            <a:noFill/>
            <a:miter lim="800000"/>
            <a:headEnd/>
            <a:tailEnd/>
          </a:ln>
        </p:spPr>
        <p:txBody>
          <a:bodyPr wrap="square">
            <a:spAutoFit/>
          </a:bodyPr>
          <a:lstStyle/>
          <a:p>
            <a:pPr algn="l">
              <a:lnSpc>
                <a:spcPct val="70000"/>
              </a:lnSpc>
            </a:pPr>
            <a:r>
              <a:rPr lang="en-US" altLang="zh-CN" dirty="0"/>
              <a:t>             </a:t>
            </a:r>
            <a:r>
              <a:rPr lang="en-US" altLang="zh-CN" dirty="0">
                <a:latin typeface="Times New Roman" pitchFamily="18" charset="0"/>
              </a:rPr>
              <a:t>……………………</a:t>
            </a:r>
            <a:endParaRPr lang="en-US" altLang="zh-CN" dirty="0">
              <a:sym typeface="Symbol" pitchFamily="18" charset="2"/>
            </a:endParaRPr>
          </a:p>
        </p:txBody>
      </p:sp>
      <p:graphicFrame>
        <p:nvGraphicFramePr>
          <p:cNvPr id="27680" name="Object 32"/>
          <p:cNvGraphicFramePr>
            <a:graphicFrameLocks noChangeAspect="1"/>
          </p:cNvGraphicFramePr>
          <p:nvPr/>
        </p:nvGraphicFramePr>
        <p:xfrm>
          <a:off x="2547938" y="2193925"/>
          <a:ext cx="3517900" cy="649288"/>
        </p:xfrm>
        <a:graphic>
          <a:graphicData uri="http://schemas.openxmlformats.org/presentationml/2006/ole">
            <mc:AlternateContent xmlns:mc="http://schemas.openxmlformats.org/markup-compatibility/2006">
              <mc:Choice xmlns:v="urn:schemas-microsoft-com:vml" Requires="v">
                <p:oleObj spid="_x0000_s42105" name="Equation" r:id="rId9" imgW="2895480" imgH="533160" progId="Equation.DSMT4">
                  <p:embed/>
                </p:oleObj>
              </mc:Choice>
              <mc:Fallback>
                <p:oleObj name="Equation" r:id="rId9" imgW="2895480" imgH="533160" progId="Equation.DSMT4">
                  <p:embed/>
                  <p:pic>
                    <p:nvPicPr>
                      <p:cNvPr id="0" name="Object 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7938" y="2193925"/>
                        <a:ext cx="3517900" cy="649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29"/>
          <p:cNvGraphicFramePr>
            <a:graphicFrameLocks noChangeAspect="1"/>
          </p:cNvGraphicFramePr>
          <p:nvPr/>
        </p:nvGraphicFramePr>
        <p:xfrm>
          <a:off x="4572000" y="738188"/>
          <a:ext cx="169863" cy="185737"/>
        </p:xfrm>
        <a:graphic>
          <a:graphicData uri="http://schemas.openxmlformats.org/presentationml/2006/ole">
            <mc:AlternateContent xmlns:mc="http://schemas.openxmlformats.org/markup-compatibility/2006">
              <mc:Choice xmlns:v="urn:schemas-microsoft-com:vml" Requires="v">
                <p:oleObj spid="_x0000_s42106" name="Equation" r:id="rId11" imgW="139680" imgH="152280" progId="Equation.DSMT4">
                  <p:embed/>
                </p:oleObj>
              </mc:Choice>
              <mc:Fallback>
                <p:oleObj name="Equation" r:id="rId11" imgW="139680" imgH="152280" progId="Equation.DSMT4">
                  <p:embed/>
                  <p:pic>
                    <p:nvPicPr>
                      <p:cNvPr id="0"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738188"/>
                        <a:ext cx="169863" cy="185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81" name="Object 33"/>
          <p:cNvGraphicFramePr>
            <a:graphicFrameLocks noChangeAspect="1"/>
          </p:cNvGraphicFramePr>
          <p:nvPr/>
        </p:nvGraphicFramePr>
        <p:xfrm>
          <a:off x="2262188" y="1211263"/>
          <a:ext cx="307975" cy="1498600"/>
        </p:xfrm>
        <a:graphic>
          <a:graphicData uri="http://schemas.openxmlformats.org/presentationml/2006/ole">
            <mc:AlternateContent xmlns:mc="http://schemas.openxmlformats.org/markup-compatibility/2006">
              <mc:Choice xmlns:v="urn:schemas-microsoft-com:vml" Requires="v">
                <p:oleObj spid="_x0000_s42107" name="Equation" r:id="rId13" imgW="203040" imgH="990360" progId="Equation.DSMT4">
                  <p:embed/>
                </p:oleObj>
              </mc:Choice>
              <mc:Fallback>
                <p:oleObj name="Equation" r:id="rId13" imgW="203040" imgH="990360" progId="Equation.DSMT4">
                  <p:embed/>
                  <p:pic>
                    <p:nvPicPr>
                      <p:cNvPr id="0" name="Object 3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62188" y="1211263"/>
                        <a:ext cx="307975" cy="149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 Box 34"/>
          <p:cNvSpPr txBox="1">
            <a:spLocks noChangeArrowheads="1"/>
          </p:cNvSpPr>
          <p:nvPr/>
        </p:nvSpPr>
        <p:spPr bwMode="auto">
          <a:xfrm>
            <a:off x="0" y="2862263"/>
            <a:ext cx="9144000" cy="338554"/>
          </a:xfrm>
          <a:prstGeom prst="rect">
            <a:avLst/>
          </a:prstGeom>
          <a:noFill/>
          <a:ln w="9525">
            <a:noFill/>
            <a:miter lim="800000"/>
            <a:headEnd/>
            <a:tailEnd/>
          </a:ln>
        </p:spPr>
        <p:txBody>
          <a:bodyPr>
            <a:spAutoFit/>
          </a:bodyPr>
          <a:lstStyle/>
          <a:p>
            <a:pPr algn="l">
              <a:lnSpc>
                <a:spcPct val="80000"/>
              </a:lnSpc>
            </a:pPr>
            <a:r>
              <a:rPr lang="zh-CN" altLang="en-US" sz="2000" dirty="0" smtClean="0">
                <a:latin typeface="Calibri" pitchFamily="34" charset="0"/>
                <a:ea typeface="宋体" pitchFamily="2" charset="-122"/>
                <a:sym typeface="Symbol" pitchFamily="18" charset="2"/>
              </a:rPr>
              <a:t>这是关于</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的线性方程组，其系数行列式为</a:t>
            </a:r>
          </a:p>
        </p:txBody>
      </p:sp>
      <p:graphicFrame>
        <p:nvGraphicFramePr>
          <p:cNvPr id="27683" name="Object 35"/>
          <p:cNvGraphicFramePr>
            <a:graphicFrameLocks noChangeAspect="1"/>
          </p:cNvGraphicFramePr>
          <p:nvPr/>
        </p:nvGraphicFramePr>
        <p:xfrm>
          <a:off x="1454150" y="3159125"/>
          <a:ext cx="2265363" cy="1597025"/>
        </p:xfrm>
        <a:graphic>
          <a:graphicData uri="http://schemas.openxmlformats.org/presentationml/2006/ole">
            <mc:AlternateContent xmlns:mc="http://schemas.openxmlformats.org/markup-compatibility/2006">
              <mc:Choice xmlns:v="urn:schemas-microsoft-com:vml" Requires="v">
                <p:oleObj spid="_x0000_s42108" name="Equation" r:id="rId15" imgW="1892160" imgH="1333440" progId="Equation.DSMT4">
                  <p:embed/>
                </p:oleObj>
              </mc:Choice>
              <mc:Fallback>
                <p:oleObj name="Equation" r:id="rId15" imgW="1892160" imgH="1333440" progId="Equation.DSMT4">
                  <p:embed/>
                  <p:pic>
                    <p:nvPicPr>
                      <p:cNvPr id="0" name="Object 3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454150" y="3159125"/>
                        <a:ext cx="2265363" cy="159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84" name="Object 36"/>
          <p:cNvGraphicFramePr>
            <a:graphicFrameLocks noChangeAspect="1"/>
          </p:cNvGraphicFramePr>
          <p:nvPr/>
        </p:nvGraphicFramePr>
        <p:xfrm>
          <a:off x="3765550" y="3703638"/>
          <a:ext cx="1689100" cy="501650"/>
        </p:xfrm>
        <a:graphic>
          <a:graphicData uri="http://schemas.openxmlformats.org/presentationml/2006/ole">
            <mc:AlternateContent xmlns:mc="http://schemas.openxmlformats.org/markup-compatibility/2006">
              <mc:Choice xmlns:v="urn:schemas-microsoft-com:vml" Requires="v">
                <p:oleObj spid="_x0000_s42109" name="Equation" r:id="rId17" imgW="1409400" imgH="419040" progId="Equation.DSMT4">
                  <p:embed/>
                </p:oleObj>
              </mc:Choice>
              <mc:Fallback>
                <p:oleObj name="Equation" r:id="rId17" imgW="1409400" imgH="419040" progId="Equation.DSMT4">
                  <p:embed/>
                  <p:pic>
                    <p:nvPicPr>
                      <p:cNvPr id="0" name="Object 3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65550" y="3703638"/>
                        <a:ext cx="1689100" cy="501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36"/>
          <p:cNvGraphicFramePr>
            <a:graphicFrameLocks noChangeAspect="1"/>
          </p:cNvGraphicFramePr>
          <p:nvPr/>
        </p:nvGraphicFramePr>
        <p:xfrm>
          <a:off x="1076325" y="2825750"/>
          <a:ext cx="1352550" cy="352425"/>
        </p:xfrm>
        <a:graphic>
          <a:graphicData uri="http://schemas.openxmlformats.org/presentationml/2006/ole">
            <mc:AlternateContent xmlns:mc="http://schemas.openxmlformats.org/markup-compatibility/2006">
              <mc:Choice xmlns:v="urn:schemas-microsoft-com:vml" Requires="v">
                <p:oleObj spid="_x0000_s42110" name="Equation" r:id="rId19" imgW="1130040" imgH="291960" progId="Equation.DSMT4">
                  <p:embed/>
                </p:oleObj>
              </mc:Choice>
              <mc:Fallback>
                <p:oleObj name="Equation" r:id="rId19" imgW="1130040" imgH="291960" progId="Equation.DSMT4">
                  <p:embed/>
                  <p:pic>
                    <p:nvPicPr>
                      <p:cNvPr id="0" name="Picture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76325" y="2825750"/>
                        <a:ext cx="135255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Text Box 20"/>
          <p:cNvSpPr txBox="1">
            <a:spLocks noChangeArrowheads="1"/>
          </p:cNvSpPr>
          <p:nvPr/>
        </p:nvSpPr>
        <p:spPr bwMode="auto">
          <a:xfrm>
            <a:off x="5619750" y="3638550"/>
            <a:ext cx="306705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latin typeface="Calibri" pitchFamily="34" charset="0"/>
                <a:ea typeface="宋体" pitchFamily="2" charset="-122"/>
                <a:sym typeface="Symbol" pitchFamily="18" charset="2"/>
              </a:rPr>
              <a:t>所以方程组</a:t>
            </a:r>
            <a:r>
              <a:rPr lang="en-US" altLang="zh-CN" sz="2000" dirty="0" smtClean="0">
                <a:latin typeface="Calibri" pitchFamily="34" charset="0"/>
                <a:ea typeface="宋体" pitchFamily="2" charset="-122"/>
                <a:sym typeface="Symbol" pitchFamily="18" charset="2"/>
              </a:rPr>
              <a:t>(1)</a:t>
            </a:r>
            <a:r>
              <a:rPr lang="zh-CN" altLang="en-US" sz="2000" dirty="0" smtClean="0">
                <a:latin typeface="Calibri" pitchFamily="34" charset="0"/>
                <a:ea typeface="宋体" pitchFamily="2" charset="-122"/>
                <a:sym typeface="Symbol" pitchFamily="18" charset="2"/>
              </a:rPr>
              <a:t>有唯一解。</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additive="base">
                                        <p:cTn id="22" dur="500" fill="hold"/>
                                        <p:tgtEl>
                                          <p:spTgt spid="17"/>
                                        </p:tgtEl>
                                        <p:attrNameLst>
                                          <p:attrName>ppt_x</p:attrName>
                                        </p:attrNameLst>
                                      </p:cBhvr>
                                      <p:tavLst>
                                        <p:tav tm="0">
                                          <p:val>
                                            <p:strVal val="0-#ppt_w/2"/>
                                          </p:val>
                                        </p:tav>
                                        <p:tav tm="100000">
                                          <p:val>
                                            <p:strVal val="#ppt_x"/>
                                          </p:val>
                                        </p:tav>
                                      </p:tavLst>
                                    </p:anim>
                                    <p:anim calcmode="lin" valueType="num">
                                      <p:cBhvr additive="base">
                                        <p:cTn id="23" dur="500" fill="hold"/>
                                        <p:tgtEl>
                                          <p:spTgt spid="17"/>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27677"/>
                                        </p:tgtEl>
                                        <p:attrNameLst>
                                          <p:attrName>style.visibility</p:attrName>
                                        </p:attrNameLst>
                                      </p:cBhvr>
                                      <p:to>
                                        <p:strVal val="visible"/>
                                      </p:to>
                                    </p:set>
                                    <p:anim calcmode="lin" valueType="num">
                                      <p:cBhvr additive="base">
                                        <p:cTn id="26" dur="500" fill="hold"/>
                                        <p:tgtEl>
                                          <p:spTgt spid="27677"/>
                                        </p:tgtEl>
                                        <p:attrNameLst>
                                          <p:attrName>ppt_x</p:attrName>
                                        </p:attrNameLst>
                                      </p:cBhvr>
                                      <p:tavLst>
                                        <p:tav tm="0">
                                          <p:val>
                                            <p:strVal val="0-#ppt_w/2"/>
                                          </p:val>
                                        </p:tav>
                                        <p:tav tm="100000">
                                          <p:val>
                                            <p:strVal val="#ppt_x"/>
                                          </p:val>
                                        </p:tav>
                                      </p:tavLst>
                                    </p:anim>
                                    <p:anim calcmode="lin" valueType="num">
                                      <p:cBhvr additive="base">
                                        <p:cTn id="27" dur="500" fill="hold"/>
                                        <p:tgtEl>
                                          <p:spTgt spid="27677"/>
                                        </p:tgtEl>
                                        <p:attrNameLst>
                                          <p:attrName>ppt_y</p:attrName>
                                        </p:attrNameLst>
                                      </p:cBhvr>
                                      <p:tavLst>
                                        <p:tav tm="0">
                                          <p:val>
                                            <p:strVal val="#ppt_y"/>
                                          </p:val>
                                        </p:tav>
                                        <p:tav tm="100000">
                                          <p:val>
                                            <p:strVal val="#ppt_y"/>
                                          </p:val>
                                        </p:tav>
                                      </p:tavLst>
                                    </p:anim>
                                  </p:childTnLst>
                                </p:cTn>
                              </p:par>
                              <p:par>
                                <p:cTn id="28" presetID="2" presetClass="entr" presetSubtype="8" fill="hold" nodeType="with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0-#ppt_w/2"/>
                                          </p:val>
                                        </p:tav>
                                        <p:tav tm="100000">
                                          <p:val>
                                            <p:strVal val="#ppt_x"/>
                                          </p:val>
                                        </p:tav>
                                      </p:tavLst>
                                    </p:anim>
                                    <p:anim calcmode="lin" valueType="num">
                                      <p:cBhvr additive="base">
                                        <p:cTn id="31"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2" fill="hold" nodeType="clickEffect">
                                  <p:stCondLst>
                                    <p:cond delay="0"/>
                                  </p:stCondLst>
                                  <p:childTnLst>
                                    <p:set>
                                      <p:cBhvr>
                                        <p:cTn id="35" dur="1" fill="hold">
                                          <p:stCondLst>
                                            <p:cond delay="0"/>
                                          </p:stCondLst>
                                        </p:cTn>
                                        <p:tgtEl>
                                          <p:spTgt spid="27678"/>
                                        </p:tgtEl>
                                        <p:attrNameLst>
                                          <p:attrName>style.visibility</p:attrName>
                                        </p:attrNameLst>
                                      </p:cBhvr>
                                      <p:to>
                                        <p:strVal val="visible"/>
                                      </p:to>
                                    </p:set>
                                    <p:anim calcmode="lin" valueType="num">
                                      <p:cBhvr additive="base">
                                        <p:cTn id="36" dur="500" fill="hold"/>
                                        <p:tgtEl>
                                          <p:spTgt spid="27678"/>
                                        </p:tgtEl>
                                        <p:attrNameLst>
                                          <p:attrName>ppt_x</p:attrName>
                                        </p:attrNameLst>
                                      </p:cBhvr>
                                      <p:tavLst>
                                        <p:tav tm="0">
                                          <p:val>
                                            <p:strVal val="1+#ppt_w/2"/>
                                          </p:val>
                                        </p:tav>
                                        <p:tav tm="100000">
                                          <p:val>
                                            <p:strVal val="#ppt_x"/>
                                          </p:val>
                                        </p:tav>
                                      </p:tavLst>
                                    </p:anim>
                                    <p:anim calcmode="lin" valueType="num">
                                      <p:cBhvr additive="base">
                                        <p:cTn id="37" dur="500" fill="hold"/>
                                        <p:tgtEl>
                                          <p:spTgt spid="27678"/>
                                        </p:tgtEl>
                                        <p:attrNameLst>
                                          <p:attrName>ppt_y</p:attrName>
                                        </p:attrNameLst>
                                      </p:cBhvr>
                                      <p:tavLst>
                                        <p:tav tm="0">
                                          <p:val>
                                            <p:strVal val="#ppt_y"/>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27678"/>
                                        </p:tgtEl>
                                        <p:attrNameLst>
                                          <p:attrName>style.visibility</p:attrName>
                                        </p:attrNameLst>
                                      </p:cBhvr>
                                      <p:to>
                                        <p:strVal val="visible"/>
                                      </p:to>
                                    </p:set>
                                    <p:anim calcmode="lin" valueType="num">
                                      <p:cBhvr additive="base">
                                        <p:cTn id="42" dur="500" fill="hold"/>
                                        <p:tgtEl>
                                          <p:spTgt spid="27678"/>
                                        </p:tgtEl>
                                        <p:attrNameLst>
                                          <p:attrName>ppt_x</p:attrName>
                                        </p:attrNameLst>
                                      </p:cBhvr>
                                      <p:tavLst>
                                        <p:tav tm="0">
                                          <p:val>
                                            <p:strVal val="1+#ppt_w/2"/>
                                          </p:val>
                                        </p:tav>
                                        <p:tav tm="100000">
                                          <p:val>
                                            <p:strVal val="#ppt_x"/>
                                          </p:val>
                                        </p:tav>
                                      </p:tavLst>
                                    </p:anim>
                                    <p:anim calcmode="lin" valueType="num">
                                      <p:cBhvr additive="base">
                                        <p:cTn id="43" dur="500" fill="hold"/>
                                        <p:tgtEl>
                                          <p:spTgt spid="27678"/>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2" fill="hold" nodeType="clickEffect">
                                  <p:stCondLst>
                                    <p:cond delay="0"/>
                                  </p:stCondLst>
                                  <p:childTnLst>
                                    <p:set>
                                      <p:cBhvr>
                                        <p:cTn id="47" dur="1" fill="hold">
                                          <p:stCondLst>
                                            <p:cond delay="0"/>
                                          </p:stCondLst>
                                        </p:cTn>
                                        <p:tgtEl>
                                          <p:spTgt spid="27679"/>
                                        </p:tgtEl>
                                        <p:attrNameLst>
                                          <p:attrName>style.visibility</p:attrName>
                                        </p:attrNameLst>
                                      </p:cBhvr>
                                      <p:to>
                                        <p:strVal val="visible"/>
                                      </p:to>
                                    </p:set>
                                    <p:anim calcmode="lin" valueType="num">
                                      <p:cBhvr additive="base">
                                        <p:cTn id="48" dur="500" fill="hold"/>
                                        <p:tgtEl>
                                          <p:spTgt spid="27679"/>
                                        </p:tgtEl>
                                        <p:attrNameLst>
                                          <p:attrName>ppt_x</p:attrName>
                                        </p:attrNameLst>
                                      </p:cBhvr>
                                      <p:tavLst>
                                        <p:tav tm="0">
                                          <p:val>
                                            <p:strVal val="1+#ppt_w/2"/>
                                          </p:val>
                                        </p:tav>
                                        <p:tav tm="100000">
                                          <p:val>
                                            <p:strVal val="#ppt_x"/>
                                          </p:val>
                                        </p:tav>
                                      </p:tavLst>
                                    </p:anim>
                                    <p:anim calcmode="lin" valueType="num">
                                      <p:cBhvr additive="base">
                                        <p:cTn id="49" dur="500" fill="hold"/>
                                        <p:tgtEl>
                                          <p:spTgt spid="27679"/>
                                        </p:tgtEl>
                                        <p:attrNameLst>
                                          <p:attrName>ppt_y</p:attrName>
                                        </p:attrNameLst>
                                      </p:cBhvr>
                                      <p:tavLst>
                                        <p:tav tm="0">
                                          <p:val>
                                            <p:strVal val="#ppt_y"/>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2" fill="hold" grpId="0" nodeType="click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ppt_x</p:attrName>
                                        </p:attrNameLst>
                                      </p:cBhvr>
                                      <p:tavLst>
                                        <p:tav tm="0">
                                          <p:val>
                                            <p:strVal val="1+#ppt_w/2"/>
                                          </p:val>
                                        </p:tav>
                                        <p:tav tm="100000">
                                          <p:val>
                                            <p:strVal val="#ppt_x"/>
                                          </p:val>
                                        </p:tav>
                                      </p:tavLst>
                                    </p:anim>
                                    <p:anim calcmode="lin" valueType="num">
                                      <p:cBhvr additive="base">
                                        <p:cTn id="55"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2" fill="hold" nodeType="clickEffect">
                                  <p:stCondLst>
                                    <p:cond delay="0"/>
                                  </p:stCondLst>
                                  <p:childTnLst>
                                    <p:set>
                                      <p:cBhvr>
                                        <p:cTn id="59" dur="1" fill="hold">
                                          <p:stCondLst>
                                            <p:cond delay="0"/>
                                          </p:stCondLst>
                                        </p:cTn>
                                        <p:tgtEl>
                                          <p:spTgt spid="27680"/>
                                        </p:tgtEl>
                                        <p:attrNameLst>
                                          <p:attrName>style.visibility</p:attrName>
                                        </p:attrNameLst>
                                      </p:cBhvr>
                                      <p:to>
                                        <p:strVal val="visible"/>
                                      </p:to>
                                    </p:set>
                                    <p:anim calcmode="lin" valueType="num">
                                      <p:cBhvr additive="base">
                                        <p:cTn id="60" dur="500" fill="hold"/>
                                        <p:tgtEl>
                                          <p:spTgt spid="27680"/>
                                        </p:tgtEl>
                                        <p:attrNameLst>
                                          <p:attrName>ppt_x</p:attrName>
                                        </p:attrNameLst>
                                      </p:cBhvr>
                                      <p:tavLst>
                                        <p:tav tm="0">
                                          <p:val>
                                            <p:strVal val="1+#ppt_w/2"/>
                                          </p:val>
                                        </p:tav>
                                        <p:tav tm="100000">
                                          <p:val>
                                            <p:strVal val="#ppt_x"/>
                                          </p:val>
                                        </p:tav>
                                      </p:tavLst>
                                    </p:anim>
                                    <p:anim calcmode="lin" valueType="num">
                                      <p:cBhvr additive="base">
                                        <p:cTn id="61" dur="500" fill="hold"/>
                                        <p:tgtEl>
                                          <p:spTgt spid="27680"/>
                                        </p:tgtEl>
                                        <p:attrNameLst>
                                          <p:attrName>ppt_y</p:attrName>
                                        </p:attrNameLst>
                                      </p:cBhvr>
                                      <p:tavLst>
                                        <p:tav tm="0">
                                          <p:val>
                                            <p:strVal val="#ppt_y"/>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8" fill="hold" nodeType="clickEffect">
                                  <p:stCondLst>
                                    <p:cond delay="0"/>
                                  </p:stCondLst>
                                  <p:childTnLst>
                                    <p:set>
                                      <p:cBhvr>
                                        <p:cTn id="65" dur="1" fill="hold">
                                          <p:stCondLst>
                                            <p:cond delay="0"/>
                                          </p:stCondLst>
                                        </p:cTn>
                                        <p:tgtEl>
                                          <p:spTgt spid="27681"/>
                                        </p:tgtEl>
                                        <p:attrNameLst>
                                          <p:attrName>style.visibility</p:attrName>
                                        </p:attrNameLst>
                                      </p:cBhvr>
                                      <p:to>
                                        <p:strVal val="visible"/>
                                      </p:to>
                                    </p:set>
                                    <p:anim calcmode="lin" valueType="num">
                                      <p:cBhvr additive="base">
                                        <p:cTn id="66" dur="500" fill="hold"/>
                                        <p:tgtEl>
                                          <p:spTgt spid="27681"/>
                                        </p:tgtEl>
                                        <p:attrNameLst>
                                          <p:attrName>ppt_x</p:attrName>
                                        </p:attrNameLst>
                                      </p:cBhvr>
                                      <p:tavLst>
                                        <p:tav tm="0">
                                          <p:val>
                                            <p:strVal val="0-#ppt_w/2"/>
                                          </p:val>
                                        </p:tav>
                                        <p:tav tm="100000">
                                          <p:val>
                                            <p:strVal val="#ppt_x"/>
                                          </p:val>
                                        </p:tav>
                                      </p:tavLst>
                                    </p:anim>
                                    <p:anim calcmode="lin" valueType="num">
                                      <p:cBhvr additive="base">
                                        <p:cTn id="67" dur="500" fill="hold"/>
                                        <p:tgtEl>
                                          <p:spTgt spid="27681"/>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3" presetClass="entr" presetSubtype="10" fill="hold" grpId="0" nodeType="click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blinds(horizontal)">
                                      <p:cBhvr>
                                        <p:cTn id="72" dur="500"/>
                                        <p:tgtEl>
                                          <p:spTgt spid="25"/>
                                        </p:tgtEl>
                                      </p:cBhvr>
                                    </p:animEffect>
                                  </p:childTnLst>
                                </p:cTn>
                              </p:par>
                              <p:par>
                                <p:cTn id="73" presetID="3" presetClass="entr" presetSubtype="10" fill="hold" nodeType="withEffect">
                                  <p:stCondLst>
                                    <p:cond delay="0"/>
                                  </p:stCondLst>
                                  <p:childTnLst>
                                    <p:set>
                                      <p:cBhvr>
                                        <p:cTn id="74" dur="1" fill="hold">
                                          <p:stCondLst>
                                            <p:cond delay="0"/>
                                          </p:stCondLst>
                                        </p:cTn>
                                        <p:tgtEl>
                                          <p:spTgt spid="11"/>
                                        </p:tgtEl>
                                        <p:attrNameLst>
                                          <p:attrName>style.visibility</p:attrName>
                                        </p:attrNameLst>
                                      </p:cBhvr>
                                      <p:to>
                                        <p:strVal val="visible"/>
                                      </p:to>
                                    </p:set>
                                    <p:animEffect transition="in" filter="blinds(horizontal)">
                                      <p:cBhvr>
                                        <p:cTn id="75" dur="500"/>
                                        <p:tgtEl>
                                          <p:spTgt spid="11"/>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27683"/>
                                        </p:tgtEl>
                                        <p:attrNameLst>
                                          <p:attrName>style.visibility</p:attrName>
                                        </p:attrNameLst>
                                      </p:cBhvr>
                                      <p:to>
                                        <p:strVal val="visible"/>
                                      </p:to>
                                    </p:set>
                                    <p:animEffect transition="in" filter="blinds(horizontal)">
                                      <p:cBhvr>
                                        <p:cTn id="80" dur="500"/>
                                        <p:tgtEl>
                                          <p:spTgt spid="27683"/>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27684"/>
                                        </p:tgtEl>
                                        <p:attrNameLst>
                                          <p:attrName>style.visibility</p:attrName>
                                        </p:attrNameLst>
                                      </p:cBhvr>
                                      <p:to>
                                        <p:strVal val="visible"/>
                                      </p:to>
                                    </p:set>
                                    <p:animEffect transition="in" filter="blinds(horizontal)">
                                      <p:cBhvr>
                                        <p:cTn id="85" dur="500"/>
                                        <p:tgtEl>
                                          <p:spTgt spid="27684"/>
                                        </p:tgtEl>
                                      </p:cBhvr>
                                    </p:animEffect>
                                  </p:childTnLst>
                                </p:cTn>
                              </p:par>
                            </p:childTnLst>
                          </p:cTn>
                        </p:par>
                      </p:childTnLst>
                    </p:cTn>
                  </p:par>
                  <p:par>
                    <p:cTn id="86" fill="hold">
                      <p:stCondLst>
                        <p:cond delay="indefinite"/>
                      </p:stCondLst>
                      <p:childTnLst>
                        <p:par>
                          <p:cTn id="87" fill="hold">
                            <p:stCondLst>
                              <p:cond delay="0"/>
                            </p:stCondLst>
                            <p:childTnLst>
                              <p:par>
                                <p:cTn id="88" presetID="1" presetClass="entr" presetSubtype="0" fill="hold" grpId="0" nodeType="clickEffect">
                                  <p:stCondLst>
                                    <p:cond delay="0"/>
                                  </p:stCondLst>
                                  <p:childTnLst>
                                    <p:set>
                                      <p:cBhvr>
                                        <p:cTn id="89" dur="1" fill="hold">
                                          <p:stCondLst>
                                            <p:cond delay="29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P spid="21" grpId="0"/>
      <p:bldP spid="25" grpId="0"/>
      <p:bldP spid="29" grpId="0"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求积公式的代数精度</a:t>
            </a:r>
            <a:endParaRPr lang="zh-CN" altLang="en-US" sz="2000" b="1" dirty="0">
              <a:solidFill>
                <a:srgbClr val="314865"/>
              </a:solidFill>
              <a:latin typeface="+mj-ea"/>
              <a:ea typeface="+mj-ea"/>
            </a:endParaRPr>
          </a:p>
        </p:txBody>
      </p:sp>
      <p:sp>
        <p:nvSpPr>
          <p:cNvPr id="5" name="Text Box 36"/>
          <p:cNvSpPr txBox="1">
            <a:spLocks noChangeArrowheads="1"/>
          </p:cNvSpPr>
          <p:nvPr/>
        </p:nvSpPr>
        <p:spPr bwMode="auto">
          <a:xfrm>
            <a:off x="285750" y="612775"/>
            <a:ext cx="7534275" cy="1138773"/>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85000"/>
              </a:lnSpc>
            </a:pP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例</a:t>
            </a:r>
            <a:r>
              <a:rPr lang="en-US" altLang="zh-CN" sz="2000" dirty="0" smtClean="0">
                <a:latin typeface="Calibri" pitchFamily="34" charset="0"/>
                <a:ea typeface="宋体" pitchFamily="2" charset="-122"/>
                <a:sym typeface="Symbol" pitchFamily="18" charset="2"/>
              </a:rPr>
              <a:t>1  </a:t>
            </a:r>
            <a:r>
              <a:rPr lang="zh-CN" altLang="en-US" sz="2000" dirty="0" smtClean="0">
                <a:latin typeface="Calibri" pitchFamily="34" charset="0"/>
                <a:ea typeface="宋体" pitchFamily="2" charset="-122"/>
                <a:sym typeface="Symbol" pitchFamily="18" charset="2"/>
              </a:rPr>
              <a:t>试确定参数</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使求积公式</a:t>
            </a:r>
            <a:endParaRPr lang="en-US" altLang="zh-CN" sz="2000" dirty="0" smtClean="0">
              <a:latin typeface="Calibri" pitchFamily="34" charset="0"/>
              <a:ea typeface="宋体" pitchFamily="2" charset="-122"/>
              <a:sym typeface="Symbol" pitchFamily="18" charset="2"/>
            </a:endParaRPr>
          </a:p>
          <a:p>
            <a:pPr algn="l">
              <a:lnSpc>
                <a:spcPct val="85000"/>
              </a:lnSpc>
            </a:pPr>
            <a:endParaRPr lang="en-US" altLang="zh-CN" sz="2000" dirty="0" smtClean="0">
              <a:latin typeface="Calibri" pitchFamily="34" charset="0"/>
              <a:ea typeface="宋体" pitchFamily="2" charset="-122"/>
              <a:sym typeface="Symbol" pitchFamily="18" charset="2"/>
            </a:endParaRPr>
          </a:p>
          <a:p>
            <a:pPr algn="l">
              <a:lnSpc>
                <a:spcPct val="85000"/>
              </a:lnSpc>
            </a:pPr>
            <a:endParaRPr lang="en-US" altLang="zh-CN" sz="2000" dirty="0" smtClean="0">
              <a:latin typeface="Calibri" pitchFamily="34" charset="0"/>
              <a:ea typeface="宋体" pitchFamily="2" charset="-122"/>
              <a:sym typeface="Symbol" pitchFamily="18" charset="2"/>
            </a:endParaRPr>
          </a:p>
          <a:p>
            <a:pPr>
              <a:lnSpc>
                <a:spcPct val="85000"/>
              </a:lnSpc>
            </a:pP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  具有尽可能高的代数精度</a:t>
            </a:r>
            <a:r>
              <a:rPr lang="en-US" altLang="zh-CN" sz="2000" dirty="0" smtClean="0">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并问代数精度是多少</a:t>
            </a:r>
            <a:r>
              <a:rPr lang="en-US" altLang="zh-CN" sz="2000" dirty="0" smtClean="0">
                <a:latin typeface="Calibri" pitchFamily="34" charset="0"/>
                <a:ea typeface="宋体" pitchFamily="2" charset="-122"/>
                <a:sym typeface="Symbol" pitchFamily="18" charset="2"/>
              </a:rPr>
              <a:t>? </a:t>
            </a:r>
          </a:p>
        </p:txBody>
      </p:sp>
      <p:graphicFrame>
        <p:nvGraphicFramePr>
          <p:cNvPr id="130050" name="Object 2"/>
          <p:cNvGraphicFramePr>
            <a:graphicFrameLocks noChangeAspect="1"/>
          </p:cNvGraphicFramePr>
          <p:nvPr/>
        </p:nvGraphicFramePr>
        <p:xfrm>
          <a:off x="1154113" y="919163"/>
          <a:ext cx="3908425" cy="514350"/>
        </p:xfrm>
        <a:graphic>
          <a:graphicData uri="http://schemas.openxmlformats.org/presentationml/2006/ole">
            <mc:AlternateContent xmlns:mc="http://schemas.openxmlformats.org/markup-compatibility/2006">
              <mc:Choice xmlns:v="urn:schemas-microsoft-com:vml" Requires="v">
                <p:oleObj spid="_x0000_s43047" name="Equation" r:id="rId3" imgW="2997000" imgH="393480" progId="Equation.DSMT4">
                  <p:embed/>
                </p:oleObj>
              </mc:Choice>
              <mc:Fallback>
                <p:oleObj name="Equation" r:id="rId3" imgW="2997000" imgH="3934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4113" y="919163"/>
                        <a:ext cx="3908425"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
          <p:cNvGraphicFramePr>
            <a:graphicFrameLocks noChangeAspect="1"/>
          </p:cNvGraphicFramePr>
          <p:nvPr/>
        </p:nvGraphicFramePr>
        <p:xfrm>
          <a:off x="2479675" y="663575"/>
          <a:ext cx="927100" cy="331788"/>
        </p:xfrm>
        <a:graphic>
          <a:graphicData uri="http://schemas.openxmlformats.org/presentationml/2006/ole">
            <mc:AlternateContent xmlns:mc="http://schemas.openxmlformats.org/markup-compatibility/2006">
              <mc:Choice xmlns:v="urn:schemas-microsoft-com:vml" Requires="v">
                <p:oleObj spid="_x0000_s43048" name="Equation" r:id="rId5" imgW="711000" imgH="253800" progId="Equation.DSMT4">
                  <p:embed/>
                </p:oleObj>
              </mc:Choice>
              <mc:Fallback>
                <p:oleObj name="Equation" r:id="rId5" imgW="711000" imgH="25380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79675" y="663575"/>
                        <a:ext cx="927100"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2"/>
          <p:cNvGraphicFramePr>
            <a:graphicFrameLocks noChangeAspect="1"/>
          </p:cNvGraphicFramePr>
          <p:nvPr/>
        </p:nvGraphicFramePr>
        <p:xfrm>
          <a:off x="1952625" y="1895475"/>
          <a:ext cx="4819650" cy="2919413"/>
        </p:xfrm>
        <a:graphic>
          <a:graphicData uri="http://schemas.openxmlformats.org/presentationml/2006/ole">
            <mc:AlternateContent xmlns:mc="http://schemas.openxmlformats.org/markup-compatibility/2006">
              <mc:Choice xmlns:v="urn:schemas-microsoft-com:vml" Requires="v">
                <p:oleObj spid="_x0000_s43049" name="Equation" r:id="rId7" imgW="3695400" imgH="2234880" progId="Equation.DSMT4">
                  <p:embed/>
                </p:oleObj>
              </mc:Choice>
              <mc:Fallback>
                <p:oleObj name="Equation" r:id="rId7" imgW="3695400" imgH="223488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52625" y="1895475"/>
                        <a:ext cx="4819650" cy="291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4" presetClass="entr" presetSubtype="16"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ox(in)">
                                      <p:cBhvr>
                                        <p:cTn id="25" dur="500"/>
                                        <p:tgtEl>
                                          <p:spTgt spid="3"/>
                                        </p:tgtEl>
                                      </p:cBhvr>
                                    </p:animEffect>
                                  </p:childTnLst>
                                </p:cTn>
                              </p:par>
                              <p:par>
                                <p:cTn id="26" presetID="4" presetClass="entr" presetSubtype="16" fill="hold" nodeType="withEffect">
                                  <p:stCondLst>
                                    <p:cond delay="0"/>
                                  </p:stCondLst>
                                  <p:childTnLst>
                                    <p:set>
                                      <p:cBhvr>
                                        <p:cTn id="27" dur="1" fill="hold">
                                          <p:stCondLst>
                                            <p:cond delay="0"/>
                                          </p:stCondLst>
                                        </p:cTn>
                                        <p:tgtEl>
                                          <p:spTgt spid="130050"/>
                                        </p:tgtEl>
                                        <p:attrNameLst>
                                          <p:attrName>style.visibility</p:attrName>
                                        </p:attrNameLst>
                                      </p:cBhvr>
                                      <p:to>
                                        <p:strVal val="visible"/>
                                      </p:to>
                                    </p:set>
                                    <p:animEffect transition="in" filter="box(in)">
                                      <p:cBhvr>
                                        <p:cTn id="28" dur="500"/>
                                        <p:tgtEl>
                                          <p:spTgt spid="130050"/>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amond(in)">
                                      <p:cBhvr>
                                        <p:cTn id="3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求积公式的代数精度</a:t>
            </a:r>
            <a:endParaRPr lang="zh-CN" altLang="en-US" sz="2000" b="1" dirty="0">
              <a:solidFill>
                <a:srgbClr val="314865"/>
              </a:solidFill>
              <a:latin typeface="+mj-ea"/>
              <a:ea typeface="+mj-ea"/>
            </a:endParaRPr>
          </a:p>
        </p:txBody>
      </p:sp>
      <p:sp>
        <p:nvSpPr>
          <p:cNvPr id="9" name="Text Box 36"/>
          <p:cNvSpPr txBox="1">
            <a:spLocks noChangeArrowheads="1"/>
          </p:cNvSpPr>
          <p:nvPr/>
        </p:nvSpPr>
        <p:spPr bwMode="auto">
          <a:xfrm>
            <a:off x="171450" y="593725"/>
            <a:ext cx="7534275" cy="1138773"/>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85000"/>
              </a:lnSpc>
            </a:pP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例</a:t>
            </a:r>
            <a:r>
              <a:rPr lang="en-US" altLang="zh-CN" sz="2000" dirty="0" smtClean="0">
                <a:latin typeface="Calibri" pitchFamily="34" charset="0"/>
                <a:ea typeface="宋体" pitchFamily="2" charset="-122"/>
                <a:sym typeface="Symbol" pitchFamily="18" charset="2"/>
              </a:rPr>
              <a:t>2  </a:t>
            </a:r>
            <a:r>
              <a:rPr lang="zh-CN" altLang="en-US" sz="2000" dirty="0" smtClean="0">
                <a:latin typeface="Calibri" pitchFamily="34" charset="0"/>
                <a:ea typeface="宋体" pitchFamily="2" charset="-122"/>
                <a:sym typeface="Symbol" pitchFamily="18" charset="2"/>
              </a:rPr>
              <a:t>试确定参数</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使求积公式</a:t>
            </a:r>
            <a:endParaRPr lang="en-US" altLang="zh-CN" sz="2000" dirty="0" smtClean="0">
              <a:latin typeface="Calibri" pitchFamily="34" charset="0"/>
              <a:ea typeface="宋体" pitchFamily="2" charset="-122"/>
              <a:sym typeface="Symbol" pitchFamily="18" charset="2"/>
            </a:endParaRPr>
          </a:p>
          <a:p>
            <a:pPr algn="l">
              <a:lnSpc>
                <a:spcPct val="85000"/>
              </a:lnSpc>
            </a:pPr>
            <a:endParaRPr lang="en-US" altLang="zh-CN" sz="2000" dirty="0" smtClean="0">
              <a:latin typeface="Calibri" pitchFamily="34" charset="0"/>
              <a:ea typeface="宋体" pitchFamily="2" charset="-122"/>
              <a:sym typeface="Symbol" pitchFamily="18" charset="2"/>
            </a:endParaRPr>
          </a:p>
          <a:p>
            <a:pPr algn="l">
              <a:lnSpc>
                <a:spcPct val="85000"/>
              </a:lnSpc>
            </a:pPr>
            <a:endParaRPr lang="en-US" altLang="zh-CN" sz="2000" dirty="0" smtClean="0">
              <a:latin typeface="Calibri" pitchFamily="34" charset="0"/>
              <a:ea typeface="宋体" pitchFamily="2" charset="-122"/>
              <a:sym typeface="Symbol" pitchFamily="18" charset="2"/>
            </a:endParaRPr>
          </a:p>
          <a:p>
            <a:pPr>
              <a:lnSpc>
                <a:spcPct val="85000"/>
              </a:lnSpc>
            </a:pP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  具有尽可能高的代数精度</a:t>
            </a:r>
            <a:r>
              <a:rPr lang="en-US" altLang="zh-CN" sz="2000" dirty="0" smtClean="0">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并问代数精度是多少</a:t>
            </a:r>
            <a:r>
              <a:rPr lang="en-US" altLang="zh-CN" sz="2000" dirty="0" smtClean="0">
                <a:latin typeface="Calibri" pitchFamily="34" charset="0"/>
                <a:ea typeface="宋体" pitchFamily="2" charset="-122"/>
                <a:sym typeface="Symbol" pitchFamily="18" charset="2"/>
              </a:rPr>
              <a:t>? </a:t>
            </a:r>
          </a:p>
        </p:txBody>
      </p:sp>
      <p:graphicFrame>
        <p:nvGraphicFramePr>
          <p:cNvPr id="130050" name="Object 3"/>
          <p:cNvGraphicFramePr>
            <a:graphicFrameLocks noChangeAspect="1"/>
          </p:cNvGraphicFramePr>
          <p:nvPr/>
        </p:nvGraphicFramePr>
        <p:xfrm>
          <a:off x="2374900" y="606425"/>
          <a:ext cx="927100" cy="331788"/>
        </p:xfrm>
        <a:graphic>
          <a:graphicData uri="http://schemas.openxmlformats.org/presentationml/2006/ole">
            <mc:AlternateContent xmlns:mc="http://schemas.openxmlformats.org/markup-compatibility/2006">
              <mc:Choice xmlns:v="urn:schemas-microsoft-com:vml" Requires="v">
                <p:oleObj spid="_x0000_s44071" name="Equation" r:id="rId3" imgW="711000" imgH="253800" progId="Equation.DSMT4">
                  <p:embed/>
                </p:oleObj>
              </mc:Choice>
              <mc:Fallback>
                <p:oleObj name="Equation" r:id="rId3" imgW="711000" imgH="25380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4900" y="606425"/>
                        <a:ext cx="927100"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nvGraphicFramePr>
        <p:xfrm>
          <a:off x="1127125" y="865188"/>
          <a:ext cx="4122738" cy="514350"/>
        </p:xfrm>
        <a:graphic>
          <a:graphicData uri="http://schemas.openxmlformats.org/presentationml/2006/ole">
            <mc:AlternateContent xmlns:mc="http://schemas.openxmlformats.org/markup-compatibility/2006">
              <mc:Choice xmlns:v="urn:schemas-microsoft-com:vml" Requires="v">
                <p:oleObj spid="_x0000_s44072" name="Equation" r:id="rId5" imgW="3162240" imgH="393480" progId="Equation.DSMT4">
                  <p:embed/>
                </p:oleObj>
              </mc:Choice>
              <mc:Fallback>
                <p:oleObj name="Equation" r:id="rId5" imgW="3162240" imgH="39348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27125" y="865188"/>
                        <a:ext cx="4122738"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5"/>
          <p:cNvGraphicFramePr>
            <a:graphicFrameLocks noChangeAspect="1"/>
          </p:cNvGraphicFramePr>
          <p:nvPr/>
        </p:nvGraphicFramePr>
        <p:xfrm>
          <a:off x="1597025" y="2022475"/>
          <a:ext cx="5530850" cy="2587625"/>
        </p:xfrm>
        <a:graphic>
          <a:graphicData uri="http://schemas.openxmlformats.org/presentationml/2006/ole">
            <mc:AlternateContent xmlns:mc="http://schemas.openxmlformats.org/markup-compatibility/2006">
              <mc:Choice xmlns:v="urn:schemas-microsoft-com:vml" Requires="v">
                <p:oleObj spid="_x0000_s44073" name="Equation" r:id="rId7" imgW="4241520" imgH="1981080" progId="Equation.DSMT4">
                  <p:embed/>
                </p:oleObj>
              </mc:Choice>
              <mc:Fallback>
                <p:oleObj name="Equation" r:id="rId7" imgW="4241520" imgH="198108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97025" y="2022475"/>
                        <a:ext cx="5530850" cy="2587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par>
                                <p:cTn id="23" presetID="3" presetClass="entr" presetSubtype="10" fill="hold" nodeType="withEffect">
                                  <p:stCondLst>
                                    <p:cond delay="0"/>
                                  </p:stCondLst>
                                  <p:childTnLst>
                                    <p:set>
                                      <p:cBhvr>
                                        <p:cTn id="24" dur="1" fill="hold">
                                          <p:stCondLst>
                                            <p:cond delay="0"/>
                                          </p:stCondLst>
                                        </p:cTn>
                                        <p:tgtEl>
                                          <p:spTgt spid="130050"/>
                                        </p:tgtEl>
                                        <p:attrNameLst>
                                          <p:attrName>style.visibility</p:attrName>
                                        </p:attrNameLst>
                                      </p:cBhvr>
                                      <p:to>
                                        <p:strVal val="visible"/>
                                      </p:to>
                                    </p:set>
                                    <p:animEffect transition="in" filter="blinds(horizontal)">
                                      <p:cBhvr>
                                        <p:cTn id="25" dur="500"/>
                                        <p:tgtEl>
                                          <p:spTgt spid="130050"/>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4" presetClass="entr" presetSubtype="16"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box(in)">
                                      <p:cBhvr>
                                        <p:cTn id="3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求积公式的代数精度</a:t>
            </a:r>
            <a:endParaRPr lang="zh-CN" altLang="en-US" sz="2000" b="1" dirty="0">
              <a:solidFill>
                <a:srgbClr val="314865"/>
              </a:solidFill>
              <a:latin typeface="+mj-ea"/>
              <a:ea typeface="+mj-ea"/>
            </a:endParaRPr>
          </a:p>
        </p:txBody>
      </p:sp>
      <p:sp>
        <p:nvSpPr>
          <p:cNvPr id="9" name="Text Box 36"/>
          <p:cNvSpPr txBox="1">
            <a:spLocks noChangeArrowheads="1"/>
          </p:cNvSpPr>
          <p:nvPr/>
        </p:nvSpPr>
        <p:spPr bwMode="auto">
          <a:xfrm>
            <a:off x="171450" y="593725"/>
            <a:ext cx="7534275" cy="1138773"/>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85000"/>
              </a:lnSpc>
            </a:pP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例</a:t>
            </a:r>
            <a:r>
              <a:rPr lang="en-US" altLang="zh-CN" sz="2000" dirty="0" smtClean="0">
                <a:latin typeface="Calibri" pitchFamily="34" charset="0"/>
                <a:ea typeface="宋体" pitchFamily="2" charset="-122"/>
                <a:sym typeface="Symbol" pitchFamily="18" charset="2"/>
              </a:rPr>
              <a:t>3  </a:t>
            </a:r>
            <a:r>
              <a:rPr lang="zh-CN" altLang="en-US" sz="2000" dirty="0" smtClean="0">
                <a:latin typeface="Calibri" pitchFamily="34" charset="0"/>
                <a:ea typeface="宋体" pitchFamily="2" charset="-122"/>
                <a:sym typeface="Symbol" pitchFamily="18" charset="2"/>
              </a:rPr>
              <a:t>试确定参数</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和</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使求积公式</a:t>
            </a:r>
            <a:endParaRPr lang="en-US" altLang="zh-CN" sz="2000" dirty="0" smtClean="0">
              <a:latin typeface="Calibri" pitchFamily="34" charset="0"/>
              <a:ea typeface="宋体" pitchFamily="2" charset="-122"/>
              <a:sym typeface="Symbol" pitchFamily="18" charset="2"/>
            </a:endParaRPr>
          </a:p>
          <a:p>
            <a:pPr algn="l">
              <a:lnSpc>
                <a:spcPct val="85000"/>
              </a:lnSpc>
            </a:pPr>
            <a:endParaRPr lang="en-US" altLang="zh-CN" sz="2000" dirty="0" smtClean="0">
              <a:latin typeface="Calibri" pitchFamily="34" charset="0"/>
              <a:ea typeface="宋体" pitchFamily="2" charset="-122"/>
              <a:sym typeface="Symbol" pitchFamily="18" charset="2"/>
            </a:endParaRPr>
          </a:p>
          <a:p>
            <a:pPr algn="l">
              <a:lnSpc>
                <a:spcPct val="85000"/>
              </a:lnSpc>
            </a:pPr>
            <a:endParaRPr lang="en-US" altLang="zh-CN" sz="2000" dirty="0" smtClean="0">
              <a:latin typeface="Calibri" pitchFamily="34" charset="0"/>
              <a:ea typeface="宋体" pitchFamily="2" charset="-122"/>
              <a:sym typeface="Symbol" pitchFamily="18" charset="2"/>
            </a:endParaRPr>
          </a:p>
          <a:p>
            <a:pPr>
              <a:lnSpc>
                <a:spcPct val="85000"/>
              </a:lnSpc>
            </a:pP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  具有尽可能高的代数精度</a:t>
            </a:r>
            <a:r>
              <a:rPr lang="en-US" altLang="zh-CN" sz="2000" dirty="0" smtClean="0">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并问代数精度是多少</a:t>
            </a:r>
            <a:r>
              <a:rPr lang="en-US" altLang="zh-CN" sz="2000" dirty="0" smtClean="0">
                <a:latin typeface="Calibri" pitchFamily="34" charset="0"/>
                <a:ea typeface="宋体" pitchFamily="2" charset="-122"/>
                <a:sym typeface="Symbol" pitchFamily="18" charset="2"/>
              </a:rPr>
              <a:t>? </a:t>
            </a:r>
          </a:p>
        </p:txBody>
      </p:sp>
      <p:graphicFrame>
        <p:nvGraphicFramePr>
          <p:cNvPr id="130050" name="Object 3"/>
          <p:cNvGraphicFramePr>
            <a:graphicFrameLocks noChangeAspect="1"/>
          </p:cNvGraphicFramePr>
          <p:nvPr/>
        </p:nvGraphicFramePr>
        <p:xfrm>
          <a:off x="2359025" y="606425"/>
          <a:ext cx="595313" cy="331788"/>
        </p:xfrm>
        <a:graphic>
          <a:graphicData uri="http://schemas.openxmlformats.org/presentationml/2006/ole">
            <mc:AlternateContent xmlns:mc="http://schemas.openxmlformats.org/markup-compatibility/2006">
              <mc:Choice xmlns:v="urn:schemas-microsoft-com:vml" Requires="v">
                <p:oleObj spid="_x0000_s45106" name="Equation" r:id="rId3" imgW="457200" imgH="253800" progId="Equation.DSMT4">
                  <p:embed/>
                </p:oleObj>
              </mc:Choice>
              <mc:Fallback>
                <p:oleObj name="Equation" r:id="rId3" imgW="457200" imgH="2538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9025" y="606425"/>
                        <a:ext cx="595313"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nvGraphicFramePr>
        <p:xfrm>
          <a:off x="1647825" y="865188"/>
          <a:ext cx="3079750" cy="514350"/>
        </p:xfrm>
        <a:graphic>
          <a:graphicData uri="http://schemas.openxmlformats.org/presentationml/2006/ole">
            <mc:AlternateContent xmlns:mc="http://schemas.openxmlformats.org/markup-compatibility/2006">
              <mc:Choice xmlns:v="urn:schemas-microsoft-com:vml" Requires="v">
                <p:oleObj spid="_x0000_s45107" name="Equation" r:id="rId5" imgW="2361960" imgH="393480" progId="Equation.DSMT4">
                  <p:embed/>
                </p:oleObj>
              </mc:Choice>
              <mc:Fallback>
                <p:oleObj name="Equation" r:id="rId5" imgW="2361960" imgH="39348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7825" y="865188"/>
                        <a:ext cx="3079750"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5"/>
          <p:cNvGraphicFramePr>
            <a:graphicFrameLocks noChangeAspect="1"/>
          </p:cNvGraphicFramePr>
          <p:nvPr/>
        </p:nvGraphicFramePr>
        <p:xfrm>
          <a:off x="2259013" y="2022475"/>
          <a:ext cx="4206875" cy="2587625"/>
        </p:xfrm>
        <a:graphic>
          <a:graphicData uri="http://schemas.openxmlformats.org/presentationml/2006/ole">
            <mc:AlternateContent xmlns:mc="http://schemas.openxmlformats.org/markup-compatibility/2006">
              <mc:Choice xmlns:v="urn:schemas-microsoft-com:vml" Requires="v">
                <p:oleObj spid="_x0000_s45108" name="Equation" r:id="rId7" imgW="3225600" imgH="1981080" progId="Equation.DSMT4">
                  <p:embed/>
                </p:oleObj>
              </mc:Choice>
              <mc:Fallback>
                <p:oleObj name="Equation" r:id="rId7" imgW="3225600" imgH="198108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59013" y="2022475"/>
                        <a:ext cx="4206875" cy="2587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5"/>
          <p:cNvGraphicFramePr>
            <a:graphicFrameLocks noChangeAspect="1"/>
          </p:cNvGraphicFramePr>
          <p:nvPr/>
        </p:nvGraphicFramePr>
        <p:xfrm>
          <a:off x="3387725" y="593725"/>
          <a:ext cx="530225" cy="331788"/>
        </p:xfrm>
        <a:graphic>
          <a:graphicData uri="http://schemas.openxmlformats.org/presentationml/2006/ole">
            <mc:AlternateContent xmlns:mc="http://schemas.openxmlformats.org/markup-compatibility/2006">
              <mc:Choice xmlns:v="urn:schemas-microsoft-com:vml" Requires="v">
                <p:oleObj spid="_x0000_s45109" name="Equation" r:id="rId9" imgW="406080" imgH="253800" progId="Equation.DSMT4">
                  <p:embed/>
                </p:oleObj>
              </mc:Choice>
              <mc:Fallback>
                <p:oleObj name="Equation" r:id="rId9" imgW="406080" imgH="25380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87725" y="593725"/>
                        <a:ext cx="530225" cy="331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par>
                                <p:cTn id="23" presetID="3" presetClass="entr" presetSubtype="10" fill="hold" nodeType="withEffect">
                                  <p:stCondLst>
                                    <p:cond delay="0"/>
                                  </p:stCondLst>
                                  <p:childTnLst>
                                    <p:set>
                                      <p:cBhvr>
                                        <p:cTn id="24" dur="1" fill="hold">
                                          <p:stCondLst>
                                            <p:cond delay="0"/>
                                          </p:stCondLst>
                                        </p:cTn>
                                        <p:tgtEl>
                                          <p:spTgt spid="130050"/>
                                        </p:tgtEl>
                                        <p:attrNameLst>
                                          <p:attrName>style.visibility</p:attrName>
                                        </p:attrNameLst>
                                      </p:cBhvr>
                                      <p:to>
                                        <p:strVal val="visible"/>
                                      </p:to>
                                    </p:set>
                                    <p:animEffect transition="in" filter="blinds(horizontal)">
                                      <p:cBhvr>
                                        <p:cTn id="25" dur="500"/>
                                        <p:tgtEl>
                                          <p:spTgt spid="130050"/>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linds(horizontal)">
                                      <p:cBhvr>
                                        <p:cTn id="31" dur="500"/>
                                        <p:tgtEl>
                                          <p:spTgt spid="4"/>
                                        </p:tgtEl>
                                      </p:cBhvr>
                                    </p:animEffect>
                                  </p:childTnLst>
                                </p:cTn>
                              </p:par>
                            </p:childTnLst>
                          </p:cTn>
                        </p:par>
                      </p:childTnLst>
                    </p:cTn>
                  </p:par>
                  <p:par>
                    <p:cTn id="32" fill="hold">
                      <p:stCondLst>
                        <p:cond delay="indefinite"/>
                      </p:stCondLst>
                      <p:childTnLst>
                        <p:par>
                          <p:cTn id="33" fill="hold">
                            <p:stCondLst>
                              <p:cond delay="0"/>
                            </p:stCondLst>
                            <p:childTnLst>
                              <p:par>
                                <p:cTn id="34" presetID="4" presetClass="entr" presetSubtype="16"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ox(in)">
                                      <p:cBhvr>
                                        <p:cTn id="3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ea typeface="+mj-ea"/>
              </a:rPr>
              <a:t>插值型数值求积公式</a:t>
            </a:r>
            <a:endParaRPr lang="zh-CN" altLang="en-US" sz="2000" b="1" dirty="0">
              <a:solidFill>
                <a:srgbClr val="314865"/>
              </a:solidFill>
              <a:latin typeface="+mj-ea"/>
              <a:ea typeface="+mj-ea"/>
            </a:endParaRPr>
          </a:p>
        </p:txBody>
      </p:sp>
      <p:sp>
        <p:nvSpPr>
          <p:cNvPr id="5" name="Text Box 7"/>
          <p:cNvSpPr txBox="1">
            <a:spLocks noChangeArrowheads="1"/>
          </p:cNvSpPr>
          <p:nvPr/>
        </p:nvSpPr>
        <p:spPr bwMode="auto">
          <a:xfrm>
            <a:off x="352424" y="620713"/>
            <a:ext cx="8324851" cy="1477328"/>
          </a:xfrm>
          <a:prstGeom prst="rect">
            <a:avLst/>
          </a:prstGeom>
          <a:ln>
            <a:headEnd/>
            <a:tailEnd/>
          </a:ln>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若已知定积分</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的被积函数           在节点</a:t>
            </a:r>
            <a:r>
              <a:rPr lang="en-US" altLang="zh-CN" sz="2000" dirty="0" smtClean="0">
                <a:solidFill>
                  <a:schemeClr val="dk1"/>
                </a:solidFill>
                <a:latin typeface="Calibri" pitchFamily="34" charset="0"/>
                <a:ea typeface="宋体" pitchFamily="2" charset="-122"/>
                <a:sym typeface="Symbol" pitchFamily="18" charset="2"/>
              </a:rPr>
              <a:t>         </a:t>
            </a: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上的函数值                                                  则可以构造</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次</a:t>
            </a:r>
            <a:r>
              <a:rPr lang="en-US" altLang="zh-CN" sz="2000" dirty="0" smtClean="0">
                <a:solidFill>
                  <a:schemeClr val="dk1"/>
                </a:solidFill>
                <a:latin typeface="Calibri" pitchFamily="34" charset="0"/>
                <a:ea typeface="宋体" pitchFamily="2" charset="-122"/>
                <a:sym typeface="Symbol" pitchFamily="18" charset="2"/>
              </a:rPr>
              <a:t>Lagrange</a:t>
            </a:r>
            <a:r>
              <a:rPr lang="zh-CN" altLang="en-US" sz="2000" dirty="0" smtClean="0">
                <a:solidFill>
                  <a:schemeClr val="dk1"/>
                </a:solidFill>
                <a:latin typeface="Calibri" pitchFamily="34" charset="0"/>
                <a:ea typeface="宋体" pitchFamily="2" charset="-122"/>
                <a:sym typeface="Symbol" pitchFamily="18" charset="2"/>
              </a:rPr>
              <a:t>插值多项式</a:t>
            </a:r>
          </a:p>
          <a:p>
            <a:pPr algn="l">
              <a:lnSpc>
                <a:spcPct val="150000"/>
              </a:lnSpc>
            </a:pP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137224" name="Object 8"/>
          <p:cNvGraphicFramePr>
            <a:graphicFrameLocks noChangeAspect="1"/>
          </p:cNvGraphicFramePr>
          <p:nvPr/>
        </p:nvGraphicFramePr>
        <p:xfrm>
          <a:off x="2054225" y="631825"/>
          <a:ext cx="1406525" cy="525463"/>
        </p:xfrm>
        <a:graphic>
          <a:graphicData uri="http://schemas.openxmlformats.org/presentationml/2006/ole">
            <mc:AlternateContent xmlns:mc="http://schemas.openxmlformats.org/markup-compatibility/2006">
              <mc:Choice xmlns:v="urn:schemas-microsoft-com:vml" Requires="v">
                <p:oleObj spid="_x0000_s46191" name="Equation" r:id="rId3" imgW="1054080" imgH="393480" progId="Equation.DSMT4">
                  <p:embed/>
                </p:oleObj>
              </mc:Choice>
              <mc:Fallback>
                <p:oleObj name="Equation" r:id="rId3" imgW="1054080" imgH="39348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54225" y="631825"/>
                        <a:ext cx="1406525" cy="525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8"/>
          <p:cNvGraphicFramePr>
            <a:graphicFrameLocks noChangeAspect="1"/>
          </p:cNvGraphicFramePr>
          <p:nvPr/>
        </p:nvGraphicFramePr>
        <p:xfrm>
          <a:off x="3076575" y="1446213"/>
          <a:ext cx="2133600" cy="661987"/>
        </p:xfrm>
        <a:graphic>
          <a:graphicData uri="http://schemas.openxmlformats.org/presentationml/2006/ole">
            <mc:AlternateContent xmlns:mc="http://schemas.openxmlformats.org/markup-compatibility/2006">
              <mc:Choice xmlns:v="urn:schemas-microsoft-com:vml" Requires="v">
                <p:oleObj spid="_x0000_s46192" name="Equation" r:id="rId5" imgW="1676160" imgH="520560" progId="Equation.DSMT4">
                  <p:embed/>
                </p:oleObj>
              </mc:Choice>
              <mc:Fallback>
                <p:oleObj name="Equation" r:id="rId5" imgW="1676160" imgH="52056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6575" y="1446213"/>
                        <a:ext cx="2133600" cy="661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9"/>
          <p:cNvSpPr txBox="1">
            <a:spLocks noChangeArrowheads="1"/>
          </p:cNvSpPr>
          <p:nvPr/>
        </p:nvSpPr>
        <p:spPr bwMode="auto">
          <a:xfrm>
            <a:off x="352426" y="2193925"/>
            <a:ext cx="8343899" cy="1535036"/>
          </a:xfrm>
          <a:prstGeom prst="rect">
            <a:avLst/>
          </a:prstGeom>
          <a:ln>
            <a:headEnd/>
            <a:tailEnd/>
          </a:ln>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因此</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endParaRPr lang="en-US" altLang="zh-CN" dirty="0" smtClean="0"/>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若记                                     ，则有                                                      </a:t>
            </a:r>
            <a:r>
              <a:rPr lang="en-US" altLang="zh-CN" sz="2000" dirty="0" smtClean="0">
                <a:solidFill>
                  <a:schemeClr val="dk1"/>
                </a:solidFill>
                <a:latin typeface="Calibri" pitchFamily="34" charset="0"/>
                <a:ea typeface="宋体" pitchFamily="2" charset="-122"/>
                <a:sym typeface="Symbol" pitchFamily="18" charset="2"/>
              </a:rPr>
              <a:t>.</a:t>
            </a:r>
          </a:p>
          <a:p>
            <a:endParaRPr lang="en-US" altLang="zh-CN" dirty="0" smtClean="0"/>
          </a:p>
        </p:txBody>
      </p:sp>
      <p:graphicFrame>
        <p:nvGraphicFramePr>
          <p:cNvPr id="137225" name="Object 9"/>
          <p:cNvGraphicFramePr>
            <a:graphicFrameLocks noChangeAspect="1"/>
          </p:cNvGraphicFramePr>
          <p:nvPr/>
        </p:nvGraphicFramePr>
        <p:xfrm>
          <a:off x="1084262" y="2216150"/>
          <a:ext cx="6134101" cy="622300"/>
        </p:xfrm>
        <a:graphic>
          <a:graphicData uri="http://schemas.openxmlformats.org/presentationml/2006/ole">
            <mc:AlternateContent xmlns:mc="http://schemas.openxmlformats.org/markup-compatibility/2006">
              <mc:Choice xmlns:v="urn:schemas-microsoft-com:vml" Requires="v">
                <p:oleObj spid="_x0000_s46193" name="Equation" r:id="rId7" imgW="6134040" imgH="622080" progId="Equation.DSMT4">
                  <p:embed/>
                </p:oleObj>
              </mc:Choice>
              <mc:Fallback>
                <p:oleObj name="Equation" r:id="rId7" imgW="6134040" imgH="62208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4262" y="2216150"/>
                        <a:ext cx="6134101"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8"/>
          <p:cNvGraphicFramePr>
            <a:graphicFrameLocks noChangeAspect="1"/>
          </p:cNvGraphicFramePr>
          <p:nvPr/>
        </p:nvGraphicFramePr>
        <p:xfrm>
          <a:off x="4826000" y="720725"/>
          <a:ext cx="541338" cy="322263"/>
        </p:xfrm>
        <a:graphic>
          <a:graphicData uri="http://schemas.openxmlformats.org/presentationml/2006/ole">
            <mc:AlternateContent xmlns:mc="http://schemas.openxmlformats.org/markup-compatibility/2006">
              <mc:Choice xmlns:v="urn:schemas-microsoft-com:vml" Requires="v">
                <p:oleObj spid="_x0000_s46194" name="Equation" r:id="rId9" imgW="406080" imgH="241200" progId="Equation.DSMT4">
                  <p:embed/>
                </p:oleObj>
              </mc:Choice>
              <mc:Fallback>
                <p:oleObj name="Equation" r:id="rId9" imgW="406080" imgH="24120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26000" y="720725"/>
                        <a:ext cx="541338" cy="32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8"/>
          <p:cNvGraphicFramePr>
            <a:graphicFrameLocks noChangeAspect="1"/>
          </p:cNvGraphicFramePr>
          <p:nvPr/>
        </p:nvGraphicFramePr>
        <p:xfrm>
          <a:off x="6227763" y="709613"/>
          <a:ext cx="2419350" cy="338137"/>
        </p:xfrm>
        <a:graphic>
          <a:graphicData uri="http://schemas.openxmlformats.org/presentationml/2006/ole">
            <mc:AlternateContent xmlns:mc="http://schemas.openxmlformats.org/markup-compatibility/2006">
              <mc:Choice xmlns:v="urn:schemas-microsoft-com:vml" Requires="v">
                <p:oleObj spid="_x0000_s46195" name="Equation" r:id="rId11" imgW="1815840" imgH="253800" progId="Equation.DSMT4">
                  <p:embed/>
                </p:oleObj>
              </mc:Choice>
              <mc:Fallback>
                <p:oleObj name="Equation" r:id="rId11" imgW="1815840" imgH="25380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27763" y="709613"/>
                        <a:ext cx="2419350" cy="338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1712913" y="1185863"/>
          <a:ext cx="2876550" cy="339725"/>
        </p:xfrm>
        <a:graphic>
          <a:graphicData uri="http://schemas.openxmlformats.org/presentationml/2006/ole">
            <mc:AlternateContent xmlns:mc="http://schemas.openxmlformats.org/markup-compatibility/2006">
              <mc:Choice xmlns:v="urn:schemas-microsoft-com:vml" Requires="v">
                <p:oleObj spid="_x0000_s46196" name="Equation" r:id="rId13" imgW="2158920" imgH="253800" progId="Equation.DSMT4">
                  <p:embed/>
                </p:oleObj>
              </mc:Choice>
              <mc:Fallback>
                <p:oleObj name="Equation" r:id="rId13" imgW="2158920" imgH="25380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12913" y="1185863"/>
                        <a:ext cx="2876550"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8"/>
          <p:cNvGraphicFramePr>
            <a:graphicFrameLocks noChangeAspect="1"/>
          </p:cNvGraphicFramePr>
          <p:nvPr/>
        </p:nvGraphicFramePr>
        <p:xfrm>
          <a:off x="5892800" y="1298575"/>
          <a:ext cx="185738" cy="203200"/>
        </p:xfrm>
        <a:graphic>
          <a:graphicData uri="http://schemas.openxmlformats.org/presentationml/2006/ole">
            <mc:AlternateContent xmlns:mc="http://schemas.openxmlformats.org/markup-compatibility/2006">
              <mc:Choice xmlns:v="urn:schemas-microsoft-com:vml" Requires="v">
                <p:oleObj spid="_x0000_s46197" name="Equation" r:id="rId15" imgW="139680" imgH="152280" progId="Equation.DSMT4">
                  <p:embed/>
                </p:oleObj>
              </mc:Choice>
              <mc:Fallback>
                <p:oleObj name="Equation" r:id="rId15" imgW="139680" imgH="15228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892800" y="1298575"/>
                        <a:ext cx="185738" cy="203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9"/>
          <p:cNvGraphicFramePr>
            <a:graphicFrameLocks noChangeAspect="1"/>
          </p:cNvGraphicFramePr>
          <p:nvPr/>
        </p:nvGraphicFramePr>
        <p:xfrm>
          <a:off x="1003300" y="3014663"/>
          <a:ext cx="2057400" cy="457200"/>
        </p:xfrm>
        <a:graphic>
          <a:graphicData uri="http://schemas.openxmlformats.org/presentationml/2006/ole">
            <mc:AlternateContent xmlns:mc="http://schemas.openxmlformats.org/markup-compatibility/2006">
              <mc:Choice xmlns:v="urn:schemas-microsoft-com:vml" Requires="v">
                <p:oleObj spid="_x0000_s46198" name="Equation" r:id="rId17" imgW="2057400" imgH="457200" progId="Equation.DSMT4">
                  <p:embed/>
                </p:oleObj>
              </mc:Choice>
              <mc:Fallback>
                <p:oleObj name="Equation" r:id="rId17" imgW="2057400" imgH="457200" progId="Equation.DSMT4">
                  <p:embed/>
                  <p:pic>
                    <p:nvPicPr>
                      <p:cNvPr id="0"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03300" y="3014663"/>
                        <a:ext cx="20574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9"/>
          <p:cNvGraphicFramePr>
            <a:graphicFrameLocks noChangeAspect="1"/>
          </p:cNvGraphicFramePr>
          <p:nvPr/>
        </p:nvGraphicFramePr>
        <p:xfrm>
          <a:off x="4003675" y="2951163"/>
          <a:ext cx="2895600" cy="622300"/>
        </p:xfrm>
        <a:graphic>
          <a:graphicData uri="http://schemas.openxmlformats.org/presentationml/2006/ole">
            <mc:AlternateContent xmlns:mc="http://schemas.openxmlformats.org/markup-compatibility/2006">
              <mc:Choice xmlns:v="urn:schemas-microsoft-com:vml" Requires="v">
                <p:oleObj spid="_x0000_s46199" name="Equation" r:id="rId19" imgW="2895480" imgH="622080" progId="Equation.DSMT4">
                  <p:embed/>
                </p:oleObj>
              </mc:Choice>
              <mc:Fallback>
                <p:oleObj name="Equation" r:id="rId19" imgW="2895480" imgH="622080" progId="Equation.DSMT4">
                  <p:embed/>
                  <p:pic>
                    <p:nvPicPr>
                      <p:cNvPr id="0" name="Picture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03675" y="2951163"/>
                        <a:ext cx="2895600"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 name="Text Box 15"/>
          <p:cNvSpPr txBox="1">
            <a:spLocks noChangeArrowheads="1"/>
          </p:cNvSpPr>
          <p:nvPr/>
        </p:nvSpPr>
        <p:spPr bwMode="auto">
          <a:xfrm>
            <a:off x="354012" y="3895725"/>
            <a:ext cx="8351837" cy="553998"/>
          </a:xfrm>
          <a:prstGeom prst="rect">
            <a:avLst/>
          </a:prstGeom>
          <a:ln>
            <a:headEnd/>
            <a:tailEnd/>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求积系数由式</a:t>
            </a:r>
            <a:r>
              <a:rPr lang="en-US" altLang="zh-CN" sz="2000" dirty="0" smtClean="0">
                <a:solidFill>
                  <a:schemeClr val="dk1"/>
                </a:solidFill>
                <a:latin typeface="Calibri" pitchFamily="34" charset="0"/>
                <a:ea typeface="宋体" pitchFamily="2" charset="-122"/>
                <a:sym typeface="Symbol" pitchFamily="18" charset="2"/>
              </a:rPr>
              <a:t>(1)</a:t>
            </a:r>
            <a:r>
              <a:rPr lang="zh-CN" altLang="en-US" sz="2000" dirty="0" smtClean="0">
                <a:solidFill>
                  <a:schemeClr val="dk1"/>
                </a:solidFill>
                <a:latin typeface="Calibri" pitchFamily="34" charset="0"/>
                <a:ea typeface="宋体" pitchFamily="2" charset="-122"/>
                <a:sym typeface="Symbol" pitchFamily="18" charset="2"/>
              </a:rPr>
              <a:t>确定的求积公式</a:t>
            </a:r>
            <a:r>
              <a:rPr lang="en-US" altLang="zh-CN" sz="2000" dirty="0" smtClean="0">
                <a:solidFill>
                  <a:schemeClr val="dk1"/>
                </a:solidFill>
                <a:latin typeface="Calibri" pitchFamily="34" charset="0"/>
                <a:ea typeface="宋体" pitchFamily="2" charset="-122"/>
                <a:sym typeface="Symbol" pitchFamily="18" charset="2"/>
              </a:rPr>
              <a:t>(2)</a:t>
            </a:r>
            <a:r>
              <a:rPr lang="zh-CN" altLang="en-US" sz="2000" dirty="0" smtClean="0">
                <a:solidFill>
                  <a:schemeClr val="dk1"/>
                </a:solidFill>
                <a:latin typeface="Calibri" pitchFamily="34" charset="0"/>
                <a:ea typeface="宋体" pitchFamily="2" charset="-122"/>
                <a:sym typeface="Symbol" pitchFamily="18" charset="2"/>
              </a:rPr>
              <a:t>称为插值型求积公式</a:t>
            </a:r>
            <a:r>
              <a:rPr lang="en-US" altLang="zh-CN" sz="2000" dirty="0" smtClean="0">
                <a:solidFill>
                  <a:schemeClr val="dk1"/>
                </a:solidFill>
                <a:latin typeface="Calibri" pitchFamily="34" charset="0"/>
                <a:ea typeface="宋体" pitchFamily="2" charset="-122"/>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137224"/>
                                        </p:tgtEl>
                                        <p:attrNameLst>
                                          <p:attrName>style.visibility</p:attrName>
                                        </p:attrNameLst>
                                      </p:cBhvr>
                                      <p:to>
                                        <p:strVal val="visible"/>
                                      </p:to>
                                    </p:set>
                                    <p:animEffect transition="in" filter="blinds(horizontal)">
                                      <p:cBhvr>
                                        <p:cTn id="25" dur="500"/>
                                        <p:tgtEl>
                                          <p:spTgt spid="137224"/>
                                        </p:tgtEl>
                                      </p:cBhvr>
                                    </p:animEffect>
                                  </p:childTnLst>
                                </p:cTn>
                              </p:par>
                              <p:par>
                                <p:cTn id="26" presetID="3" presetClass="entr" presetSubtype="10" fill="hold"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par>
                                <p:cTn id="29" presetID="3" presetClass="entr" presetSubtype="1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linds(horizontal)">
                                      <p:cBhvr>
                                        <p:cTn id="31" dur="500"/>
                                        <p:tgtEl>
                                          <p:spTgt spid="6"/>
                                        </p:tgtEl>
                                      </p:cBhvr>
                                    </p:animEffect>
                                  </p:childTnLst>
                                </p:cTn>
                              </p:par>
                              <p:par>
                                <p:cTn id="32" presetID="3" presetClass="entr" presetSubtype="10" fill="hold"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blinds(horizontal)">
                                      <p:cBhvr>
                                        <p:cTn id="34" dur="500"/>
                                        <p:tgtEl>
                                          <p:spTgt spid="9"/>
                                        </p:tgtEl>
                                      </p:cBhvr>
                                    </p:animEffect>
                                  </p:childTnLst>
                                </p:cTn>
                              </p:par>
                              <p:par>
                                <p:cTn id="35" presetID="3" presetClass="entr" presetSubtype="10" fill="hold" nodeType="with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blinds(horizontal)">
                                      <p:cBhvr>
                                        <p:cTn id="37" dur="500"/>
                                        <p:tgtEl>
                                          <p:spTgt spid="11"/>
                                        </p:tgtEl>
                                      </p:cBhvr>
                                    </p:animEffect>
                                  </p:childTnLst>
                                </p:cTn>
                              </p:par>
                              <p:par>
                                <p:cTn id="38" presetID="3" presetClass="entr" presetSubtype="10" fill="hold"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blinds(horizontal)">
                                      <p:cBhvr>
                                        <p:cTn id="40" dur="500"/>
                                        <p:tgtEl>
                                          <p:spTgt spid="2"/>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blinds(horizontal)">
                                      <p:cBhvr>
                                        <p:cTn id="45"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插值型数值求积公式</a:t>
            </a:r>
            <a:endParaRPr lang="zh-CN" altLang="en-US" sz="2000" b="1" dirty="0">
              <a:solidFill>
                <a:srgbClr val="314865"/>
              </a:solidFill>
              <a:latin typeface="+mj-ea"/>
            </a:endParaRPr>
          </a:p>
        </p:txBody>
      </p:sp>
      <p:sp>
        <p:nvSpPr>
          <p:cNvPr id="5" name="Text Box 28"/>
          <p:cNvSpPr txBox="1">
            <a:spLocks noChangeArrowheads="1"/>
          </p:cNvSpPr>
          <p:nvPr/>
        </p:nvSpPr>
        <p:spPr bwMode="auto">
          <a:xfrm>
            <a:off x="314325" y="742950"/>
            <a:ext cx="7458075" cy="1323439"/>
          </a:xfrm>
          <a:prstGeom prst="rect">
            <a:avLst/>
          </a:prstGeom>
          <a:ln>
            <a:headEnd/>
            <a:tailEnd/>
          </a:ln>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wrap="square">
            <a:spAutoFit/>
          </a:bodyPr>
          <a:lstStyle/>
          <a:p>
            <a:pPr algn="l"/>
            <a:r>
              <a:rPr lang="zh-CN" altLang="en-US" sz="2000" dirty="0" smtClean="0">
                <a:solidFill>
                  <a:schemeClr val="dk1"/>
                </a:solidFill>
                <a:latin typeface="Calibri" pitchFamily="34" charset="0"/>
                <a:ea typeface="宋体" pitchFamily="2" charset="-122"/>
                <a:sym typeface="Symbol" pitchFamily="18" charset="2"/>
              </a:rPr>
              <a:t>设          在</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具有</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阶连续导数， 则</a:t>
            </a:r>
            <a:r>
              <a:rPr lang="en-US" altLang="zh-CN" sz="2000" dirty="0" smtClean="0">
                <a:solidFill>
                  <a:schemeClr val="dk1"/>
                </a:solidFill>
                <a:latin typeface="Calibri" pitchFamily="34" charset="0"/>
                <a:ea typeface="宋体" pitchFamily="2" charset="-122"/>
                <a:sym typeface="Symbol" pitchFamily="18" charset="2"/>
              </a:rPr>
              <a:t>Lagrange</a:t>
            </a:r>
            <a:r>
              <a:rPr lang="zh-CN" altLang="en-US" sz="2000" dirty="0" smtClean="0">
                <a:solidFill>
                  <a:schemeClr val="dk1"/>
                </a:solidFill>
                <a:latin typeface="Calibri" pitchFamily="34" charset="0"/>
                <a:ea typeface="宋体" pitchFamily="2" charset="-122"/>
                <a:sym typeface="Symbol" pitchFamily="18" charset="2"/>
              </a:rPr>
              <a:t>插值余项为</a:t>
            </a:r>
            <a:endParaRPr lang="en-US" altLang="zh-CN" sz="2000" dirty="0" smtClean="0">
              <a:solidFill>
                <a:schemeClr val="dk1"/>
              </a:solidFill>
              <a:latin typeface="Calibri" pitchFamily="34" charset="0"/>
              <a:ea typeface="宋体" pitchFamily="2" charset="-122"/>
              <a:sym typeface="Symbol" pitchFamily="18" charset="2"/>
            </a:endParaRPr>
          </a:p>
          <a:p>
            <a:pPr algn="l"/>
            <a:endParaRPr lang="en-US" altLang="zh-CN" sz="2000" dirty="0" smtClean="0">
              <a:solidFill>
                <a:schemeClr val="dk1"/>
              </a:solidFill>
              <a:latin typeface="Calibri" pitchFamily="34" charset="0"/>
              <a:ea typeface="宋体" pitchFamily="2" charset="-122"/>
              <a:sym typeface="Symbol" pitchFamily="18" charset="2"/>
            </a:endParaRPr>
          </a:p>
          <a:p>
            <a:pPr algn="l"/>
            <a:endParaRPr lang="en-US" altLang="zh-CN" sz="2000" dirty="0" smtClean="0">
              <a:solidFill>
                <a:schemeClr val="dk1"/>
              </a:solidFill>
              <a:latin typeface="Calibri" pitchFamily="34" charset="0"/>
              <a:ea typeface="宋体" pitchFamily="2" charset="-122"/>
              <a:sym typeface="Symbol" pitchFamily="18" charset="2"/>
            </a:endParaRPr>
          </a:p>
          <a:p>
            <a:pPr algn="l"/>
            <a:r>
              <a:rPr lang="en-US" altLang="zh-CN" sz="2000" dirty="0" smtClean="0">
                <a:solidFill>
                  <a:schemeClr val="dk1"/>
                </a:solidFill>
                <a:latin typeface="Calibri" pitchFamily="34" charset="0"/>
                <a:ea typeface="宋体" pitchFamily="2" charset="-122"/>
                <a:sym typeface="Symbol" pitchFamily="18" charset="2"/>
              </a:rPr>
              <a:t>         </a:t>
            </a: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2" name="Object 60"/>
          <p:cNvGraphicFramePr>
            <a:graphicFrameLocks noChangeAspect="1"/>
          </p:cNvGraphicFramePr>
          <p:nvPr/>
        </p:nvGraphicFramePr>
        <p:xfrm>
          <a:off x="1490663" y="1169988"/>
          <a:ext cx="4730750" cy="742950"/>
        </p:xfrm>
        <a:graphic>
          <a:graphicData uri="http://schemas.openxmlformats.org/presentationml/2006/ole">
            <mc:AlternateContent xmlns:mc="http://schemas.openxmlformats.org/markup-compatibility/2006">
              <mc:Choice xmlns:v="urn:schemas-microsoft-com:vml" Requires="v">
                <p:oleObj spid="_x0000_s47178" name="Equation" r:id="rId3" imgW="4457520" imgH="698400" progId="Equation.DSMT4">
                  <p:embed/>
                </p:oleObj>
              </mc:Choice>
              <mc:Fallback>
                <p:oleObj name="Equation" r:id="rId3" imgW="4457520" imgH="698400" progId="Equation.DSMT4">
                  <p:embed/>
                  <p:pic>
                    <p:nvPicPr>
                      <p:cNvPr id="0" name="Object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0663" y="1169988"/>
                        <a:ext cx="4730750"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60"/>
          <p:cNvGraphicFramePr>
            <a:graphicFrameLocks noChangeAspect="1"/>
          </p:cNvGraphicFramePr>
          <p:nvPr/>
        </p:nvGraphicFramePr>
        <p:xfrm>
          <a:off x="636588" y="785813"/>
          <a:ext cx="565150" cy="323850"/>
        </p:xfrm>
        <a:graphic>
          <a:graphicData uri="http://schemas.openxmlformats.org/presentationml/2006/ole">
            <mc:AlternateContent xmlns:mc="http://schemas.openxmlformats.org/markup-compatibility/2006">
              <mc:Choice xmlns:v="urn:schemas-microsoft-com:vml" Requires="v">
                <p:oleObj spid="_x0000_s47179" name="Equation" r:id="rId5" imgW="533160" imgH="304560" progId="Equation.DSMT4">
                  <p:embed/>
                </p:oleObj>
              </mc:Choice>
              <mc:Fallback>
                <p:oleObj name="Equation" r:id="rId5" imgW="533160" imgH="30456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588" y="785813"/>
                        <a:ext cx="5651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60"/>
          <p:cNvGraphicFramePr>
            <a:graphicFrameLocks noChangeAspect="1"/>
          </p:cNvGraphicFramePr>
          <p:nvPr/>
        </p:nvGraphicFramePr>
        <p:xfrm>
          <a:off x="1471613" y="782638"/>
          <a:ext cx="565150" cy="323850"/>
        </p:xfrm>
        <a:graphic>
          <a:graphicData uri="http://schemas.openxmlformats.org/presentationml/2006/ole">
            <mc:AlternateContent xmlns:mc="http://schemas.openxmlformats.org/markup-compatibility/2006">
              <mc:Choice xmlns:v="urn:schemas-microsoft-com:vml" Requires="v">
                <p:oleObj spid="_x0000_s47180" name="Equation" r:id="rId7" imgW="533160" imgH="304560" progId="Equation.DSMT4">
                  <p:embed/>
                </p:oleObj>
              </mc:Choice>
              <mc:Fallback>
                <p:oleObj name="Equation" r:id="rId7" imgW="533160" imgH="3045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1613" y="782638"/>
                        <a:ext cx="565150"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60"/>
          <p:cNvGraphicFramePr>
            <a:graphicFrameLocks noChangeAspect="1"/>
          </p:cNvGraphicFramePr>
          <p:nvPr/>
        </p:nvGraphicFramePr>
        <p:xfrm>
          <a:off x="2549525" y="819150"/>
          <a:ext cx="511175" cy="255588"/>
        </p:xfrm>
        <a:graphic>
          <a:graphicData uri="http://schemas.openxmlformats.org/presentationml/2006/ole">
            <mc:AlternateContent xmlns:mc="http://schemas.openxmlformats.org/markup-compatibility/2006">
              <mc:Choice xmlns:v="urn:schemas-microsoft-com:vml" Requires="v">
                <p:oleObj spid="_x0000_s47181" name="Equation" r:id="rId9" imgW="482400" imgH="241200" progId="Equation.DSMT4">
                  <p:embed/>
                </p:oleObj>
              </mc:Choice>
              <mc:Fallback>
                <p:oleObj name="Equation" r:id="rId9" imgW="482400" imgH="24120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49525" y="819150"/>
                        <a:ext cx="511175" cy="255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5"/>
          <p:cNvSpPr txBox="1">
            <a:spLocks noChangeArrowheads="1"/>
          </p:cNvSpPr>
          <p:nvPr/>
        </p:nvSpPr>
        <p:spPr bwMode="auto">
          <a:xfrm>
            <a:off x="319087" y="2398713"/>
            <a:ext cx="7481887" cy="1938992"/>
          </a:xfrm>
          <a:prstGeom prst="rect">
            <a:avLst/>
          </a:prstGeom>
          <a:ln>
            <a:headEnd/>
            <a:tailEnd/>
          </a:ln>
          <a:scene3d>
            <a:camera prst="orthographicFront"/>
            <a:lightRig rig="threePt" dir="t"/>
          </a:scene3d>
          <a:sp3d>
            <a:bevelT w="165100" prst="coolSlant"/>
          </a:sp3d>
        </p:spPr>
        <p:style>
          <a:lnRef idx="1">
            <a:schemeClr val="accent4"/>
          </a:lnRef>
          <a:fillRef idx="2">
            <a:schemeClr val="accent4"/>
          </a:fillRef>
          <a:effectRef idx="1">
            <a:schemeClr val="accent4"/>
          </a:effectRef>
          <a:fontRef idx="minor">
            <a:schemeClr val="dk1"/>
          </a:fontRef>
        </p:style>
        <p:txBody>
          <a:bodyPr wrap="square">
            <a:spAutoFit/>
          </a:bodyPr>
          <a:lstStyle/>
          <a:p>
            <a:r>
              <a:rPr lang="zh-CN" altLang="en-US" sz="2000" dirty="0" smtClean="0">
                <a:solidFill>
                  <a:schemeClr val="dk1"/>
                </a:solidFill>
                <a:latin typeface="Calibri" pitchFamily="34" charset="0"/>
                <a:ea typeface="宋体" pitchFamily="2" charset="-122"/>
                <a:sym typeface="Symbol" pitchFamily="18" charset="2"/>
              </a:rPr>
              <a:t>从而得到插值型求积公式的误差如下</a:t>
            </a:r>
            <a:endParaRPr lang="en-US" altLang="zh-CN" sz="2000" dirty="0" smtClean="0">
              <a:solidFill>
                <a:schemeClr val="dk1"/>
              </a:solidFill>
              <a:latin typeface="Calibri" pitchFamily="34" charset="0"/>
              <a:ea typeface="宋体" pitchFamily="2" charset="-122"/>
              <a:sym typeface="Symbol" pitchFamily="18" charset="2"/>
            </a:endParaRPr>
          </a:p>
          <a:p>
            <a:endParaRPr lang="en-US" altLang="zh-CN" sz="2000" dirty="0" smtClean="0">
              <a:solidFill>
                <a:schemeClr val="dk1"/>
              </a:solidFill>
              <a:latin typeface="Calibri" pitchFamily="34" charset="0"/>
              <a:ea typeface="宋体" pitchFamily="2" charset="-122"/>
              <a:sym typeface="Symbol" pitchFamily="18" charset="2"/>
            </a:endParaRPr>
          </a:p>
          <a:p>
            <a:endParaRPr lang="en-US" altLang="zh-CN" sz="2000" dirty="0" smtClean="0">
              <a:solidFill>
                <a:schemeClr val="dk1"/>
              </a:solidFill>
              <a:latin typeface="Calibri" pitchFamily="34" charset="0"/>
              <a:ea typeface="宋体" pitchFamily="2" charset="-122"/>
              <a:sym typeface="Symbol" pitchFamily="18" charset="2"/>
            </a:endParaRPr>
          </a:p>
          <a:p>
            <a:endParaRPr lang="en-US" altLang="zh-CN" sz="2000" dirty="0" smtClean="0">
              <a:solidFill>
                <a:schemeClr val="dk1"/>
              </a:solidFill>
              <a:latin typeface="Calibri" pitchFamily="34" charset="0"/>
              <a:ea typeface="宋体" pitchFamily="2" charset="-122"/>
              <a:sym typeface="Symbol" pitchFamily="18" charset="2"/>
            </a:endParaRPr>
          </a:p>
          <a:p>
            <a:endParaRPr lang="en-US" altLang="zh-CN" sz="2000" dirty="0" smtClean="0">
              <a:solidFill>
                <a:schemeClr val="dk1"/>
              </a:solidFill>
              <a:latin typeface="Calibri" pitchFamily="34" charset="0"/>
              <a:ea typeface="宋体" pitchFamily="2" charset="-122"/>
              <a:sym typeface="Symbol" pitchFamily="18" charset="2"/>
            </a:endParaRPr>
          </a:p>
          <a:p>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7" name="Object 60"/>
          <p:cNvGraphicFramePr>
            <a:graphicFrameLocks noChangeAspect="1"/>
          </p:cNvGraphicFramePr>
          <p:nvPr/>
        </p:nvGraphicFramePr>
        <p:xfrm>
          <a:off x="1528763" y="2801938"/>
          <a:ext cx="2763837" cy="533400"/>
        </p:xfrm>
        <a:graphic>
          <a:graphicData uri="http://schemas.openxmlformats.org/presentationml/2006/ole">
            <mc:AlternateContent xmlns:mc="http://schemas.openxmlformats.org/markup-compatibility/2006">
              <mc:Choice xmlns:v="urn:schemas-microsoft-com:vml" Requires="v">
                <p:oleObj spid="_x0000_s47182" name="Equation" r:id="rId11" imgW="2705040" imgH="520560" progId="Equation.DSMT4">
                  <p:embed/>
                </p:oleObj>
              </mc:Choice>
              <mc:Fallback>
                <p:oleObj name="Equation" r:id="rId11" imgW="2705040" imgH="52056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28763" y="2801938"/>
                        <a:ext cx="2763837"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612" name="Object 60"/>
          <p:cNvGraphicFramePr>
            <a:graphicFrameLocks noChangeAspect="1"/>
          </p:cNvGraphicFramePr>
          <p:nvPr/>
        </p:nvGraphicFramePr>
        <p:xfrm>
          <a:off x="2105025" y="3416300"/>
          <a:ext cx="4465638" cy="715963"/>
        </p:xfrm>
        <a:graphic>
          <a:graphicData uri="http://schemas.openxmlformats.org/presentationml/2006/ole">
            <mc:AlternateContent xmlns:mc="http://schemas.openxmlformats.org/markup-compatibility/2006">
              <mc:Choice xmlns:v="urn:schemas-microsoft-com:vml" Requires="v">
                <p:oleObj spid="_x0000_s47183" name="Equation" r:id="rId13" imgW="4419360" imgH="660240" progId="Equation.DSMT4">
                  <p:embed/>
                </p:oleObj>
              </mc:Choice>
              <mc:Fallback>
                <p:oleObj name="Equation" r:id="rId13" imgW="4419360" imgH="66024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105025" y="3416300"/>
                        <a:ext cx="4465638" cy="715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par>
                                <p:cTn id="25" presetID="10" presetClass="entr" presetSubtype="0" fill="hold" nodeType="with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par>
                                <p:cTn id="28" presetID="10" presetClass="entr" presetSubtype="0" fill="hold"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par>
                                <p:cTn id="31" presetID="10" presetClass="entr" presetSubtype="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fade">
                                      <p:cBhvr>
                                        <p:cTn id="33" dur="500"/>
                                        <p:tgtEl>
                                          <p:spTgt spid="2"/>
                                        </p:tgtEl>
                                      </p:cBhvr>
                                    </p:animEffect>
                                  </p:childTnLst>
                                </p:cTn>
                              </p:par>
                              <p:par>
                                <p:cTn id="34" presetID="10" presetClass="entr" presetSubtype="0" fill="hold" nodeType="withEffect">
                                  <p:stCondLst>
                                    <p:cond delay="0"/>
                                  </p:stCondLst>
                                  <p:childTnLst>
                                    <p:set>
                                      <p:cBhvr>
                                        <p:cTn id="35" dur="1" fill="hold">
                                          <p:stCondLst>
                                            <p:cond delay="0"/>
                                          </p:stCondLst>
                                        </p:cTn>
                                        <p:tgtEl>
                                          <p:spTgt spid="6"/>
                                        </p:tgtEl>
                                        <p:attrNameLst>
                                          <p:attrName>style.visibility</p:attrName>
                                        </p:attrNameLst>
                                      </p:cBhvr>
                                      <p:to>
                                        <p:strVal val="visible"/>
                                      </p:to>
                                    </p:set>
                                    <p:animEffect transition="in" filter="fade">
                                      <p:cBhvr>
                                        <p:cTn id="36" dur="500"/>
                                        <p:tgtEl>
                                          <p:spTgt spid="6"/>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10"/>
                                        </p:tgtEl>
                                        <p:attrNameLst>
                                          <p:attrName>style.visibility</p:attrName>
                                        </p:attrNameLst>
                                      </p:cBhvr>
                                      <p:to>
                                        <p:strVal val="visible"/>
                                      </p:to>
                                    </p:set>
                                    <p:anim calcmode="lin" valueType="num">
                                      <p:cBhvr additive="base">
                                        <p:cTn id="41" dur="500" fill="hold"/>
                                        <p:tgtEl>
                                          <p:spTgt spid="10"/>
                                        </p:tgtEl>
                                        <p:attrNameLst>
                                          <p:attrName>ppt_x</p:attrName>
                                        </p:attrNameLst>
                                      </p:cBhvr>
                                      <p:tavLst>
                                        <p:tav tm="0">
                                          <p:val>
                                            <p:strVal val="#ppt_x"/>
                                          </p:val>
                                        </p:tav>
                                        <p:tav tm="100000">
                                          <p:val>
                                            <p:strVal val="#ppt_x"/>
                                          </p:val>
                                        </p:tav>
                                      </p:tavLst>
                                    </p:anim>
                                    <p:anim calcmode="lin" valueType="num">
                                      <p:cBhvr additive="base">
                                        <p:cTn id="42"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3612"/>
                                        </p:tgtEl>
                                        <p:attrNameLst>
                                          <p:attrName>style.visibility</p:attrName>
                                        </p:attrNameLst>
                                      </p:cBhvr>
                                      <p:to>
                                        <p:strVal val="visible"/>
                                      </p:to>
                                    </p:set>
                                    <p:animEffect transition="in" filter="wipe(left)">
                                      <p:cBhvr>
                                        <p:cTn id="52" dur="500"/>
                                        <p:tgtEl>
                                          <p:spTgt spid="236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10"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插值型数值求积公式</a:t>
            </a:r>
            <a:endParaRPr lang="zh-CN" altLang="en-US" sz="2000" b="1" dirty="0">
              <a:solidFill>
                <a:srgbClr val="314865"/>
              </a:solidFill>
              <a:latin typeface="+mj-ea"/>
            </a:endParaRPr>
          </a:p>
        </p:txBody>
      </p:sp>
      <p:sp>
        <p:nvSpPr>
          <p:cNvPr id="5" name="TextBox 1"/>
          <p:cNvSpPr txBox="1">
            <a:spLocks noChangeArrowheads="1"/>
          </p:cNvSpPr>
          <p:nvPr/>
        </p:nvSpPr>
        <p:spPr bwMode="auto">
          <a:xfrm>
            <a:off x="457199" y="708025"/>
            <a:ext cx="7210425" cy="1938992"/>
          </a:xfrm>
          <a:prstGeom prst="rect">
            <a:avLst/>
          </a:prstGeom>
          <a:ln>
            <a:headEnd/>
            <a:tailEnd/>
          </a:ln>
          <a:scene3d>
            <a:camera prst="orthographicFront"/>
            <a:lightRig rig="threePt" dir="t"/>
          </a:scene3d>
          <a:sp3d>
            <a:bevelT w="165100" prst="coolSlant"/>
          </a:sp3d>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对于区间         上权函数为        的积分</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这里函数       是非负连续函数</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称为</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上的权函数</a:t>
            </a:r>
            <a:r>
              <a:rPr lang="en-US" altLang="zh-CN" sz="2000" dirty="0" smtClean="0">
                <a:solidFill>
                  <a:schemeClr val="dk1"/>
                </a:solidFill>
                <a:latin typeface="Calibri" pitchFamily="34" charset="0"/>
                <a:ea typeface="宋体" pitchFamily="2" charset="-122"/>
                <a:sym typeface="Symbol" pitchFamily="18" charset="2"/>
              </a:rPr>
              <a:t>.</a:t>
            </a: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它的物理意义可以解释为密度函数</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48130" name="Object 2"/>
          <p:cNvGraphicFramePr>
            <a:graphicFrameLocks noChangeAspect="1"/>
          </p:cNvGraphicFramePr>
          <p:nvPr/>
        </p:nvGraphicFramePr>
        <p:xfrm>
          <a:off x="1606550" y="854075"/>
          <a:ext cx="420688" cy="312738"/>
        </p:xfrm>
        <a:graphic>
          <a:graphicData uri="http://schemas.openxmlformats.org/presentationml/2006/ole">
            <mc:AlternateContent xmlns:mc="http://schemas.openxmlformats.org/markup-compatibility/2006">
              <mc:Choice xmlns:v="urn:schemas-microsoft-com:vml" Requires="v">
                <p:oleObj spid="_x0000_s48239" name="Equation" r:id="rId3" imgW="482400" imgH="266400" progId="Equation.DSMT4">
                  <p:embed/>
                </p:oleObj>
              </mc:Choice>
              <mc:Fallback>
                <p:oleObj name="Equation" r:id="rId3" imgW="482400" imgH="2664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6550" y="854075"/>
                        <a:ext cx="420688"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2" name="Object 4"/>
          <p:cNvGraphicFramePr>
            <a:graphicFrameLocks noChangeAspect="1"/>
          </p:cNvGraphicFramePr>
          <p:nvPr/>
        </p:nvGraphicFramePr>
        <p:xfrm>
          <a:off x="2382838" y="1139825"/>
          <a:ext cx="1879600" cy="508000"/>
        </p:xfrm>
        <a:graphic>
          <a:graphicData uri="http://schemas.openxmlformats.org/presentationml/2006/ole">
            <mc:AlternateContent xmlns:mc="http://schemas.openxmlformats.org/markup-compatibility/2006">
              <mc:Choice xmlns:v="urn:schemas-microsoft-com:vml" Requires="v">
                <p:oleObj spid="_x0000_s48240" name="Equation" r:id="rId5" imgW="1879560" imgH="507960" progId="Equation.DSMT4">
                  <p:embed/>
                </p:oleObj>
              </mc:Choice>
              <mc:Fallback>
                <p:oleObj name="Equation" r:id="rId5" imgW="1879560" imgH="50796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82838" y="1139825"/>
                        <a:ext cx="18796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3" name="Object 2"/>
          <p:cNvGraphicFramePr>
            <a:graphicFrameLocks noChangeAspect="1"/>
          </p:cNvGraphicFramePr>
          <p:nvPr/>
        </p:nvGraphicFramePr>
        <p:xfrm>
          <a:off x="3370263" y="822325"/>
          <a:ext cx="409575" cy="312738"/>
        </p:xfrm>
        <a:graphic>
          <a:graphicData uri="http://schemas.openxmlformats.org/presentationml/2006/ole">
            <mc:AlternateContent xmlns:mc="http://schemas.openxmlformats.org/markup-compatibility/2006">
              <mc:Choice xmlns:v="urn:schemas-microsoft-com:vml" Requires="v">
                <p:oleObj spid="_x0000_s48241" name="Equation" r:id="rId7" imgW="469800" imgH="266400" progId="Equation.DSMT4">
                  <p:embed/>
                </p:oleObj>
              </mc:Choice>
              <mc:Fallback>
                <p:oleObj name="Equation" r:id="rId7" imgW="469800" imgH="26640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70263" y="822325"/>
                        <a:ext cx="409575"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4" name="Object 2"/>
          <p:cNvGraphicFramePr>
            <a:graphicFrameLocks noChangeAspect="1"/>
          </p:cNvGraphicFramePr>
          <p:nvPr/>
        </p:nvGraphicFramePr>
        <p:xfrm>
          <a:off x="1547813" y="1771650"/>
          <a:ext cx="409575" cy="312738"/>
        </p:xfrm>
        <a:graphic>
          <a:graphicData uri="http://schemas.openxmlformats.org/presentationml/2006/ole">
            <mc:AlternateContent xmlns:mc="http://schemas.openxmlformats.org/markup-compatibility/2006">
              <mc:Choice xmlns:v="urn:schemas-microsoft-com:vml" Requires="v">
                <p:oleObj spid="_x0000_s48242" name="Equation" r:id="rId9" imgW="469800" imgH="266400" progId="Equation.DSMT4">
                  <p:embed/>
                </p:oleObj>
              </mc:Choice>
              <mc:Fallback>
                <p:oleObj name="Equation" r:id="rId9" imgW="469800" imgH="266400" progId="Equation.DSMT4">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7813" y="1771650"/>
                        <a:ext cx="409575"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5" name="Object 2"/>
          <p:cNvGraphicFramePr>
            <a:graphicFrameLocks noChangeAspect="1"/>
          </p:cNvGraphicFramePr>
          <p:nvPr/>
        </p:nvGraphicFramePr>
        <p:xfrm>
          <a:off x="4384675" y="1784350"/>
          <a:ext cx="420688" cy="312738"/>
        </p:xfrm>
        <a:graphic>
          <a:graphicData uri="http://schemas.openxmlformats.org/presentationml/2006/ole">
            <mc:AlternateContent xmlns:mc="http://schemas.openxmlformats.org/markup-compatibility/2006">
              <mc:Choice xmlns:v="urn:schemas-microsoft-com:vml" Requires="v">
                <p:oleObj spid="_x0000_s48243" name="Equation" r:id="rId10" imgW="482400" imgH="266400" progId="Equation.DSMT4">
                  <p:embed/>
                </p:oleObj>
              </mc:Choice>
              <mc:Fallback>
                <p:oleObj name="Equation" r:id="rId10" imgW="482400" imgH="2664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84675" y="1784350"/>
                        <a:ext cx="420688" cy="312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Box 2"/>
          <p:cNvSpPr txBox="1">
            <a:spLocks noChangeArrowheads="1"/>
          </p:cNvSpPr>
          <p:nvPr/>
        </p:nvSpPr>
        <p:spPr bwMode="auto">
          <a:xfrm>
            <a:off x="447676" y="2727325"/>
            <a:ext cx="7238999" cy="1938992"/>
          </a:xfrm>
          <a:prstGeom prst="rect">
            <a:avLst/>
          </a:prstGeom>
          <a:ln>
            <a:headEnd/>
            <a:tailEnd/>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以                               为节点的插值型求积公式为                              ，</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其中，求积系数为                                       ，</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误差表达式                                                                         </a:t>
            </a:r>
            <a:r>
              <a:rPr lang="en-US" altLang="zh-CN" sz="2000" dirty="0" smtClean="0">
                <a:solidFill>
                  <a:schemeClr val="dk1"/>
                </a:solidFill>
                <a:latin typeface="Calibri" pitchFamily="34" charset="0"/>
                <a:ea typeface="宋体" pitchFamily="2" charset="-122"/>
                <a:sym typeface="Symbol" pitchFamily="18" charset="2"/>
              </a:rPr>
              <a:t>.</a:t>
            </a:r>
          </a:p>
          <a:p>
            <a:pPr>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48136" name="Object 5"/>
          <p:cNvGraphicFramePr>
            <a:graphicFrameLocks noChangeAspect="1"/>
          </p:cNvGraphicFramePr>
          <p:nvPr/>
        </p:nvGraphicFramePr>
        <p:xfrm>
          <a:off x="852488" y="2871788"/>
          <a:ext cx="1676400" cy="330200"/>
        </p:xfrm>
        <a:graphic>
          <a:graphicData uri="http://schemas.openxmlformats.org/presentationml/2006/ole">
            <mc:AlternateContent xmlns:mc="http://schemas.openxmlformats.org/markup-compatibility/2006">
              <mc:Choice xmlns:v="urn:schemas-microsoft-com:vml" Requires="v">
                <p:oleObj spid="_x0000_s48244" name="Equation" r:id="rId11" imgW="1676160" imgH="330120" progId="Equation.DSMT4">
                  <p:embed/>
                </p:oleObj>
              </mc:Choice>
              <mc:Fallback>
                <p:oleObj name="Equation" r:id="rId11" imgW="1676160" imgH="33012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52488" y="2871788"/>
                        <a:ext cx="16764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7" name="Object 6"/>
          <p:cNvGraphicFramePr>
            <a:graphicFrameLocks noChangeAspect="1"/>
          </p:cNvGraphicFramePr>
          <p:nvPr/>
        </p:nvGraphicFramePr>
        <p:xfrm>
          <a:off x="5665788" y="2709863"/>
          <a:ext cx="1638300" cy="685800"/>
        </p:xfrm>
        <a:graphic>
          <a:graphicData uri="http://schemas.openxmlformats.org/presentationml/2006/ole">
            <mc:AlternateContent xmlns:mc="http://schemas.openxmlformats.org/markup-compatibility/2006">
              <mc:Choice xmlns:v="urn:schemas-microsoft-com:vml" Requires="v">
                <p:oleObj spid="_x0000_s48245" name="Equation" r:id="rId13" imgW="1638000" imgH="685800" progId="Equation.DSMT4">
                  <p:embed/>
                </p:oleObj>
              </mc:Choice>
              <mc:Fallback>
                <p:oleObj name="Equation" r:id="rId13" imgW="1638000" imgH="68580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665788" y="2709863"/>
                        <a:ext cx="1638300"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8" name="Object 7"/>
          <p:cNvGraphicFramePr>
            <a:graphicFrameLocks noChangeAspect="1"/>
          </p:cNvGraphicFramePr>
          <p:nvPr/>
        </p:nvGraphicFramePr>
        <p:xfrm>
          <a:off x="2767013" y="3227388"/>
          <a:ext cx="2006600" cy="508000"/>
        </p:xfrm>
        <a:graphic>
          <a:graphicData uri="http://schemas.openxmlformats.org/presentationml/2006/ole">
            <mc:AlternateContent xmlns:mc="http://schemas.openxmlformats.org/markup-compatibility/2006">
              <mc:Choice xmlns:v="urn:schemas-microsoft-com:vml" Requires="v">
                <p:oleObj spid="_x0000_s48246" name="Equation" r:id="rId15" imgW="2006280" imgH="507960" progId="Equation.DSMT4">
                  <p:embed/>
                </p:oleObj>
              </mc:Choice>
              <mc:Fallback>
                <p:oleObj name="Equation" r:id="rId15" imgW="2006280" imgH="507960" progId="Equation.DSMT4">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67013" y="3227388"/>
                        <a:ext cx="20066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139" name="Object 9"/>
          <p:cNvGraphicFramePr>
            <a:graphicFrameLocks noChangeAspect="1"/>
          </p:cNvGraphicFramePr>
          <p:nvPr/>
        </p:nvGraphicFramePr>
        <p:xfrm>
          <a:off x="1901825" y="3678238"/>
          <a:ext cx="4076700" cy="660400"/>
        </p:xfrm>
        <a:graphic>
          <a:graphicData uri="http://schemas.openxmlformats.org/presentationml/2006/ole">
            <mc:AlternateContent xmlns:mc="http://schemas.openxmlformats.org/markup-compatibility/2006">
              <mc:Choice xmlns:v="urn:schemas-microsoft-com:vml" Requires="v">
                <p:oleObj spid="_x0000_s48247" name="Equation" r:id="rId17" imgW="4076640" imgH="660240" progId="Equation.DSMT4">
                  <p:embed/>
                </p:oleObj>
              </mc:Choice>
              <mc:Fallback>
                <p:oleObj name="Equation" r:id="rId17" imgW="4076640" imgH="660240" progId="Equation.DSMT4">
                  <p:embed/>
                  <p:pic>
                    <p:nvPicPr>
                      <p:cNvPr id="0"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901825" y="3678238"/>
                        <a:ext cx="40767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48130"/>
                                        </p:tgtEl>
                                        <p:attrNameLst>
                                          <p:attrName>style.visibility</p:attrName>
                                        </p:attrNameLst>
                                      </p:cBhvr>
                                      <p:to>
                                        <p:strVal val="visible"/>
                                      </p:to>
                                    </p:set>
                                    <p:animEffect transition="in" filter="blinds(horizontal)">
                                      <p:cBhvr>
                                        <p:cTn id="25" dur="500"/>
                                        <p:tgtEl>
                                          <p:spTgt spid="48130"/>
                                        </p:tgtEl>
                                      </p:cBhvr>
                                    </p:animEffect>
                                  </p:childTnLst>
                                </p:cTn>
                              </p:par>
                              <p:par>
                                <p:cTn id="26" presetID="3" presetClass="entr" presetSubtype="10" fill="hold" nodeType="withEffect">
                                  <p:stCondLst>
                                    <p:cond delay="0"/>
                                  </p:stCondLst>
                                  <p:childTnLst>
                                    <p:set>
                                      <p:cBhvr>
                                        <p:cTn id="27" dur="1" fill="hold">
                                          <p:stCondLst>
                                            <p:cond delay="0"/>
                                          </p:stCondLst>
                                        </p:cTn>
                                        <p:tgtEl>
                                          <p:spTgt spid="48133"/>
                                        </p:tgtEl>
                                        <p:attrNameLst>
                                          <p:attrName>style.visibility</p:attrName>
                                        </p:attrNameLst>
                                      </p:cBhvr>
                                      <p:to>
                                        <p:strVal val="visible"/>
                                      </p:to>
                                    </p:set>
                                    <p:animEffect transition="in" filter="blinds(horizontal)">
                                      <p:cBhvr>
                                        <p:cTn id="28" dur="500"/>
                                        <p:tgtEl>
                                          <p:spTgt spid="48133"/>
                                        </p:tgtEl>
                                      </p:cBhvr>
                                    </p:animEffect>
                                  </p:childTnLst>
                                </p:cTn>
                              </p:par>
                              <p:par>
                                <p:cTn id="29" presetID="3" presetClass="entr" presetSubtype="10" fill="hold" nodeType="withEffect">
                                  <p:stCondLst>
                                    <p:cond delay="0"/>
                                  </p:stCondLst>
                                  <p:childTnLst>
                                    <p:set>
                                      <p:cBhvr>
                                        <p:cTn id="30" dur="1" fill="hold">
                                          <p:stCondLst>
                                            <p:cond delay="0"/>
                                          </p:stCondLst>
                                        </p:cTn>
                                        <p:tgtEl>
                                          <p:spTgt spid="48132"/>
                                        </p:tgtEl>
                                        <p:attrNameLst>
                                          <p:attrName>style.visibility</p:attrName>
                                        </p:attrNameLst>
                                      </p:cBhvr>
                                      <p:to>
                                        <p:strVal val="visible"/>
                                      </p:to>
                                    </p:set>
                                    <p:animEffect transition="in" filter="blinds(horizontal)">
                                      <p:cBhvr>
                                        <p:cTn id="31" dur="500"/>
                                        <p:tgtEl>
                                          <p:spTgt spid="48132"/>
                                        </p:tgtEl>
                                      </p:cBhvr>
                                    </p:animEffect>
                                  </p:childTnLst>
                                </p:cTn>
                              </p:par>
                              <p:par>
                                <p:cTn id="32" presetID="3" presetClass="entr" presetSubtype="10" fill="hold" nodeType="withEffect">
                                  <p:stCondLst>
                                    <p:cond delay="0"/>
                                  </p:stCondLst>
                                  <p:childTnLst>
                                    <p:set>
                                      <p:cBhvr>
                                        <p:cTn id="33" dur="1" fill="hold">
                                          <p:stCondLst>
                                            <p:cond delay="0"/>
                                          </p:stCondLst>
                                        </p:cTn>
                                        <p:tgtEl>
                                          <p:spTgt spid="48134"/>
                                        </p:tgtEl>
                                        <p:attrNameLst>
                                          <p:attrName>style.visibility</p:attrName>
                                        </p:attrNameLst>
                                      </p:cBhvr>
                                      <p:to>
                                        <p:strVal val="visible"/>
                                      </p:to>
                                    </p:set>
                                    <p:animEffect transition="in" filter="blinds(horizontal)">
                                      <p:cBhvr>
                                        <p:cTn id="34" dur="500"/>
                                        <p:tgtEl>
                                          <p:spTgt spid="48134"/>
                                        </p:tgtEl>
                                      </p:cBhvr>
                                    </p:animEffect>
                                  </p:childTnLst>
                                </p:cTn>
                              </p:par>
                              <p:par>
                                <p:cTn id="35" presetID="3" presetClass="entr" presetSubtype="10" fill="hold" nodeType="withEffect">
                                  <p:stCondLst>
                                    <p:cond delay="0"/>
                                  </p:stCondLst>
                                  <p:childTnLst>
                                    <p:set>
                                      <p:cBhvr>
                                        <p:cTn id="36" dur="1" fill="hold">
                                          <p:stCondLst>
                                            <p:cond delay="0"/>
                                          </p:stCondLst>
                                        </p:cTn>
                                        <p:tgtEl>
                                          <p:spTgt spid="48135"/>
                                        </p:tgtEl>
                                        <p:attrNameLst>
                                          <p:attrName>style.visibility</p:attrName>
                                        </p:attrNameLst>
                                      </p:cBhvr>
                                      <p:to>
                                        <p:strVal val="visible"/>
                                      </p:to>
                                    </p:set>
                                    <p:animEffect transition="in" filter="blinds(horizontal)">
                                      <p:cBhvr>
                                        <p:cTn id="37" dur="500"/>
                                        <p:tgtEl>
                                          <p:spTgt spid="48135"/>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amond(in)">
                                      <p:cBhvr>
                                        <p:cTn id="42" dur="2000"/>
                                        <p:tgtEl>
                                          <p:spTgt spid="13"/>
                                        </p:tgtEl>
                                      </p:cBhvr>
                                    </p:animEffect>
                                  </p:childTnLst>
                                </p:cTn>
                              </p:par>
                              <p:par>
                                <p:cTn id="43" presetID="8" presetClass="entr" presetSubtype="16" fill="hold" nodeType="withEffect">
                                  <p:stCondLst>
                                    <p:cond delay="0"/>
                                  </p:stCondLst>
                                  <p:childTnLst>
                                    <p:set>
                                      <p:cBhvr>
                                        <p:cTn id="44" dur="1" fill="hold">
                                          <p:stCondLst>
                                            <p:cond delay="0"/>
                                          </p:stCondLst>
                                        </p:cTn>
                                        <p:tgtEl>
                                          <p:spTgt spid="48136"/>
                                        </p:tgtEl>
                                        <p:attrNameLst>
                                          <p:attrName>style.visibility</p:attrName>
                                        </p:attrNameLst>
                                      </p:cBhvr>
                                      <p:to>
                                        <p:strVal val="visible"/>
                                      </p:to>
                                    </p:set>
                                    <p:animEffect transition="in" filter="diamond(in)">
                                      <p:cBhvr>
                                        <p:cTn id="45" dur="2000"/>
                                        <p:tgtEl>
                                          <p:spTgt spid="48136"/>
                                        </p:tgtEl>
                                      </p:cBhvr>
                                    </p:animEffect>
                                  </p:childTnLst>
                                </p:cTn>
                              </p:par>
                              <p:par>
                                <p:cTn id="46" presetID="8" presetClass="entr" presetSubtype="16" fill="hold" nodeType="withEffect">
                                  <p:stCondLst>
                                    <p:cond delay="0"/>
                                  </p:stCondLst>
                                  <p:childTnLst>
                                    <p:set>
                                      <p:cBhvr>
                                        <p:cTn id="47" dur="1" fill="hold">
                                          <p:stCondLst>
                                            <p:cond delay="0"/>
                                          </p:stCondLst>
                                        </p:cTn>
                                        <p:tgtEl>
                                          <p:spTgt spid="48137"/>
                                        </p:tgtEl>
                                        <p:attrNameLst>
                                          <p:attrName>style.visibility</p:attrName>
                                        </p:attrNameLst>
                                      </p:cBhvr>
                                      <p:to>
                                        <p:strVal val="visible"/>
                                      </p:to>
                                    </p:set>
                                    <p:animEffect transition="in" filter="diamond(in)">
                                      <p:cBhvr>
                                        <p:cTn id="48" dur="2000"/>
                                        <p:tgtEl>
                                          <p:spTgt spid="48137"/>
                                        </p:tgtEl>
                                      </p:cBhvr>
                                    </p:animEffect>
                                  </p:childTnLst>
                                </p:cTn>
                              </p:par>
                              <p:par>
                                <p:cTn id="49" presetID="8" presetClass="entr" presetSubtype="16" fill="hold" nodeType="withEffect">
                                  <p:stCondLst>
                                    <p:cond delay="0"/>
                                  </p:stCondLst>
                                  <p:childTnLst>
                                    <p:set>
                                      <p:cBhvr>
                                        <p:cTn id="50" dur="1" fill="hold">
                                          <p:stCondLst>
                                            <p:cond delay="0"/>
                                          </p:stCondLst>
                                        </p:cTn>
                                        <p:tgtEl>
                                          <p:spTgt spid="48138"/>
                                        </p:tgtEl>
                                        <p:attrNameLst>
                                          <p:attrName>style.visibility</p:attrName>
                                        </p:attrNameLst>
                                      </p:cBhvr>
                                      <p:to>
                                        <p:strVal val="visible"/>
                                      </p:to>
                                    </p:set>
                                    <p:animEffect transition="in" filter="diamond(in)">
                                      <p:cBhvr>
                                        <p:cTn id="51" dur="2000"/>
                                        <p:tgtEl>
                                          <p:spTgt spid="48138"/>
                                        </p:tgtEl>
                                      </p:cBhvr>
                                    </p:animEffect>
                                  </p:childTnLst>
                                </p:cTn>
                              </p:par>
                              <p:par>
                                <p:cTn id="52" presetID="8" presetClass="entr" presetSubtype="16" fill="hold" nodeType="withEffect">
                                  <p:stCondLst>
                                    <p:cond delay="0"/>
                                  </p:stCondLst>
                                  <p:childTnLst>
                                    <p:set>
                                      <p:cBhvr>
                                        <p:cTn id="53" dur="1" fill="hold">
                                          <p:stCondLst>
                                            <p:cond delay="0"/>
                                          </p:stCondLst>
                                        </p:cTn>
                                        <p:tgtEl>
                                          <p:spTgt spid="48139"/>
                                        </p:tgtEl>
                                        <p:attrNameLst>
                                          <p:attrName>style.visibility</p:attrName>
                                        </p:attrNameLst>
                                      </p:cBhvr>
                                      <p:to>
                                        <p:strVal val="visible"/>
                                      </p:to>
                                    </p:set>
                                    <p:animEffect transition="in" filter="diamond(in)">
                                      <p:cBhvr>
                                        <p:cTn id="54" dur="2000"/>
                                        <p:tgtEl>
                                          <p:spTgt spid="481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13"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插值型数值求积公式</a:t>
            </a:r>
            <a:endParaRPr lang="zh-CN" altLang="en-US" sz="2000" b="1" dirty="0">
              <a:solidFill>
                <a:srgbClr val="314865"/>
              </a:solidFill>
              <a:latin typeface="+mj-ea"/>
            </a:endParaRPr>
          </a:p>
        </p:txBody>
      </p:sp>
      <p:sp>
        <p:nvSpPr>
          <p:cNvPr id="5" name="Text Box 42"/>
          <p:cNvSpPr txBox="1">
            <a:spLocks noChangeArrowheads="1"/>
          </p:cNvSpPr>
          <p:nvPr/>
        </p:nvSpPr>
        <p:spPr bwMode="auto">
          <a:xfrm>
            <a:off x="485774" y="714375"/>
            <a:ext cx="7820025" cy="4062651"/>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为了简化计算，取等距节点</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则</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令</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则有</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30000"/>
              </a:lnSpc>
            </a:pPr>
            <a:r>
              <a:rPr lang="zh-CN" altLang="en-US" sz="2000" dirty="0" smtClean="0">
                <a:solidFill>
                  <a:schemeClr val="dk1"/>
                </a:solidFill>
                <a:latin typeface="Calibri" pitchFamily="34" charset="0"/>
                <a:ea typeface="宋体" pitchFamily="2" charset="-122"/>
                <a:sym typeface="Symbol" pitchFamily="18" charset="2"/>
              </a:rPr>
              <a:t>称式</a:t>
            </a:r>
            <a:r>
              <a:rPr lang="en-US" altLang="zh-CN" sz="2000" dirty="0" smtClean="0">
                <a:solidFill>
                  <a:schemeClr val="dk1"/>
                </a:solidFill>
                <a:latin typeface="Calibri" pitchFamily="34" charset="0"/>
                <a:ea typeface="宋体" pitchFamily="2" charset="-122"/>
                <a:sym typeface="Symbol" pitchFamily="18" charset="2"/>
              </a:rPr>
              <a:t>(4)</a:t>
            </a:r>
            <a:r>
              <a:rPr lang="zh-CN" altLang="en-US" sz="2000" dirty="0" smtClean="0">
                <a:solidFill>
                  <a:schemeClr val="dk1"/>
                </a:solidFill>
                <a:latin typeface="Calibri" pitchFamily="34" charset="0"/>
                <a:ea typeface="宋体" pitchFamily="2" charset="-122"/>
                <a:sym typeface="Symbol" pitchFamily="18" charset="2"/>
              </a:rPr>
              <a:t>为</a:t>
            </a:r>
            <a:r>
              <a:rPr lang="en-US" altLang="zh-CN" sz="2000" dirty="0" smtClean="0">
                <a:solidFill>
                  <a:schemeClr val="dk1"/>
                </a:solidFill>
                <a:latin typeface="Calibri" pitchFamily="34" charset="0"/>
                <a:ea typeface="宋体" pitchFamily="2" charset="-122"/>
                <a:sym typeface="Symbol" pitchFamily="18" charset="2"/>
              </a:rPr>
              <a:t>Newton-Cotes</a:t>
            </a:r>
            <a:r>
              <a:rPr lang="zh-CN" altLang="en-US" sz="2000" dirty="0" smtClean="0">
                <a:solidFill>
                  <a:schemeClr val="dk1"/>
                </a:solidFill>
                <a:latin typeface="Calibri" pitchFamily="34" charset="0"/>
                <a:ea typeface="宋体" pitchFamily="2" charset="-122"/>
                <a:sym typeface="Symbol" pitchFamily="18" charset="2"/>
              </a:rPr>
              <a:t>公式</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称为</a:t>
            </a:r>
            <a:r>
              <a:rPr lang="en-US" altLang="zh-CN" sz="2000" dirty="0" smtClean="0">
                <a:solidFill>
                  <a:schemeClr val="dk1"/>
                </a:solidFill>
                <a:latin typeface="Calibri" pitchFamily="34" charset="0"/>
                <a:ea typeface="宋体" pitchFamily="2" charset="-122"/>
                <a:sym typeface="Symbol" pitchFamily="18" charset="2"/>
              </a:rPr>
              <a:t>Cotes</a:t>
            </a:r>
            <a:r>
              <a:rPr lang="zh-CN" altLang="en-US" sz="2000" dirty="0" smtClean="0">
                <a:solidFill>
                  <a:schemeClr val="dk1"/>
                </a:solidFill>
                <a:latin typeface="Calibri" pitchFamily="34" charset="0"/>
                <a:ea typeface="宋体" pitchFamily="2" charset="-122"/>
                <a:sym typeface="Symbol" pitchFamily="18" charset="2"/>
              </a:rPr>
              <a:t>系数</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23614" name="Object 62"/>
          <p:cNvGraphicFramePr>
            <a:graphicFrameLocks noChangeAspect="1"/>
          </p:cNvGraphicFramePr>
          <p:nvPr/>
        </p:nvGraphicFramePr>
        <p:xfrm>
          <a:off x="1235075" y="1487488"/>
          <a:ext cx="6921500" cy="974725"/>
        </p:xfrm>
        <a:graphic>
          <a:graphicData uri="http://schemas.openxmlformats.org/presentationml/2006/ole">
            <mc:AlternateContent xmlns:mc="http://schemas.openxmlformats.org/markup-compatibility/2006">
              <mc:Choice xmlns:v="urn:schemas-microsoft-com:vml" Requires="v">
                <p:oleObj spid="_x0000_s49219" name="Equation" r:id="rId3" imgW="5689440" imgH="799920" progId="Equation.DSMT4">
                  <p:embed/>
                </p:oleObj>
              </mc:Choice>
              <mc:Fallback>
                <p:oleObj name="Equation" r:id="rId3" imgW="5689440" imgH="799920" progId="Equation.DSMT4">
                  <p:embed/>
                  <p:pic>
                    <p:nvPicPr>
                      <p:cNvPr id="0" name="Object 6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35075" y="1487488"/>
                        <a:ext cx="6921500"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61"/>
          <p:cNvGraphicFramePr>
            <a:graphicFrameLocks noChangeAspect="1"/>
          </p:cNvGraphicFramePr>
          <p:nvPr/>
        </p:nvGraphicFramePr>
        <p:xfrm>
          <a:off x="3665538" y="652463"/>
          <a:ext cx="4337050" cy="688975"/>
        </p:xfrm>
        <a:graphic>
          <a:graphicData uri="http://schemas.openxmlformats.org/presentationml/2006/ole">
            <mc:AlternateContent xmlns:mc="http://schemas.openxmlformats.org/markup-compatibility/2006">
              <mc:Choice xmlns:v="urn:schemas-microsoft-com:vml" Requires="v">
                <p:oleObj spid="_x0000_s49220" name="Equation" r:id="rId5" imgW="3822480" imgH="609480" progId="Equation.DSMT4">
                  <p:embed/>
                </p:oleObj>
              </mc:Choice>
              <mc:Fallback>
                <p:oleObj name="Equation" r:id="rId5" imgW="3822480" imgH="609480" progId="Equation.DSMT4">
                  <p:embed/>
                  <p:pic>
                    <p:nvPicPr>
                      <p:cNvPr id="0" name="Object 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65538" y="652463"/>
                        <a:ext cx="4337050" cy="688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618" name="Object 66"/>
          <p:cNvGraphicFramePr>
            <a:graphicFrameLocks noChangeAspect="1"/>
          </p:cNvGraphicFramePr>
          <p:nvPr/>
        </p:nvGraphicFramePr>
        <p:xfrm>
          <a:off x="1319213" y="2455863"/>
          <a:ext cx="6891337" cy="973137"/>
        </p:xfrm>
        <a:graphic>
          <a:graphicData uri="http://schemas.openxmlformats.org/presentationml/2006/ole">
            <mc:AlternateContent xmlns:mc="http://schemas.openxmlformats.org/markup-compatibility/2006">
              <mc:Choice xmlns:v="urn:schemas-microsoft-com:vml" Requires="v">
                <p:oleObj spid="_x0000_s49221" name="Equation" r:id="rId7" imgW="5663880" imgH="799920" progId="Equation.DSMT4">
                  <p:embed/>
                </p:oleObj>
              </mc:Choice>
              <mc:Fallback>
                <p:oleObj name="Equation" r:id="rId7" imgW="5663880" imgH="799920" progId="Equation.DSMT4">
                  <p:embed/>
                  <p:pic>
                    <p:nvPicPr>
                      <p:cNvPr id="0" name="Object 6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19213" y="2455863"/>
                        <a:ext cx="6891337" cy="973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55" name="Object 27"/>
          <p:cNvGraphicFramePr>
            <a:graphicFrameLocks noChangeAspect="1"/>
          </p:cNvGraphicFramePr>
          <p:nvPr/>
        </p:nvGraphicFramePr>
        <p:xfrm>
          <a:off x="1235075" y="3397250"/>
          <a:ext cx="3567113" cy="608013"/>
        </p:xfrm>
        <a:graphic>
          <a:graphicData uri="http://schemas.openxmlformats.org/presentationml/2006/ole">
            <mc:AlternateContent xmlns:mc="http://schemas.openxmlformats.org/markup-compatibility/2006">
              <mc:Choice xmlns:v="urn:schemas-microsoft-com:vml" Requires="v">
                <p:oleObj spid="_x0000_s49222" name="Equation" r:id="rId9" imgW="4406760" imgH="749160" progId="Equation.DSMT4">
                  <p:embed/>
                </p:oleObj>
              </mc:Choice>
              <mc:Fallback>
                <p:oleObj name="Equation" r:id="rId9" imgW="4406760" imgH="749160" progId="Equation.DSMT4">
                  <p:embed/>
                  <p:pic>
                    <p:nvPicPr>
                      <p:cNvPr id="0"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235075" y="3397250"/>
                        <a:ext cx="3567113" cy="608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64" name="Object 36"/>
          <p:cNvGraphicFramePr>
            <a:graphicFrameLocks noChangeAspect="1"/>
          </p:cNvGraphicFramePr>
          <p:nvPr/>
        </p:nvGraphicFramePr>
        <p:xfrm>
          <a:off x="3743325" y="4281488"/>
          <a:ext cx="549275" cy="463550"/>
        </p:xfrm>
        <a:graphic>
          <a:graphicData uri="http://schemas.openxmlformats.org/presentationml/2006/ole">
            <mc:AlternateContent xmlns:mc="http://schemas.openxmlformats.org/markup-compatibility/2006">
              <mc:Choice xmlns:v="urn:schemas-microsoft-com:vml" Requires="v">
                <p:oleObj spid="_x0000_s49223" name="Equation" r:id="rId11" imgW="241200" imgH="203040" progId="Equation.DSMT4">
                  <p:embed/>
                </p:oleObj>
              </mc:Choice>
              <mc:Fallback>
                <p:oleObj name="Equation" r:id="rId11" imgW="241200" imgH="203040" progId="Equation.DSMT4">
                  <p:embed/>
                  <p:pic>
                    <p:nvPicPr>
                      <p:cNvPr id="0" name="Object 3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743325" y="4281488"/>
                        <a:ext cx="549275"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par>
                                <p:cTn id="26" presetID="3" presetClass="entr" presetSubtype="10" fill="hold" nodeType="withEffect">
                                  <p:stCondLst>
                                    <p:cond delay="0"/>
                                  </p:stCondLst>
                                  <p:childTnLst>
                                    <p:set>
                                      <p:cBhvr>
                                        <p:cTn id="27" dur="1" fill="hold">
                                          <p:stCondLst>
                                            <p:cond delay="0"/>
                                          </p:stCondLst>
                                        </p:cTn>
                                        <p:tgtEl>
                                          <p:spTgt spid="23614"/>
                                        </p:tgtEl>
                                        <p:attrNameLst>
                                          <p:attrName>style.visibility</p:attrName>
                                        </p:attrNameLst>
                                      </p:cBhvr>
                                      <p:to>
                                        <p:strVal val="visible"/>
                                      </p:to>
                                    </p:set>
                                    <p:animEffect transition="in" filter="blinds(horizontal)">
                                      <p:cBhvr>
                                        <p:cTn id="28" dur="500"/>
                                        <p:tgtEl>
                                          <p:spTgt spid="23614"/>
                                        </p:tgtEl>
                                      </p:cBhvr>
                                    </p:animEffect>
                                  </p:childTnLst>
                                </p:cTn>
                              </p:par>
                              <p:par>
                                <p:cTn id="29" presetID="3" presetClass="entr" presetSubtype="10" fill="hold" nodeType="withEffect">
                                  <p:stCondLst>
                                    <p:cond delay="0"/>
                                  </p:stCondLst>
                                  <p:childTnLst>
                                    <p:set>
                                      <p:cBhvr>
                                        <p:cTn id="30" dur="1" fill="hold">
                                          <p:stCondLst>
                                            <p:cond delay="0"/>
                                          </p:stCondLst>
                                        </p:cTn>
                                        <p:tgtEl>
                                          <p:spTgt spid="23618"/>
                                        </p:tgtEl>
                                        <p:attrNameLst>
                                          <p:attrName>style.visibility</p:attrName>
                                        </p:attrNameLst>
                                      </p:cBhvr>
                                      <p:to>
                                        <p:strVal val="visible"/>
                                      </p:to>
                                    </p:set>
                                    <p:animEffect transition="in" filter="blinds(horizontal)">
                                      <p:cBhvr>
                                        <p:cTn id="31" dur="500"/>
                                        <p:tgtEl>
                                          <p:spTgt spid="23618"/>
                                        </p:tgtEl>
                                      </p:cBhvr>
                                    </p:animEffect>
                                  </p:childTnLst>
                                </p:cTn>
                              </p:par>
                              <p:par>
                                <p:cTn id="32" presetID="3" presetClass="entr" presetSubtype="10" fill="hold" nodeType="withEffect">
                                  <p:stCondLst>
                                    <p:cond delay="0"/>
                                  </p:stCondLst>
                                  <p:childTnLst>
                                    <p:set>
                                      <p:cBhvr>
                                        <p:cTn id="33" dur="1" fill="hold">
                                          <p:stCondLst>
                                            <p:cond delay="0"/>
                                          </p:stCondLst>
                                        </p:cTn>
                                        <p:tgtEl>
                                          <p:spTgt spid="22555"/>
                                        </p:tgtEl>
                                        <p:attrNameLst>
                                          <p:attrName>style.visibility</p:attrName>
                                        </p:attrNameLst>
                                      </p:cBhvr>
                                      <p:to>
                                        <p:strVal val="visible"/>
                                      </p:to>
                                    </p:set>
                                    <p:animEffect transition="in" filter="blinds(horizontal)">
                                      <p:cBhvr>
                                        <p:cTn id="34" dur="500"/>
                                        <p:tgtEl>
                                          <p:spTgt spid="22555"/>
                                        </p:tgtEl>
                                      </p:cBhvr>
                                    </p:animEffect>
                                  </p:childTnLst>
                                </p:cTn>
                              </p:par>
                              <p:par>
                                <p:cTn id="35" presetID="3" presetClass="entr" presetSubtype="10" fill="hold" nodeType="withEffect">
                                  <p:stCondLst>
                                    <p:cond delay="0"/>
                                  </p:stCondLst>
                                  <p:childTnLst>
                                    <p:set>
                                      <p:cBhvr>
                                        <p:cTn id="36" dur="1" fill="hold">
                                          <p:stCondLst>
                                            <p:cond delay="0"/>
                                          </p:stCondLst>
                                        </p:cTn>
                                        <p:tgtEl>
                                          <p:spTgt spid="22564"/>
                                        </p:tgtEl>
                                        <p:attrNameLst>
                                          <p:attrName>style.visibility</p:attrName>
                                        </p:attrNameLst>
                                      </p:cBhvr>
                                      <p:to>
                                        <p:strVal val="visible"/>
                                      </p:to>
                                    </p:set>
                                    <p:animEffect transition="in" filter="blinds(horizontal)">
                                      <p:cBhvr>
                                        <p:cTn id="37" dur="500"/>
                                        <p:tgtEl>
                                          <p:spTgt spid="225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插值型数值求积公式</a:t>
            </a:r>
            <a:endParaRPr lang="zh-CN" altLang="en-US" sz="2000" b="1" dirty="0">
              <a:solidFill>
                <a:srgbClr val="314865"/>
              </a:solidFill>
              <a:latin typeface="+mj-ea"/>
            </a:endParaRPr>
          </a:p>
        </p:txBody>
      </p:sp>
      <p:sp>
        <p:nvSpPr>
          <p:cNvPr id="5" name="Text Box 21"/>
          <p:cNvSpPr txBox="1">
            <a:spLocks noChangeArrowheads="1"/>
          </p:cNvSpPr>
          <p:nvPr/>
        </p:nvSpPr>
        <p:spPr bwMode="auto">
          <a:xfrm>
            <a:off x="266700" y="560388"/>
            <a:ext cx="7781925" cy="455125"/>
          </a:xfrm>
          <a:prstGeom prst="rect">
            <a:avLst/>
          </a:prstGeom>
          <a:ln>
            <a:headEnd/>
            <a:tailEnd/>
          </a:ln>
          <a:scene3d>
            <a:camera prst="orthographicFront"/>
            <a:lightRig rig="threePt" dir="t"/>
          </a:scene3d>
          <a:sp3d>
            <a:bevelT w="165100" prst="coolSlant"/>
          </a:sp3d>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l">
              <a:lnSpc>
                <a:spcPct val="130000"/>
              </a:lnSpc>
            </a:pPr>
            <a:r>
              <a:rPr lang="zh-CN" altLang="en-US" sz="2000" dirty="0" smtClean="0">
                <a:solidFill>
                  <a:srgbClr val="FF0000"/>
                </a:solidFill>
                <a:latin typeface="Calibri" pitchFamily="34" charset="0"/>
                <a:ea typeface="宋体" pitchFamily="2" charset="-122"/>
                <a:sym typeface="Symbol" pitchFamily="18" charset="2"/>
              </a:rPr>
              <a:t>例</a:t>
            </a:r>
            <a:r>
              <a:rPr lang="en-US" altLang="zh-CN" sz="2000" dirty="0" smtClean="0">
                <a:solidFill>
                  <a:srgbClr val="FF0000"/>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设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求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时的</a:t>
            </a:r>
            <a:r>
              <a:rPr lang="en-US" altLang="zh-CN" sz="2000" dirty="0" smtClean="0">
                <a:solidFill>
                  <a:schemeClr val="dk1"/>
                </a:solidFill>
                <a:latin typeface="Calibri" pitchFamily="34" charset="0"/>
                <a:ea typeface="宋体" pitchFamily="2" charset="-122"/>
                <a:sym typeface="Symbol" pitchFamily="18" charset="2"/>
              </a:rPr>
              <a:t>Newton-Cotes</a:t>
            </a:r>
            <a:r>
              <a:rPr lang="zh-CN" altLang="en-US" sz="2000" dirty="0" smtClean="0">
                <a:solidFill>
                  <a:schemeClr val="dk1"/>
                </a:solidFill>
                <a:latin typeface="Calibri" pitchFamily="34" charset="0"/>
                <a:ea typeface="宋体" pitchFamily="2" charset="-122"/>
                <a:sym typeface="Symbol" pitchFamily="18" charset="2"/>
              </a:rPr>
              <a:t>公式并估计误差</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22556" name="Object 28"/>
          <p:cNvGraphicFramePr>
            <a:graphicFrameLocks noChangeAspect="1"/>
          </p:cNvGraphicFramePr>
          <p:nvPr/>
        </p:nvGraphicFramePr>
        <p:xfrm>
          <a:off x="1147763" y="603250"/>
          <a:ext cx="1703387" cy="388938"/>
        </p:xfrm>
        <a:graphic>
          <a:graphicData uri="http://schemas.openxmlformats.org/presentationml/2006/ole">
            <mc:AlternateContent xmlns:mc="http://schemas.openxmlformats.org/markup-compatibility/2006">
              <mc:Choice xmlns:v="urn:schemas-microsoft-com:vml" Requires="v">
                <p:oleObj spid="_x0000_s50214" name="Equation" r:id="rId3" imgW="1396800" imgH="317160" progId="Equation.DSMT4">
                  <p:embed/>
                </p:oleObj>
              </mc:Choice>
              <mc:Fallback>
                <p:oleObj name="Equation" r:id="rId3" imgW="1396800" imgH="31716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7763" y="603250"/>
                        <a:ext cx="170338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pic>
                </p:oleObj>
              </mc:Fallback>
            </mc:AlternateContent>
          </a:graphicData>
        </a:graphic>
      </p:graphicFrame>
      <p:graphicFrame>
        <p:nvGraphicFramePr>
          <p:cNvPr id="2" name="Object 28"/>
          <p:cNvGraphicFramePr>
            <a:graphicFrameLocks noChangeAspect="1"/>
          </p:cNvGraphicFramePr>
          <p:nvPr/>
        </p:nvGraphicFramePr>
        <p:xfrm>
          <a:off x="3375025" y="682625"/>
          <a:ext cx="557213" cy="279400"/>
        </p:xfrm>
        <a:graphic>
          <a:graphicData uri="http://schemas.openxmlformats.org/presentationml/2006/ole">
            <mc:AlternateContent xmlns:mc="http://schemas.openxmlformats.org/markup-compatibility/2006">
              <mc:Choice xmlns:v="urn:schemas-microsoft-com:vml" Requires="v">
                <p:oleObj spid="_x0000_s50215" name="Equation" r:id="rId5" imgW="457200" imgH="228600" progId="Equation.DSMT4">
                  <p:embed/>
                </p:oleObj>
              </mc:Choice>
              <mc:Fallback>
                <p:oleObj name="Equation" r:id="rId5" imgW="457200" imgH="22860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5025" y="682625"/>
                        <a:ext cx="557213"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pic>
                </p:oleObj>
              </mc:Fallback>
            </mc:AlternateContent>
          </a:graphicData>
        </a:graphic>
      </p:graphicFrame>
      <p:graphicFrame>
        <p:nvGraphicFramePr>
          <p:cNvPr id="3" name="Object 28"/>
          <p:cNvGraphicFramePr>
            <a:graphicFrameLocks noChangeAspect="1"/>
          </p:cNvGraphicFramePr>
          <p:nvPr/>
        </p:nvGraphicFramePr>
        <p:xfrm>
          <a:off x="914400" y="1085850"/>
          <a:ext cx="6864350" cy="3702050"/>
        </p:xfrm>
        <a:graphic>
          <a:graphicData uri="http://schemas.openxmlformats.org/presentationml/2006/ole">
            <mc:AlternateContent xmlns:mc="http://schemas.openxmlformats.org/markup-compatibility/2006">
              <mc:Choice xmlns:v="urn:schemas-microsoft-com:vml" Requires="v">
                <p:oleObj spid="_x0000_s50216" name="Equation" r:id="rId7" imgW="5626080" imgH="3035160" progId="Equation.DSMT4">
                  <p:embed/>
                </p:oleObj>
              </mc:Choice>
              <mc:Fallback>
                <p:oleObj name="Equation" r:id="rId7" imgW="5626080" imgH="30351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4400" y="1085850"/>
                        <a:ext cx="6864350" cy="370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22556"/>
                                        </p:tgtEl>
                                        <p:attrNameLst>
                                          <p:attrName>style.visibility</p:attrName>
                                        </p:attrNameLst>
                                      </p:cBhvr>
                                      <p:to>
                                        <p:strVal val="visible"/>
                                      </p:to>
                                    </p:set>
                                    <p:animEffect transition="in" filter="blinds(horizontal)">
                                      <p:cBhvr>
                                        <p:cTn id="25" dur="500"/>
                                        <p:tgtEl>
                                          <p:spTgt spid="22556"/>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diamond(in)">
                                      <p:cBhvr>
                                        <p:cTn id="3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a:off x="0" y="371475"/>
            <a:ext cx="3324225" cy="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05500" y="371475"/>
            <a:ext cx="3238500" cy="2857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324224" y="184150"/>
            <a:ext cx="2600325"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插值型数值求积公式</a:t>
            </a:r>
            <a:endParaRPr lang="zh-CN" altLang="en-US" sz="2000" b="1" dirty="0">
              <a:solidFill>
                <a:srgbClr val="314865"/>
              </a:solidFill>
              <a:latin typeface="+mj-ea"/>
            </a:endParaRPr>
          </a:p>
        </p:txBody>
      </p:sp>
      <p:sp>
        <p:nvSpPr>
          <p:cNvPr id="5" name="Text Box 24"/>
          <p:cNvSpPr txBox="1">
            <a:spLocks noChangeArrowheads="1"/>
          </p:cNvSpPr>
          <p:nvPr/>
        </p:nvSpPr>
        <p:spPr bwMode="auto">
          <a:xfrm>
            <a:off x="276225" y="3384550"/>
            <a:ext cx="6448425" cy="1015663"/>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所以公式</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也称为梯形公式</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记为</a:t>
            </a:r>
            <a:r>
              <a:rPr lang="en-US" altLang="zh-CN" sz="2000" dirty="0" smtClean="0">
                <a:solidFill>
                  <a:schemeClr val="dk1"/>
                </a:solidFill>
                <a:latin typeface="Calibri" pitchFamily="34" charset="0"/>
                <a:ea typeface="宋体" pitchFamily="2" charset="-122"/>
                <a:sym typeface="Symbol" pitchFamily="18" charset="2"/>
              </a:rPr>
              <a:t>T.</a:t>
            </a:r>
          </a:p>
        </p:txBody>
      </p:sp>
      <p:sp>
        <p:nvSpPr>
          <p:cNvPr id="8" name="Text Box 24"/>
          <p:cNvSpPr txBox="1">
            <a:spLocks noChangeArrowheads="1"/>
          </p:cNvSpPr>
          <p:nvPr/>
        </p:nvSpPr>
        <p:spPr bwMode="auto">
          <a:xfrm>
            <a:off x="304800" y="641350"/>
            <a:ext cx="1619250" cy="553998"/>
          </a:xfrm>
          <a:prstGeom prst="rect">
            <a:avLst/>
          </a:prstGeom>
          <a:ln>
            <a:headEnd/>
            <a:tailEnd/>
          </a:ln>
          <a:scene3d>
            <a:camera prst="orthographicFront"/>
            <a:lightRig rig="threePt" dir="t"/>
          </a:scene3d>
          <a:sp3d>
            <a:bevelT w="165100" prst="coolSlant"/>
          </a:sp3d>
        </p:spPr>
        <p:style>
          <a:lnRef idx="1">
            <a:schemeClr val="accent2"/>
          </a:lnRef>
          <a:fillRef idx="2">
            <a:schemeClr val="accent2"/>
          </a:fillRef>
          <a:effectRef idx="1">
            <a:schemeClr val="accent2"/>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从几何上看</a:t>
            </a:r>
            <a:r>
              <a:rPr lang="en-US" altLang="zh-CN" sz="2000" dirty="0" smtClean="0">
                <a:solidFill>
                  <a:schemeClr val="dk1"/>
                </a:solidFill>
                <a:latin typeface="Calibri" pitchFamily="34" charset="0"/>
                <a:ea typeface="宋体" pitchFamily="2" charset="-122"/>
                <a:sym typeface="Symbol" pitchFamily="18" charset="2"/>
              </a:rPr>
              <a:t>:</a:t>
            </a:r>
          </a:p>
        </p:txBody>
      </p:sp>
      <p:pic>
        <p:nvPicPr>
          <p:cNvPr id="9" name="图片 6" descr="T.jpg"/>
          <p:cNvPicPr>
            <a:picLocks noChangeAspect="1"/>
          </p:cNvPicPr>
          <p:nvPr/>
        </p:nvPicPr>
        <p:blipFill>
          <a:blip r:embed="rId3" cstate="print"/>
          <a:srcRect/>
          <a:stretch>
            <a:fillRect/>
          </a:stretch>
        </p:blipFill>
        <p:spPr bwMode="auto">
          <a:xfrm>
            <a:off x="2295526" y="635001"/>
            <a:ext cx="3419474" cy="2560034"/>
          </a:xfrm>
          <a:prstGeom prst="rect">
            <a:avLst/>
          </a:prstGeom>
          <a:noFill/>
          <a:ln w="9525">
            <a:noFill/>
            <a:miter lim="800000"/>
            <a:headEnd/>
            <a:tailEnd/>
          </a:ln>
        </p:spPr>
      </p:pic>
      <p:graphicFrame>
        <p:nvGraphicFramePr>
          <p:cNvPr id="131076" name="Object 4"/>
          <p:cNvGraphicFramePr>
            <a:graphicFrameLocks noChangeAspect="1"/>
          </p:cNvGraphicFramePr>
          <p:nvPr/>
        </p:nvGraphicFramePr>
        <p:xfrm>
          <a:off x="1509713" y="3286125"/>
          <a:ext cx="4227512" cy="741363"/>
        </p:xfrm>
        <a:graphic>
          <a:graphicData uri="http://schemas.openxmlformats.org/presentationml/2006/ole">
            <mc:AlternateContent xmlns:mc="http://schemas.openxmlformats.org/markup-compatibility/2006">
              <mc:Choice xmlns:v="urn:schemas-microsoft-com:vml" Requires="v">
                <p:oleObj spid="_x0000_s51214" name="Equation" r:id="rId4" imgW="3479760" imgH="609480" progId="Equation.DSMT4">
                  <p:embed/>
                </p:oleObj>
              </mc:Choice>
              <mc:Fallback>
                <p:oleObj name="Equation" r:id="rId4" imgW="3479760" imgH="60948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9713" y="3286125"/>
                        <a:ext cx="4227512" cy="741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checkerboard(across)">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diamond(in)">
                                      <p:cBhvr>
                                        <p:cTn id="32" dur="2000"/>
                                        <p:tgtEl>
                                          <p:spTgt spid="5"/>
                                        </p:tgtEl>
                                      </p:cBhvr>
                                    </p:animEffect>
                                  </p:childTnLst>
                                </p:cTn>
                              </p:par>
                              <p:par>
                                <p:cTn id="33" presetID="3" presetClass="entr" presetSubtype="10" fill="hold" nodeType="withEffect">
                                  <p:stCondLst>
                                    <p:cond delay="0"/>
                                  </p:stCondLst>
                                  <p:childTnLst>
                                    <p:set>
                                      <p:cBhvr>
                                        <p:cTn id="34" dur="1" fill="hold">
                                          <p:stCondLst>
                                            <p:cond delay="0"/>
                                          </p:stCondLst>
                                        </p:cTn>
                                        <p:tgtEl>
                                          <p:spTgt spid="131076"/>
                                        </p:tgtEl>
                                        <p:attrNameLst>
                                          <p:attrName>style.visibility</p:attrName>
                                        </p:attrNameLst>
                                      </p:cBhvr>
                                      <p:to>
                                        <p:strVal val="visible"/>
                                      </p:to>
                                    </p:set>
                                    <p:animEffect transition="in" filter="blinds(horizontal)">
                                      <p:cBhvr>
                                        <p:cTn id="35" dur="500"/>
                                        <p:tgtEl>
                                          <p:spTgt spid="1310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1475"/>
            <a:ext cx="28765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24550" y="371475"/>
            <a:ext cx="3095625" cy="1905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943224" y="174625"/>
            <a:ext cx="30765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Newton-Cotes</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17" name="Text Box 21"/>
          <p:cNvSpPr txBox="1">
            <a:spLocks noChangeArrowheads="1"/>
          </p:cNvSpPr>
          <p:nvPr/>
        </p:nvSpPr>
        <p:spPr bwMode="auto">
          <a:xfrm>
            <a:off x="266700" y="693738"/>
            <a:ext cx="7781925" cy="492443"/>
          </a:xfrm>
          <a:prstGeom prst="rect">
            <a:avLst/>
          </a:prstGeom>
          <a:ln>
            <a:headEnd/>
            <a:tailEnd/>
          </a:ln>
          <a:scene3d>
            <a:camera prst="orthographicFront"/>
            <a:lightRig rig="threePt" dir="t"/>
          </a:scene3d>
          <a:sp3d>
            <a:bevelT w="165100" prst="coolSlant"/>
          </a:sp3d>
        </p:spPr>
        <p:style>
          <a:lnRef idx="2">
            <a:schemeClr val="accent2">
              <a:shade val="50000"/>
            </a:schemeClr>
          </a:lnRef>
          <a:fillRef idx="1">
            <a:schemeClr val="accent2"/>
          </a:fillRef>
          <a:effectRef idx="0">
            <a:schemeClr val="accent2"/>
          </a:effectRef>
          <a:fontRef idx="minor">
            <a:schemeClr val="lt1"/>
          </a:fontRef>
        </p:style>
        <p:txBody>
          <a:bodyPr wrap="square">
            <a:spAutoFit/>
          </a:bodyPr>
          <a:lstStyle/>
          <a:p>
            <a:pPr algn="l">
              <a:lnSpc>
                <a:spcPct val="130000"/>
              </a:lnSpc>
            </a:pPr>
            <a:r>
              <a:rPr lang="zh-CN" altLang="en-US" sz="2000" dirty="0" smtClean="0">
                <a:solidFill>
                  <a:srgbClr val="FF0000"/>
                </a:solidFill>
                <a:latin typeface="Calibri" pitchFamily="34" charset="0"/>
                <a:ea typeface="宋体" pitchFamily="2" charset="-122"/>
                <a:sym typeface="Symbol" pitchFamily="18" charset="2"/>
              </a:rPr>
              <a:t>例</a:t>
            </a:r>
            <a:r>
              <a:rPr lang="en-US" altLang="zh-CN" sz="2000" dirty="0" smtClean="0">
                <a:solidFill>
                  <a:srgbClr val="FF0000"/>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设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求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时的</a:t>
            </a:r>
            <a:r>
              <a:rPr lang="en-US" altLang="zh-CN" sz="2000" dirty="0" smtClean="0">
                <a:solidFill>
                  <a:schemeClr val="dk1"/>
                </a:solidFill>
                <a:latin typeface="Calibri" pitchFamily="34" charset="0"/>
                <a:ea typeface="宋体" pitchFamily="2" charset="-122"/>
                <a:sym typeface="Symbol" pitchFamily="18" charset="2"/>
              </a:rPr>
              <a:t>Newton-Cotes</a:t>
            </a:r>
            <a:r>
              <a:rPr lang="zh-CN" altLang="en-US" sz="2000" dirty="0" smtClean="0">
                <a:solidFill>
                  <a:schemeClr val="dk1"/>
                </a:solidFill>
                <a:latin typeface="Calibri" pitchFamily="34" charset="0"/>
                <a:ea typeface="宋体" pitchFamily="2" charset="-122"/>
                <a:sym typeface="Symbol" pitchFamily="18" charset="2"/>
              </a:rPr>
              <a:t>公式并估计误差</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22556" name="Object 28"/>
          <p:cNvGraphicFramePr>
            <a:graphicFrameLocks noChangeAspect="1"/>
          </p:cNvGraphicFramePr>
          <p:nvPr/>
        </p:nvGraphicFramePr>
        <p:xfrm>
          <a:off x="1147763" y="727075"/>
          <a:ext cx="1703387" cy="388938"/>
        </p:xfrm>
        <a:graphic>
          <a:graphicData uri="http://schemas.openxmlformats.org/presentationml/2006/ole">
            <mc:AlternateContent xmlns:mc="http://schemas.openxmlformats.org/markup-compatibility/2006">
              <mc:Choice xmlns:v="urn:schemas-microsoft-com:vml" Requires="v">
                <p:oleObj spid="_x0000_s52262" name="Equation" r:id="rId3" imgW="1396800" imgH="317160" progId="Equation.DSMT4">
                  <p:embed/>
                </p:oleObj>
              </mc:Choice>
              <mc:Fallback>
                <p:oleObj name="Equation" r:id="rId3" imgW="1396800" imgH="31716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47763" y="727075"/>
                        <a:ext cx="1703387"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pic>
                </p:oleObj>
              </mc:Fallback>
            </mc:AlternateContent>
          </a:graphicData>
        </a:graphic>
      </p:graphicFrame>
      <p:graphicFrame>
        <p:nvGraphicFramePr>
          <p:cNvPr id="2" name="Object 28"/>
          <p:cNvGraphicFramePr>
            <a:graphicFrameLocks noChangeAspect="1"/>
          </p:cNvGraphicFramePr>
          <p:nvPr/>
        </p:nvGraphicFramePr>
        <p:xfrm>
          <a:off x="3375025" y="806450"/>
          <a:ext cx="557213" cy="279400"/>
        </p:xfrm>
        <a:graphic>
          <a:graphicData uri="http://schemas.openxmlformats.org/presentationml/2006/ole">
            <mc:AlternateContent xmlns:mc="http://schemas.openxmlformats.org/markup-compatibility/2006">
              <mc:Choice xmlns:v="urn:schemas-microsoft-com:vml" Requires="v">
                <p:oleObj spid="_x0000_s52263" name="Equation" r:id="rId5" imgW="457200" imgH="228600" progId="Equation.DSMT4">
                  <p:embed/>
                </p:oleObj>
              </mc:Choice>
              <mc:Fallback>
                <p:oleObj name="Equation" r:id="rId5" imgW="457200" imgH="22860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5025" y="806450"/>
                        <a:ext cx="557213"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pic>
                </p:oleObj>
              </mc:Fallback>
            </mc:AlternateContent>
          </a:graphicData>
        </a:graphic>
      </p:graphicFrame>
      <p:graphicFrame>
        <p:nvGraphicFramePr>
          <p:cNvPr id="3" name="Object 28"/>
          <p:cNvGraphicFramePr>
            <a:graphicFrameLocks noChangeAspect="1"/>
          </p:cNvGraphicFramePr>
          <p:nvPr/>
        </p:nvGraphicFramePr>
        <p:xfrm>
          <a:off x="1301750" y="1714500"/>
          <a:ext cx="6089650" cy="2617788"/>
        </p:xfrm>
        <a:graphic>
          <a:graphicData uri="http://schemas.openxmlformats.org/presentationml/2006/ole">
            <mc:AlternateContent xmlns:mc="http://schemas.openxmlformats.org/markup-compatibility/2006">
              <mc:Choice xmlns:v="urn:schemas-microsoft-com:vml" Requires="v">
                <p:oleObj spid="_x0000_s52264" name="Equation" r:id="rId7" imgW="4991040" imgH="2145960" progId="Equation.DSMT4">
                  <p:embed/>
                </p:oleObj>
              </mc:Choice>
              <mc:Fallback>
                <p:oleObj name="Equation" r:id="rId7" imgW="4991040" imgH="21459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01750" y="1714500"/>
                        <a:ext cx="6089650" cy="261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blinds(horizontal)">
                                      <p:cBhvr>
                                        <p:cTn id="22" dur="500"/>
                                        <p:tgtEl>
                                          <p:spTgt spid="17"/>
                                        </p:tgtEl>
                                      </p:cBhvr>
                                    </p:animEffect>
                                  </p:childTnLst>
                                </p:cTn>
                              </p:par>
                              <p:par>
                                <p:cTn id="23" presetID="3" presetClass="entr" presetSubtype="10" fill="hold" nodeType="withEffect">
                                  <p:stCondLst>
                                    <p:cond delay="0"/>
                                  </p:stCondLst>
                                  <p:childTnLst>
                                    <p:set>
                                      <p:cBhvr>
                                        <p:cTn id="24" dur="1" fill="hold">
                                          <p:stCondLst>
                                            <p:cond delay="0"/>
                                          </p:stCondLst>
                                        </p:cTn>
                                        <p:tgtEl>
                                          <p:spTgt spid="22556"/>
                                        </p:tgtEl>
                                        <p:attrNameLst>
                                          <p:attrName>style.visibility</p:attrName>
                                        </p:attrNameLst>
                                      </p:cBhvr>
                                      <p:to>
                                        <p:strVal val="visible"/>
                                      </p:to>
                                    </p:set>
                                    <p:animEffect transition="in" filter="blinds(horizontal)">
                                      <p:cBhvr>
                                        <p:cTn id="25" dur="500"/>
                                        <p:tgtEl>
                                          <p:spTgt spid="22556"/>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8" presetClass="entr" presetSubtype="16"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Effect transition="in" filter="diamond(in)">
                                      <p:cBhvr>
                                        <p:cTn id="33"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1475"/>
            <a:ext cx="28765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24550" y="371475"/>
            <a:ext cx="3095625" cy="1905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943224" y="174625"/>
            <a:ext cx="30765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Newton-Cotes</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5" name="Text Box 103"/>
          <p:cNvSpPr txBox="1">
            <a:spLocks noChangeArrowheads="1"/>
          </p:cNvSpPr>
          <p:nvPr/>
        </p:nvSpPr>
        <p:spPr bwMode="auto">
          <a:xfrm>
            <a:off x="247651" y="679450"/>
            <a:ext cx="6915150" cy="1323439"/>
          </a:xfrm>
          <a:prstGeom prst="rect">
            <a:avLst/>
          </a:prstGeom>
          <a:ln>
            <a:headEnd/>
            <a:tailEnd/>
          </a:ln>
          <a:scene3d>
            <a:camera prst="orthographicFront"/>
            <a:lightRig rig="threePt" dir="t"/>
          </a:scene3d>
          <a:sp3d>
            <a:bevelT w="165100" prst="coolSlant"/>
          </a:sp3d>
        </p:spPr>
        <p:style>
          <a:lnRef idx="1">
            <a:schemeClr val="accent2"/>
          </a:lnRef>
          <a:fillRef idx="2">
            <a:schemeClr val="accent2"/>
          </a:fillRef>
          <a:effectRef idx="1">
            <a:schemeClr val="accent2"/>
          </a:effectRef>
          <a:fontRef idx="minor">
            <a:schemeClr val="dk1"/>
          </a:fontRef>
        </p:style>
        <p:txBody>
          <a:bodyPr wrap="square">
            <a:spAutoFit/>
          </a:bodyPr>
          <a:lstStyle/>
          <a:p>
            <a:pPr algn="l"/>
            <a:r>
              <a:rPr lang="zh-CN" altLang="en-US" sz="2000" dirty="0" smtClean="0">
                <a:solidFill>
                  <a:schemeClr val="dk1"/>
                </a:solidFill>
                <a:latin typeface="Calibri" pitchFamily="34" charset="0"/>
                <a:ea typeface="宋体" pitchFamily="2" charset="-122"/>
                <a:sym typeface="Symbol" pitchFamily="18" charset="2"/>
              </a:rPr>
              <a:t>容易证明</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公式对不高于三次的多项式精确成立</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即</a:t>
            </a:r>
            <a:endParaRPr lang="en-US" altLang="zh-CN" sz="2000" dirty="0" smtClean="0">
              <a:solidFill>
                <a:schemeClr val="dk1"/>
              </a:solidFill>
              <a:latin typeface="Calibri" pitchFamily="34" charset="0"/>
              <a:ea typeface="宋体" pitchFamily="2" charset="-122"/>
              <a:sym typeface="Symbol" pitchFamily="18" charset="2"/>
            </a:endParaRPr>
          </a:p>
          <a:p>
            <a:pPr algn="l"/>
            <a:endParaRPr lang="en-US" altLang="zh-CN" sz="2000" dirty="0" smtClean="0">
              <a:solidFill>
                <a:schemeClr val="dk1"/>
              </a:solidFill>
              <a:latin typeface="Calibri" pitchFamily="34" charset="0"/>
              <a:ea typeface="宋体" pitchFamily="2" charset="-122"/>
              <a:sym typeface="Symbol" pitchFamily="18" charset="2"/>
            </a:endParaRPr>
          </a:p>
          <a:p>
            <a:pPr algn="l"/>
            <a:endParaRPr lang="en-US" altLang="zh-CN" sz="2000" dirty="0" smtClean="0">
              <a:solidFill>
                <a:schemeClr val="dk1"/>
              </a:solidFill>
              <a:latin typeface="Calibri" pitchFamily="34" charset="0"/>
              <a:ea typeface="宋体" pitchFamily="2" charset="-122"/>
              <a:sym typeface="Symbol" pitchFamily="18" charset="2"/>
            </a:endParaRPr>
          </a:p>
          <a:p>
            <a:pPr algn="l"/>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24680" name="Object 104"/>
          <p:cNvGraphicFramePr>
            <a:graphicFrameLocks noChangeAspect="1"/>
          </p:cNvGraphicFramePr>
          <p:nvPr/>
        </p:nvGraphicFramePr>
        <p:xfrm>
          <a:off x="1393825" y="1195388"/>
          <a:ext cx="4598988" cy="617537"/>
        </p:xfrm>
        <a:graphic>
          <a:graphicData uri="http://schemas.openxmlformats.org/presentationml/2006/ole">
            <mc:AlternateContent xmlns:mc="http://schemas.openxmlformats.org/markup-compatibility/2006">
              <mc:Choice xmlns:v="urn:schemas-microsoft-com:vml" Requires="v">
                <p:oleObj spid="_x0000_s53311" name="Equation" r:id="rId3" imgW="3784320" imgH="507960" progId="Equation.DSMT4">
                  <p:embed/>
                </p:oleObj>
              </mc:Choice>
              <mc:Fallback>
                <p:oleObj name="Equation" r:id="rId3" imgW="3784320" imgH="507960" progId="Equation.DSMT4">
                  <p:embed/>
                  <p:pic>
                    <p:nvPicPr>
                      <p:cNvPr id="0" name="Object 10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3825" y="1195388"/>
                        <a:ext cx="4598988" cy="617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12"/>
          <p:cNvSpPr txBox="1">
            <a:spLocks noChangeArrowheads="1"/>
          </p:cNvSpPr>
          <p:nvPr/>
        </p:nvSpPr>
        <p:spPr bwMode="auto">
          <a:xfrm>
            <a:off x="238125" y="2051050"/>
            <a:ext cx="6934200" cy="2708434"/>
          </a:xfrm>
          <a:prstGeom prst="rect">
            <a:avLst/>
          </a:prstGeom>
          <a:ln>
            <a:headEnd/>
            <a:tailEnd/>
          </a:ln>
          <a:scene3d>
            <a:camera prst="orthographicFront"/>
            <a:lightRig rig="threePt" dir="t"/>
          </a:scene3d>
          <a:sp3d>
            <a:bevelT w="165100" prst="coolSlant"/>
          </a:sp3d>
        </p:spPr>
        <p:style>
          <a:lnRef idx="1">
            <a:schemeClr val="accent4"/>
          </a:lnRef>
          <a:fillRef idx="2">
            <a:schemeClr val="accent4"/>
          </a:fillRef>
          <a:effectRef idx="1">
            <a:schemeClr val="accent4"/>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下面考虑</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求积公式的误差</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构造三次多项式           ，使满足</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en-US" altLang="zh-CN" sz="2000" dirty="0" smtClean="0">
                <a:solidFill>
                  <a:schemeClr val="dk1"/>
                </a:solidFill>
                <a:latin typeface="Calibri" pitchFamily="34" charset="0"/>
                <a:ea typeface="宋体" pitchFamily="2" charset="-122"/>
                <a:sym typeface="Symbol" pitchFamily="18" charset="2"/>
              </a:rPr>
              <a:t>                                                                          </a:t>
            </a: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这时插值误差为 </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24681" name="Object 105"/>
          <p:cNvGraphicFramePr>
            <a:graphicFrameLocks noChangeAspect="1"/>
          </p:cNvGraphicFramePr>
          <p:nvPr/>
        </p:nvGraphicFramePr>
        <p:xfrm>
          <a:off x="527050" y="2987675"/>
          <a:ext cx="4103688" cy="569913"/>
        </p:xfrm>
        <a:graphic>
          <a:graphicData uri="http://schemas.openxmlformats.org/presentationml/2006/ole">
            <mc:AlternateContent xmlns:mc="http://schemas.openxmlformats.org/markup-compatibility/2006">
              <mc:Choice xmlns:v="urn:schemas-microsoft-com:vml" Requires="v">
                <p:oleObj spid="_x0000_s53312" name="Equation" r:id="rId5" imgW="3657600" imgH="507960" progId="Equation.DSMT4">
                  <p:embed/>
                </p:oleObj>
              </mc:Choice>
              <mc:Fallback>
                <p:oleObj name="Equation" r:id="rId5" imgW="3657600" imgH="507960" progId="Equation.DSMT4">
                  <p:embed/>
                  <p:pic>
                    <p:nvPicPr>
                      <p:cNvPr id="0" name="Object 10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7050" y="2987675"/>
                        <a:ext cx="4103688" cy="569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05"/>
          <p:cNvGraphicFramePr>
            <a:graphicFrameLocks noChangeAspect="1"/>
          </p:cNvGraphicFramePr>
          <p:nvPr/>
        </p:nvGraphicFramePr>
        <p:xfrm>
          <a:off x="2274888" y="2655888"/>
          <a:ext cx="598487" cy="314325"/>
        </p:xfrm>
        <a:graphic>
          <a:graphicData uri="http://schemas.openxmlformats.org/presentationml/2006/ole">
            <mc:AlternateContent xmlns:mc="http://schemas.openxmlformats.org/markup-compatibility/2006">
              <mc:Choice xmlns:v="urn:schemas-microsoft-com:vml" Requires="v">
                <p:oleObj spid="_x0000_s53313" name="Equation" r:id="rId7" imgW="533160" imgH="279360" progId="Equation.DSMT4">
                  <p:embed/>
                </p:oleObj>
              </mc:Choice>
              <mc:Fallback>
                <p:oleObj name="Equation" r:id="rId7" imgW="533160" imgH="27936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4888" y="2655888"/>
                        <a:ext cx="598487" cy="314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105"/>
          <p:cNvGraphicFramePr>
            <a:graphicFrameLocks noChangeAspect="1"/>
          </p:cNvGraphicFramePr>
          <p:nvPr/>
        </p:nvGraphicFramePr>
        <p:xfrm>
          <a:off x="3946525" y="2636838"/>
          <a:ext cx="2608263" cy="312737"/>
        </p:xfrm>
        <a:graphic>
          <a:graphicData uri="http://schemas.openxmlformats.org/presentationml/2006/ole">
            <mc:AlternateContent xmlns:mc="http://schemas.openxmlformats.org/markup-compatibility/2006">
              <mc:Choice xmlns:v="urn:schemas-microsoft-com:vml" Requires="v">
                <p:oleObj spid="_x0000_s53314" name="Equation" r:id="rId9" imgW="2323800" imgH="279360" progId="Equation.DSMT4">
                  <p:embed/>
                </p:oleObj>
              </mc:Choice>
              <mc:Fallback>
                <p:oleObj name="Equation" r:id="rId9" imgW="2323800" imgH="27936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46525" y="2636838"/>
                        <a:ext cx="2608263" cy="312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56" name="Object 56"/>
          <p:cNvGraphicFramePr>
            <a:graphicFrameLocks noChangeAspect="1"/>
          </p:cNvGraphicFramePr>
          <p:nvPr/>
        </p:nvGraphicFramePr>
        <p:xfrm>
          <a:off x="573088" y="3983038"/>
          <a:ext cx="5584825" cy="600075"/>
        </p:xfrm>
        <a:graphic>
          <a:graphicData uri="http://schemas.openxmlformats.org/presentationml/2006/ole">
            <mc:AlternateContent xmlns:mc="http://schemas.openxmlformats.org/markup-compatibility/2006">
              <mc:Choice xmlns:v="urn:schemas-microsoft-com:vml" Requires="v">
                <p:oleObj spid="_x0000_s53315" name="Equation" r:id="rId11" imgW="4978080" imgH="533160" progId="Equation.DSMT4">
                  <p:embed/>
                </p:oleObj>
              </mc:Choice>
              <mc:Fallback>
                <p:oleObj name="Equation" r:id="rId11" imgW="4978080" imgH="533160" progId="Equation.DSMT4">
                  <p:embed/>
                  <p:pic>
                    <p:nvPicPr>
                      <p:cNvPr id="0" name="Object 5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3088" y="3983038"/>
                        <a:ext cx="5584825"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24680"/>
                                        </p:tgtEl>
                                        <p:attrNameLst>
                                          <p:attrName>style.visibility</p:attrName>
                                        </p:attrNameLst>
                                      </p:cBhvr>
                                      <p:to>
                                        <p:strVal val="visible"/>
                                      </p:to>
                                    </p:set>
                                    <p:animEffect transition="in" filter="blinds(horizontal)">
                                      <p:cBhvr>
                                        <p:cTn id="25" dur="500"/>
                                        <p:tgtEl>
                                          <p:spTgt spid="24680"/>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ox(in)">
                                      <p:cBhvr>
                                        <p:cTn id="30" dur="500"/>
                                        <p:tgtEl>
                                          <p:spTgt spid="7"/>
                                        </p:tgtEl>
                                      </p:cBhvr>
                                    </p:animEffect>
                                  </p:childTnLst>
                                </p:cTn>
                              </p:par>
                              <p:par>
                                <p:cTn id="31" presetID="4" presetClass="entr" presetSubtype="16"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ox(in)">
                                      <p:cBhvr>
                                        <p:cTn id="33" dur="500"/>
                                        <p:tgtEl>
                                          <p:spTgt spid="2"/>
                                        </p:tgtEl>
                                      </p:cBhvr>
                                    </p:animEffect>
                                  </p:childTnLst>
                                </p:cTn>
                              </p:par>
                              <p:par>
                                <p:cTn id="34" presetID="4" presetClass="entr" presetSubtype="16"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ox(in)">
                                      <p:cBhvr>
                                        <p:cTn id="36" dur="500"/>
                                        <p:tgtEl>
                                          <p:spTgt spid="3"/>
                                        </p:tgtEl>
                                      </p:cBhvr>
                                    </p:animEffect>
                                  </p:childTnLst>
                                </p:cTn>
                              </p:par>
                              <p:par>
                                <p:cTn id="37" presetID="4" presetClass="entr" presetSubtype="16" fill="hold" nodeType="withEffect">
                                  <p:stCondLst>
                                    <p:cond delay="0"/>
                                  </p:stCondLst>
                                  <p:childTnLst>
                                    <p:set>
                                      <p:cBhvr>
                                        <p:cTn id="38" dur="1" fill="hold">
                                          <p:stCondLst>
                                            <p:cond delay="0"/>
                                          </p:stCondLst>
                                        </p:cTn>
                                        <p:tgtEl>
                                          <p:spTgt spid="24681"/>
                                        </p:tgtEl>
                                        <p:attrNameLst>
                                          <p:attrName>style.visibility</p:attrName>
                                        </p:attrNameLst>
                                      </p:cBhvr>
                                      <p:to>
                                        <p:strVal val="visible"/>
                                      </p:to>
                                    </p:set>
                                    <p:animEffect transition="in" filter="box(in)">
                                      <p:cBhvr>
                                        <p:cTn id="39" dur="500"/>
                                        <p:tgtEl>
                                          <p:spTgt spid="24681"/>
                                        </p:tgtEl>
                                      </p:cBhvr>
                                    </p:animEffect>
                                  </p:childTnLst>
                                </p:cTn>
                              </p:par>
                              <p:par>
                                <p:cTn id="40" presetID="4" presetClass="entr" presetSubtype="16" fill="hold" nodeType="withEffect">
                                  <p:stCondLst>
                                    <p:cond delay="0"/>
                                  </p:stCondLst>
                                  <p:childTnLst>
                                    <p:set>
                                      <p:cBhvr>
                                        <p:cTn id="41" dur="1" fill="hold">
                                          <p:stCondLst>
                                            <p:cond delay="0"/>
                                          </p:stCondLst>
                                        </p:cTn>
                                        <p:tgtEl>
                                          <p:spTgt spid="25656"/>
                                        </p:tgtEl>
                                        <p:attrNameLst>
                                          <p:attrName>style.visibility</p:attrName>
                                        </p:attrNameLst>
                                      </p:cBhvr>
                                      <p:to>
                                        <p:strVal val="visible"/>
                                      </p:to>
                                    </p:set>
                                    <p:animEffect transition="in" filter="box(in)">
                                      <p:cBhvr>
                                        <p:cTn id="42" dur="500"/>
                                        <p:tgtEl>
                                          <p:spTgt spid="25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1475"/>
            <a:ext cx="28765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24550" y="371475"/>
            <a:ext cx="3095625" cy="1905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943224" y="174625"/>
            <a:ext cx="30765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Newton-Cotes</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graphicFrame>
        <p:nvGraphicFramePr>
          <p:cNvPr id="25657" name="Object 57"/>
          <p:cNvGraphicFramePr>
            <a:graphicFrameLocks noChangeAspect="1"/>
          </p:cNvGraphicFramePr>
          <p:nvPr/>
        </p:nvGraphicFramePr>
        <p:xfrm>
          <a:off x="1401763" y="566738"/>
          <a:ext cx="4927600" cy="4248150"/>
        </p:xfrm>
        <a:graphic>
          <a:graphicData uri="http://schemas.openxmlformats.org/presentationml/2006/ole">
            <mc:AlternateContent xmlns:mc="http://schemas.openxmlformats.org/markup-compatibility/2006">
              <mc:Choice xmlns:v="urn:schemas-microsoft-com:vml" Requires="v">
                <p:oleObj spid="_x0000_s54286" name="Equation" r:id="rId3" imgW="3924000" imgH="3377880" progId="Equation.DSMT4">
                  <p:embed/>
                </p:oleObj>
              </mc:Choice>
              <mc:Fallback>
                <p:oleObj name="Equation" r:id="rId3" imgW="3924000" imgH="3377880" progId="Equation.DSMT4">
                  <p:embed/>
                  <p:pic>
                    <p:nvPicPr>
                      <p:cNvPr id="0" name="Object 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1763" y="566738"/>
                        <a:ext cx="4927600" cy="424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43"/>
          <p:cNvSpPr txBox="1">
            <a:spLocks noChangeArrowheads="1"/>
          </p:cNvSpPr>
          <p:nvPr/>
        </p:nvSpPr>
        <p:spPr bwMode="auto">
          <a:xfrm>
            <a:off x="171451" y="658813"/>
            <a:ext cx="1057274" cy="400110"/>
          </a:xfrm>
          <a:prstGeom prst="rect">
            <a:avLst/>
          </a:prstGeom>
          <a:ln>
            <a:headEnd/>
            <a:tailEnd/>
          </a:ln>
          <a:scene3d>
            <a:camera prst="orthographicFront"/>
            <a:lightRig rig="threePt" dir="t"/>
          </a:scene3d>
          <a:sp3d>
            <a:bevelT w="165100" prst="coolSlant"/>
          </a:sp3d>
        </p:spPr>
        <p:style>
          <a:lnRef idx="1">
            <a:schemeClr val="accent5"/>
          </a:lnRef>
          <a:fillRef idx="3">
            <a:schemeClr val="accent5"/>
          </a:fillRef>
          <a:effectRef idx="2">
            <a:schemeClr val="accent5"/>
          </a:effectRef>
          <a:fontRef idx="minor">
            <a:schemeClr val="lt1"/>
          </a:fontRef>
        </p:style>
        <p:txBody>
          <a:bodyPr wrap="square">
            <a:spAutoFit/>
          </a:bodyPr>
          <a:lstStyle/>
          <a:p>
            <a:pPr algn="l"/>
            <a:r>
              <a:rPr lang="zh-CN" altLang="en-US" sz="2000" dirty="0" smtClean="0">
                <a:solidFill>
                  <a:schemeClr val="dk1"/>
                </a:solidFill>
                <a:latin typeface="Calibri" pitchFamily="34" charset="0"/>
                <a:ea typeface="宋体" pitchFamily="2" charset="-122"/>
                <a:sym typeface="Symbol" pitchFamily="18" charset="2"/>
              </a:rPr>
              <a:t>于是有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0-#ppt_w/2"/>
                                          </p:val>
                                        </p:tav>
                                        <p:tav tm="100000">
                                          <p:val>
                                            <p:strVal val="#ppt_x"/>
                                          </p:val>
                                        </p:tav>
                                      </p:tavLst>
                                    </p:anim>
                                    <p:anim calcmode="lin" valueType="num">
                                      <p:cBhvr additive="base">
                                        <p:cTn id="23"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8" presetClass="entr" presetSubtype="16" fill="hold" nodeType="clickEffect">
                                  <p:stCondLst>
                                    <p:cond delay="0"/>
                                  </p:stCondLst>
                                  <p:childTnLst>
                                    <p:set>
                                      <p:cBhvr>
                                        <p:cTn id="27" dur="1" fill="hold">
                                          <p:stCondLst>
                                            <p:cond delay="0"/>
                                          </p:stCondLst>
                                        </p:cTn>
                                        <p:tgtEl>
                                          <p:spTgt spid="25657"/>
                                        </p:tgtEl>
                                        <p:attrNameLst>
                                          <p:attrName>style.visibility</p:attrName>
                                        </p:attrNameLst>
                                      </p:cBhvr>
                                      <p:to>
                                        <p:strVal val="visible"/>
                                      </p:to>
                                    </p:set>
                                    <p:animEffect transition="in" filter="diamond(in)">
                                      <p:cBhvr>
                                        <p:cTn id="28" dur="2000"/>
                                        <p:tgtEl>
                                          <p:spTgt spid="256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1"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1475"/>
            <a:ext cx="28765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24550" y="371475"/>
            <a:ext cx="3095625" cy="1905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943224" y="174625"/>
            <a:ext cx="30765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Newton-Cotes</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5" name="Text Box 3"/>
          <p:cNvSpPr txBox="1">
            <a:spLocks noChangeArrowheads="1"/>
          </p:cNvSpPr>
          <p:nvPr/>
        </p:nvSpPr>
        <p:spPr bwMode="auto">
          <a:xfrm>
            <a:off x="453390" y="509270"/>
            <a:ext cx="7991475"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由于构造</a:t>
            </a:r>
            <a:r>
              <a:rPr lang="en-US" altLang="zh-CN" sz="2000" dirty="0" smtClean="0">
                <a:solidFill>
                  <a:schemeClr val="dk1"/>
                </a:solidFill>
                <a:latin typeface="Calibri" pitchFamily="34" charset="0"/>
                <a:ea typeface="宋体" pitchFamily="2" charset="-122"/>
                <a:sym typeface="Symbol" pitchFamily="18" charset="2"/>
              </a:rPr>
              <a:t>Newton-Cotes</a:t>
            </a:r>
            <a:r>
              <a:rPr lang="zh-CN" altLang="en-US" sz="2000" dirty="0" smtClean="0">
                <a:solidFill>
                  <a:schemeClr val="dk1"/>
                </a:solidFill>
                <a:latin typeface="Calibri" pitchFamily="34" charset="0"/>
                <a:ea typeface="宋体" pitchFamily="2" charset="-122"/>
                <a:sym typeface="Symbol" pitchFamily="18" charset="2"/>
              </a:rPr>
              <a:t>公式需要</a:t>
            </a:r>
            <a:r>
              <a:rPr lang="en-US" altLang="zh-CN" sz="2000" dirty="0" smtClean="0">
                <a:solidFill>
                  <a:schemeClr val="dk1"/>
                </a:solidFill>
                <a:latin typeface="Calibri" pitchFamily="34" charset="0"/>
                <a:ea typeface="宋体" pitchFamily="2" charset="-122"/>
                <a:sym typeface="Symbol" pitchFamily="18" charset="2"/>
              </a:rPr>
              <a:t>Cotes</a:t>
            </a:r>
            <a:r>
              <a:rPr lang="zh-CN" altLang="en-US" sz="2000" dirty="0" smtClean="0">
                <a:solidFill>
                  <a:schemeClr val="dk1"/>
                </a:solidFill>
                <a:latin typeface="Calibri" pitchFamily="34" charset="0"/>
                <a:ea typeface="宋体" pitchFamily="2" charset="-122"/>
                <a:sym typeface="Symbol" pitchFamily="18" charset="2"/>
              </a:rPr>
              <a:t>系数</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将其列表如下</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7" name="Group 207"/>
          <p:cNvGraphicFramePr>
            <a:graphicFrameLocks noGrp="1"/>
          </p:cNvGraphicFramePr>
          <p:nvPr/>
        </p:nvGraphicFramePr>
        <p:xfrm>
          <a:off x="548639" y="1023366"/>
          <a:ext cx="8006080" cy="3755136"/>
        </p:xfrm>
        <a:graphic>
          <a:graphicData uri="http://schemas.openxmlformats.org/drawingml/2006/table">
            <a:tbl>
              <a:tblPr/>
              <a:tblGrid>
                <a:gridCol w="768008"/>
                <a:gridCol w="833491"/>
                <a:gridCol w="800043"/>
                <a:gridCol w="801455"/>
                <a:gridCol w="800043"/>
                <a:gridCol w="800043"/>
                <a:gridCol w="828313"/>
                <a:gridCol w="773186"/>
                <a:gridCol w="801455"/>
                <a:gridCol w="800043"/>
              </a:tblGrid>
              <a:tr h="297434">
                <a:tc>
                  <a:txBody>
                    <a:bodyPr/>
                    <a:lstStyle/>
                    <a:p>
                      <a:pPr marL="0" marR="0" lvl="0" indent="0" algn="l" defTabSz="914400" rtl="0" eaLnBrk="1" fontAlgn="base" latinLnBrk="0" hangingPunct="1">
                        <a:lnSpc>
                          <a:spcPct val="55000"/>
                        </a:lnSpc>
                        <a:spcBef>
                          <a:spcPct val="20000"/>
                        </a:spcBef>
                        <a:spcAft>
                          <a:spcPct val="0"/>
                        </a:spcAft>
                        <a:buClrTx/>
                        <a:buSzTx/>
                        <a:buFontTx/>
                        <a:buNone/>
                        <a:tabLst/>
                      </a:pPr>
                      <a:r>
                        <a:rPr kumimoji="1" lang="en-US" altLang="zh-CN" sz="2800" b="0" i="0" u="none" strike="noStrike" cap="none" normalizeH="0" baseline="0" dirty="0" smtClean="0">
                          <a:ln>
                            <a:noFill/>
                          </a:ln>
                          <a:solidFill>
                            <a:schemeClr val="tx1"/>
                          </a:solidFill>
                          <a:effectLst/>
                          <a:latin typeface="Times New Roman" pitchFamily="18" charset="0"/>
                          <a:ea typeface="宋体" pitchFamily="2" charset="-122"/>
                        </a:rPr>
                        <a:t>     </a:t>
                      </a:r>
                    </a:p>
                    <a:p>
                      <a:pPr marL="0" marR="0" lvl="0" indent="0" algn="l" defTabSz="914400" rtl="0" eaLnBrk="1" fontAlgn="base" latinLnBrk="0" hangingPunct="1">
                        <a:lnSpc>
                          <a:spcPct val="55000"/>
                        </a:lnSpc>
                        <a:spcBef>
                          <a:spcPct val="20000"/>
                        </a:spcBef>
                        <a:spcAft>
                          <a:spcPct val="0"/>
                        </a:spcAft>
                        <a:buClrTx/>
                        <a:buSzTx/>
                        <a:buFontTx/>
                        <a:buNone/>
                        <a:tabLst/>
                      </a:pPr>
                      <a:r>
                        <a:rPr kumimoji="1" lang="en-US" altLang="zh-CN" sz="2800" b="0" i="0" u="none" strike="noStrike" cap="none" normalizeH="0" baseline="0" dirty="0" smtClean="0">
                          <a:ln>
                            <a:noFill/>
                          </a:ln>
                          <a:solidFill>
                            <a:schemeClr val="tx1"/>
                          </a:solidFill>
                          <a:effectLst/>
                          <a:latin typeface="Times New Roman" pitchFamily="18" charset="0"/>
                          <a:ea typeface="宋体" pitchFamily="2" charset="-122"/>
                        </a:rPr>
                        <a:t> </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ap="flat" cmpd="sng" algn="ctr">
                      <a:solidFill>
                        <a:schemeClr val="tx1"/>
                      </a:solidFill>
                      <a:prstDash val="solid"/>
                      <a:round/>
                      <a:headEnd type="none" w="med" len="med"/>
                      <a:tailEnd type="none" w="med" len="med"/>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smtClean="0">
                          <a:ln>
                            <a:noFill/>
                          </a:ln>
                          <a:solidFill>
                            <a:schemeClr val="tx1"/>
                          </a:solidFill>
                          <a:effectLst/>
                          <a:latin typeface="Times New Roman" pitchFamily="18" charset="0"/>
                          <a:ea typeface="宋体" pitchFamily="2" charset="-122"/>
                          <a:cs typeface="+mn-cs"/>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smtClean="0">
                          <a:ln>
                            <a:noFill/>
                          </a:ln>
                          <a:solidFill>
                            <a:schemeClr val="tx1"/>
                          </a:solidFill>
                          <a:effectLst/>
                          <a:latin typeface="Times New Roman" pitchFamily="18" charset="0"/>
                          <a:ea typeface="宋体" pitchFamily="2" charset="-122"/>
                          <a:cs typeface="+mn-cs"/>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smtClean="0">
                          <a:ln>
                            <a:noFill/>
                          </a:ln>
                          <a:solidFill>
                            <a:schemeClr val="tx1"/>
                          </a:solidFill>
                          <a:effectLst/>
                          <a:latin typeface="Times New Roman" pitchFamily="18" charset="0"/>
                          <a:ea typeface="宋体" pitchFamily="2" charset="-122"/>
                          <a:cs typeface="+mn-cs"/>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smtClean="0">
                          <a:ln>
                            <a:noFill/>
                          </a:ln>
                          <a:solidFill>
                            <a:schemeClr val="tx1"/>
                          </a:solidFill>
                          <a:effectLst/>
                          <a:latin typeface="Times New Roman" pitchFamily="18" charset="0"/>
                          <a:ea typeface="宋体" pitchFamily="2" charset="-122"/>
                          <a:cs typeface="+mn-cs"/>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smtClean="0">
                          <a:ln>
                            <a:noFill/>
                          </a:ln>
                          <a:solidFill>
                            <a:schemeClr val="tx1"/>
                          </a:solidFill>
                          <a:effectLst/>
                          <a:latin typeface="Times New Roman" pitchFamily="18" charset="0"/>
                          <a:ea typeface="宋体" pitchFamily="2" charset="-122"/>
                          <a:cs typeface="+mn-cs"/>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kern="1200" cap="none" normalizeH="0" baseline="0" dirty="0" smtClean="0">
                          <a:ln>
                            <a:noFill/>
                          </a:ln>
                          <a:solidFill>
                            <a:schemeClr val="tx1"/>
                          </a:solidFill>
                          <a:effectLst/>
                          <a:latin typeface="Times New Roman" pitchFamily="18" charset="0"/>
                          <a:ea typeface="宋体" pitchFamily="2" charset="-122"/>
                          <a:cs typeface="+mn-cs"/>
                        </a:rPr>
                        <a:t>8</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02076">
                <a:tc>
                  <a:txBody>
                    <a:bodyPr/>
                    <a:lstStyle/>
                    <a:p>
                      <a:pPr marL="0" marR="0" lvl="0" indent="0" algn="ctr" defTabSz="914400" rtl="0" eaLnBrk="1" fontAlgn="base" latinLnBrk="0" hangingPunct="1">
                        <a:lnSpc>
                          <a:spcPct val="12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1</a:t>
                      </a:r>
                    </a:p>
                    <a:p>
                      <a:pPr marL="0" marR="0" lvl="0" indent="0" algn="ctr" defTabSz="914400" rtl="0" eaLnBrk="1" fontAlgn="base" latinLnBrk="0" hangingPunct="1">
                        <a:lnSpc>
                          <a:spcPct val="12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2</a:t>
                      </a:r>
                    </a:p>
                    <a:p>
                      <a:pPr marL="0" marR="0" lvl="0" indent="0" algn="ctr" defTabSz="914400" rtl="0" eaLnBrk="1" fontAlgn="base" latinLnBrk="0" hangingPunct="1">
                        <a:lnSpc>
                          <a:spcPct val="12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a:t>
                      </a:r>
                    </a:p>
                    <a:p>
                      <a:pPr marL="0" marR="0" lvl="0" indent="0" algn="ctr" defTabSz="914400" rtl="0" eaLnBrk="1" fontAlgn="base" latinLnBrk="0" hangingPunct="1">
                        <a:lnSpc>
                          <a:spcPct val="12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4</a:t>
                      </a:r>
                    </a:p>
                    <a:p>
                      <a:pPr marL="0" marR="0" lvl="0" indent="0" algn="ctr" defTabSz="914400" rtl="0" eaLnBrk="1" fontAlgn="base" latinLnBrk="0" hangingPunct="1">
                        <a:lnSpc>
                          <a:spcPct val="12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5</a:t>
                      </a:r>
                    </a:p>
                    <a:p>
                      <a:pPr marL="0" marR="0" lvl="0" indent="0" algn="ctr" defTabSz="914400" rtl="0" eaLnBrk="1" fontAlgn="base" latinLnBrk="0" hangingPunct="1">
                        <a:lnSpc>
                          <a:spcPct val="12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6</a:t>
                      </a:r>
                    </a:p>
                    <a:p>
                      <a:pPr marL="0" marR="0" lvl="0" indent="0" algn="ctr" defTabSz="914400" rtl="0" eaLnBrk="1" fontAlgn="base" latinLnBrk="0" hangingPunct="1">
                        <a:lnSpc>
                          <a:spcPct val="12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7</a:t>
                      </a:r>
                    </a:p>
                    <a:p>
                      <a:pPr marL="0" marR="0" lvl="0" indent="0" algn="ctr" defTabSz="914400" rtl="0" eaLnBrk="1" fontAlgn="base" latinLnBrk="0" hangingPunct="1">
                        <a:lnSpc>
                          <a:spcPct val="12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2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26801" name="Object 177"/>
          <p:cNvGraphicFramePr>
            <a:graphicFrameLocks noChangeAspect="1"/>
          </p:cNvGraphicFramePr>
          <p:nvPr/>
        </p:nvGraphicFramePr>
        <p:xfrm>
          <a:off x="1651000" y="1742758"/>
          <a:ext cx="131763" cy="350837"/>
        </p:xfrm>
        <a:graphic>
          <a:graphicData uri="http://schemas.openxmlformats.org/presentationml/2006/ole">
            <mc:AlternateContent xmlns:mc="http://schemas.openxmlformats.org/markup-compatibility/2006">
              <mc:Choice xmlns:v="urn:schemas-microsoft-com:vml" Requires="v">
                <p:oleObj spid="_x0000_s55857" name="Equation" r:id="rId3" imgW="164880" imgH="444240" progId="Equation.DSMT4">
                  <p:embed/>
                </p:oleObj>
              </mc:Choice>
              <mc:Fallback>
                <p:oleObj name="Equation" r:id="rId3" imgW="164880" imgH="444240" progId="Equation.DSMT4">
                  <p:embed/>
                  <p:pic>
                    <p:nvPicPr>
                      <p:cNvPr id="0" name="Object 17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51000" y="1742758"/>
                        <a:ext cx="131763"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77"/>
          <p:cNvGraphicFramePr>
            <a:graphicFrameLocks noChangeAspect="1"/>
          </p:cNvGraphicFramePr>
          <p:nvPr/>
        </p:nvGraphicFramePr>
        <p:xfrm>
          <a:off x="1047750" y="1168400"/>
          <a:ext cx="165100" cy="222250"/>
        </p:xfrm>
        <a:graphic>
          <a:graphicData uri="http://schemas.openxmlformats.org/presentationml/2006/ole">
            <mc:AlternateContent xmlns:mc="http://schemas.openxmlformats.org/markup-compatibility/2006">
              <mc:Choice xmlns:v="urn:schemas-microsoft-com:vml" Requires="v">
                <p:oleObj spid="_x0000_s55858" name="Equation" r:id="rId5" imgW="203040" imgH="279360" progId="Equation.DSMT4">
                  <p:embed/>
                </p:oleObj>
              </mc:Choice>
              <mc:Fallback>
                <p:oleObj name="Equation" r:id="rId5" imgW="203040" imgH="27936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7750" y="1168400"/>
                        <a:ext cx="165100" cy="22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177"/>
          <p:cNvGraphicFramePr>
            <a:graphicFrameLocks noChangeAspect="1"/>
          </p:cNvGraphicFramePr>
          <p:nvPr/>
        </p:nvGraphicFramePr>
        <p:xfrm>
          <a:off x="750888" y="1425575"/>
          <a:ext cx="155575" cy="160338"/>
        </p:xfrm>
        <a:graphic>
          <a:graphicData uri="http://schemas.openxmlformats.org/presentationml/2006/ole">
            <mc:AlternateContent xmlns:mc="http://schemas.openxmlformats.org/markup-compatibility/2006">
              <mc:Choice xmlns:v="urn:schemas-microsoft-com:vml" Requires="v">
                <p:oleObj spid="_x0000_s55859" name="Equation" r:id="rId7" imgW="190440" imgH="203040" progId="Equation.DSMT4">
                  <p:embed/>
                </p:oleObj>
              </mc:Choice>
              <mc:Fallback>
                <p:oleObj name="Equation" r:id="rId7" imgW="190440" imgH="2030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0888" y="1425575"/>
                        <a:ext cx="155575" cy="160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180"/>
          <p:cNvGraphicFramePr>
            <a:graphicFrameLocks noChangeAspect="1"/>
          </p:cNvGraphicFramePr>
          <p:nvPr/>
        </p:nvGraphicFramePr>
        <p:xfrm>
          <a:off x="1643063" y="2083435"/>
          <a:ext cx="131762" cy="361950"/>
        </p:xfrm>
        <a:graphic>
          <a:graphicData uri="http://schemas.openxmlformats.org/presentationml/2006/ole">
            <mc:AlternateContent xmlns:mc="http://schemas.openxmlformats.org/markup-compatibility/2006">
              <mc:Choice xmlns:v="urn:schemas-microsoft-com:vml" Requires="v">
                <p:oleObj spid="_x0000_s55860" name="Equation" r:id="rId9" imgW="164880" imgH="457200" progId="Equation.DSMT4">
                  <p:embed/>
                </p:oleObj>
              </mc:Choice>
              <mc:Fallback>
                <p:oleObj name="Equation" r:id="rId9" imgW="164880" imgH="457200" progId="Equation.DSMT4">
                  <p:embed/>
                  <p:pic>
                    <p:nvPicPr>
                      <p:cNvPr id="0" name="Object 18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43063" y="2083435"/>
                        <a:ext cx="131762"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85"/>
          <p:cNvGraphicFramePr>
            <a:graphicFrameLocks noChangeAspect="1"/>
          </p:cNvGraphicFramePr>
          <p:nvPr/>
        </p:nvGraphicFramePr>
        <p:xfrm>
          <a:off x="1657350" y="2473325"/>
          <a:ext cx="122238" cy="361950"/>
        </p:xfrm>
        <a:graphic>
          <a:graphicData uri="http://schemas.openxmlformats.org/presentationml/2006/ole">
            <mc:AlternateContent xmlns:mc="http://schemas.openxmlformats.org/markup-compatibility/2006">
              <mc:Choice xmlns:v="urn:schemas-microsoft-com:vml" Requires="v">
                <p:oleObj spid="_x0000_s55861" name="Equation" r:id="rId11" imgW="152280" imgH="457200" progId="Equation.DSMT4">
                  <p:embed/>
                </p:oleObj>
              </mc:Choice>
              <mc:Fallback>
                <p:oleObj name="Equation" r:id="rId11" imgW="152280" imgH="457200" progId="Equation.DSMT4">
                  <p:embed/>
                  <p:pic>
                    <p:nvPicPr>
                      <p:cNvPr id="0" name="Object 18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57350" y="2473325"/>
                        <a:ext cx="12223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91"/>
          <p:cNvGraphicFramePr>
            <a:graphicFrameLocks noChangeAspect="1"/>
          </p:cNvGraphicFramePr>
          <p:nvPr/>
        </p:nvGraphicFramePr>
        <p:xfrm>
          <a:off x="1619250" y="2820035"/>
          <a:ext cx="188913" cy="360363"/>
        </p:xfrm>
        <a:graphic>
          <a:graphicData uri="http://schemas.openxmlformats.org/presentationml/2006/ole">
            <mc:AlternateContent xmlns:mc="http://schemas.openxmlformats.org/markup-compatibility/2006">
              <mc:Choice xmlns:v="urn:schemas-microsoft-com:vml" Requires="v">
                <p:oleObj spid="_x0000_s55862" name="Equation" r:id="rId13" imgW="241200" imgH="457200" progId="Equation.DSMT4">
                  <p:embed/>
                </p:oleObj>
              </mc:Choice>
              <mc:Fallback>
                <p:oleObj name="Equation" r:id="rId13" imgW="241200" imgH="457200" progId="Equation.DSMT4">
                  <p:embed/>
                  <p:pic>
                    <p:nvPicPr>
                      <p:cNvPr id="0" name="Object 19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19250" y="2820035"/>
                        <a:ext cx="188913"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94"/>
          <p:cNvGraphicFramePr>
            <a:graphicFrameLocks noChangeAspect="1"/>
          </p:cNvGraphicFramePr>
          <p:nvPr/>
        </p:nvGraphicFramePr>
        <p:xfrm>
          <a:off x="1557338" y="3203258"/>
          <a:ext cx="269875" cy="363537"/>
        </p:xfrm>
        <a:graphic>
          <a:graphicData uri="http://schemas.openxmlformats.org/presentationml/2006/ole">
            <mc:AlternateContent xmlns:mc="http://schemas.openxmlformats.org/markup-compatibility/2006">
              <mc:Choice xmlns:v="urn:schemas-microsoft-com:vml" Requires="v">
                <p:oleObj spid="_x0000_s55863" name="Equation" r:id="rId15" imgW="342720" imgH="457200" progId="Equation.DSMT4">
                  <p:embed/>
                </p:oleObj>
              </mc:Choice>
              <mc:Fallback>
                <p:oleObj name="Equation" r:id="rId15" imgW="342720" imgH="457200" progId="Equation.DSMT4">
                  <p:embed/>
                  <p:pic>
                    <p:nvPicPr>
                      <p:cNvPr id="0" name="Object 19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57338" y="3203258"/>
                        <a:ext cx="269875"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200"/>
          <p:cNvGraphicFramePr>
            <a:graphicFrameLocks noChangeAspect="1"/>
          </p:cNvGraphicFramePr>
          <p:nvPr/>
        </p:nvGraphicFramePr>
        <p:xfrm>
          <a:off x="1544638" y="3599815"/>
          <a:ext cx="258762" cy="361950"/>
        </p:xfrm>
        <a:graphic>
          <a:graphicData uri="http://schemas.openxmlformats.org/presentationml/2006/ole">
            <mc:AlternateContent xmlns:mc="http://schemas.openxmlformats.org/markup-compatibility/2006">
              <mc:Choice xmlns:v="urn:schemas-microsoft-com:vml" Requires="v">
                <p:oleObj spid="_x0000_s55864" name="Equation" r:id="rId17" imgW="330120" imgH="457200" progId="Equation.DSMT4">
                  <p:embed/>
                </p:oleObj>
              </mc:Choice>
              <mc:Fallback>
                <p:oleObj name="Equation" r:id="rId17" imgW="330120" imgH="457200" progId="Equation.DSMT4">
                  <p:embed/>
                  <p:pic>
                    <p:nvPicPr>
                      <p:cNvPr id="0" name="Object 20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544638" y="3599815"/>
                        <a:ext cx="258762"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208"/>
          <p:cNvGraphicFramePr>
            <a:graphicFrameLocks noChangeAspect="1"/>
          </p:cNvGraphicFramePr>
          <p:nvPr/>
        </p:nvGraphicFramePr>
        <p:xfrm>
          <a:off x="1498600" y="3986530"/>
          <a:ext cx="387350" cy="361950"/>
        </p:xfrm>
        <a:graphic>
          <a:graphicData uri="http://schemas.openxmlformats.org/presentationml/2006/ole">
            <mc:AlternateContent xmlns:mc="http://schemas.openxmlformats.org/markup-compatibility/2006">
              <mc:Choice xmlns:v="urn:schemas-microsoft-com:vml" Requires="v">
                <p:oleObj spid="_x0000_s55865" name="Equation" r:id="rId19" imgW="495000" imgH="457200" progId="Equation.DSMT4">
                  <p:embed/>
                </p:oleObj>
              </mc:Choice>
              <mc:Fallback>
                <p:oleObj name="Equation" r:id="rId19" imgW="495000" imgH="457200" progId="Equation.DSMT4">
                  <p:embed/>
                  <p:pic>
                    <p:nvPicPr>
                      <p:cNvPr id="0" name="Object 20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498600" y="3986530"/>
                        <a:ext cx="387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216"/>
          <p:cNvGraphicFramePr>
            <a:graphicFrameLocks noChangeAspect="1"/>
          </p:cNvGraphicFramePr>
          <p:nvPr/>
        </p:nvGraphicFramePr>
        <p:xfrm>
          <a:off x="1471613" y="4388485"/>
          <a:ext cx="407987" cy="361950"/>
        </p:xfrm>
        <a:graphic>
          <a:graphicData uri="http://schemas.openxmlformats.org/presentationml/2006/ole">
            <mc:AlternateContent xmlns:mc="http://schemas.openxmlformats.org/markup-compatibility/2006">
              <mc:Choice xmlns:v="urn:schemas-microsoft-com:vml" Requires="v">
                <p:oleObj spid="_x0000_s55866" name="Equation" r:id="rId21" imgW="520560" imgH="457200" progId="Equation.DSMT4">
                  <p:embed/>
                </p:oleObj>
              </mc:Choice>
              <mc:Fallback>
                <p:oleObj name="Equation" r:id="rId21" imgW="520560" imgH="457200" progId="Equation.DSMT4">
                  <p:embed/>
                  <p:pic>
                    <p:nvPicPr>
                      <p:cNvPr id="0" name="Object 2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471613" y="4388485"/>
                        <a:ext cx="407987"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03" name="Object 179"/>
          <p:cNvGraphicFramePr>
            <a:graphicFrameLocks noChangeAspect="1"/>
          </p:cNvGraphicFramePr>
          <p:nvPr/>
        </p:nvGraphicFramePr>
        <p:xfrm>
          <a:off x="2470150" y="1751648"/>
          <a:ext cx="130175" cy="352425"/>
        </p:xfrm>
        <a:graphic>
          <a:graphicData uri="http://schemas.openxmlformats.org/presentationml/2006/ole">
            <mc:AlternateContent xmlns:mc="http://schemas.openxmlformats.org/markup-compatibility/2006">
              <mc:Choice xmlns:v="urn:schemas-microsoft-com:vml" Requires="v">
                <p:oleObj spid="_x0000_s55867" name="Equation" r:id="rId23" imgW="164880" imgH="444240" progId="Equation.DSMT4">
                  <p:embed/>
                </p:oleObj>
              </mc:Choice>
              <mc:Fallback>
                <p:oleObj name="Equation" r:id="rId23" imgW="164880" imgH="444240" progId="Equation.DSMT4">
                  <p:embed/>
                  <p:pic>
                    <p:nvPicPr>
                      <p:cNvPr id="0" name="Object 179"/>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470150" y="1751648"/>
                        <a:ext cx="130175"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07" name="Object 183"/>
          <p:cNvGraphicFramePr>
            <a:graphicFrameLocks noChangeAspect="1"/>
          </p:cNvGraphicFramePr>
          <p:nvPr/>
        </p:nvGraphicFramePr>
        <p:xfrm>
          <a:off x="2470150" y="2082165"/>
          <a:ext cx="130175" cy="361950"/>
        </p:xfrm>
        <a:graphic>
          <a:graphicData uri="http://schemas.openxmlformats.org/presentationml/2006/ole">
            <mc:AlternateContent xmlns:mc="http://schemas.openxmlformats.org/markup-compatibility/2006">
              <mc:Choice xmlns:v="urn:schemas-microsoft-com:vml" Requires="v">
                <p:oleObj spid="_x0000_s55868" name="Equation" r:id="rId25" imgW="164880" imgH="457200" progId="Equation.DSMT4">
                  <p:embed/>
                </p:oleObj>
              </mc:Choice>
              <mc:Fallback>
                <p:oleObj name="Equation" r:id="rId25" imgW="164880" imgH="457200" progId="Equation.DSMT4">
                  <p:embed/>
                  <p:pic>
                    <p:nvPicPr>
                      <p:cNvPr id="0" name="Object 18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470150" y="2082165"/>
                        <a:ext cx="130175"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08" name="Object 184"/>
          <p:cNvGraphicFramePr>
            <a:graphicFrameLocks noChangeAspect="1"/>
          </p:cNvGraphicFramePr>
          <p:nvPr/>
        </p:nvGraphicFramePr>
        <p:xfrm>
          <a:off x="3277870" y="2082165"/>
          <a:ext cx="130175" cy="361950"/>
        </p:xfrm>
        <a:graphic>
          <a:graphicData uri="http://schemas.openxmlformats.org/presentationml/2006/ole">
            <mc:AlternateContent xmlns:mc="http://schemas.openxmlformats.org/markup-compatibility/2006">
              <mc:Choice xmlns:v="urn:schemas-microsoft-com:vml" Requires="v">
                <p:oleObj spid="_x0000_s55869" name="Equation" r:id="rId27" imgW="164880" imgH="457200" progId="Equation.DSMT4">
                  <p:embed/>
                </p:oleObj>
              </mc:Choice>
              <mc:Fallback>
                <p:oleObj name="Equation" r:id="rId27" imgW="164880" imgH="457200" progId="Equation.DSMT4">
                  <p:embed/>
                  <p:pic>
                    <p:nvPicPr>
                      <p:cNvPr id="0" name="Object 18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277870" y="2082165"/>
                        <a:ext cx="130175"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11" name="Object 187"/>
          <p:cNvGraphicFramePr>
            <a:graphicFrameLocks noChangeAspect="1"/>
          </p:cNvGraphicFramePr>
          <p:nvPr/>
        </p:nvGraphicFramePr>
        <p:xfrm>
          <a:off x="2468880" y="2473960"/>
          <a:ext cx="120650" cy="361950"/>
        </p:xfrm>
        <a:graphic>
          <a:graphicData uri="http://schemas.openxmlformats.org/presentationml/2006/ole">
            <mc:AlternateContent xmlns:mc="http://schemas.openxmlformats.org/markup-compatibility/2006">
              <mc:Choice xmlns:v="urn:schemas-microsoft-com:vml" Requires="v">
                <p:oleObj spid="_x0000_s55870" name="Equation" r:id="rId29" imgW="152280" imgH="457200" progId="Equation.DSMT4">
                  <p:embed/>
                </p:oleObj>
              </mc:Choice>
              <mc:Fallback>
                <p:oleObj name="Equation" r:id="rId29" imgW="152280" imgH="457200" progId="Equation.DSMT4">
                  <p:embed/>
                  <p:pic>
                    <p:nvPicPr>
                      <p:cNvPr id="0" name="Object 187"/>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468880" y="2473960"/>
                        <a:ext cx="1206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87"/>
          <p:cNvGraphicFramePr>
            <a:graphicFrameLocks noChangeAspect="1"/>
          </p:cNvGraphicFramePr>
          <p:nvPr/>
        </p:nvGraphicFramePr>
        <p:xfrm>
          <a:off x="3273743" y="2486025"/>
          <a:ext cx="120650" cy="361950"/>
        </p:xfrm>
        <a:graphic>
          <a:graphicData uri="http://schemas.openxmlformats.org/presentationml/2006/ole">
            <mc:AlternateContent xmlns:mc="http://schemas.openxmlformats.org/markup-compatibility/2006">
              <mc:Choice xmlns:v="urn:schemas-microsoft-com:vml" Requires="v">
                <p:oleObj spid="_x0000_s55871" name="Equation" r:id="rId31" imgW="152280" imgH="457200" progId="Equation.DSMT4">
                  <p:embed/>
                </p:oleObj>
              </mc:Choice>
              <mc:Fallback>
                <p:oleObj name="Equation" r:id="rId31" imgW="152280" imgH="457200" progId="Equation.DSMT4">
                  <p:embed/>
                  <p:pic>
                    <p:nvPicPr>
                      <p:cNvPr id="0" name="Picture 23"/>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273743" y="2486025"/>
                        <a:ext cx="1206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85"/>
          <p:cNvGraphicFramePr>
            <a:graphicFrameLocks noChangeAspect="1"/>
          </p:cNvGraphicFramePr>
          <p:nvPr/>
        </p:nvGraphicFramePr>
        <p:xfrm>
          <a:off x="4067810" y="2496185"/>
          <a:ext cx="122238" cy="361950"/>
        </p:xfrm>
        <a:graphic>
          <a:graphicData uri="http://schemas.openxmlformats.org/presentationml/2006/ole">
            <mc:AlternateContent xmlns:mc="http://schemas.openxmlformats.org/markup-compatibility/2006">
              <mc:Choice xmlns:v="urn:schemas-microsoft-com:vml" Requires="v">
                <p:oleObj spid="_x0000_s55872" name="Equation" r:id="rId32" imgW="152280" imgH="457200" progId="Equation.DSMT4">
                  <p:embed/>
                </p:oleObj>
              </mc:Choice>
              <mc:Fallback>
                <p:oleObj name="Equation" r:id="rId32" imgW="152280" imgH="457200" progId="Equation.DSMT4">
                  <p:embed/>
                  <p:pic>
                    <p:nvPicPr>
                      <p:cNvPr id="0" name="Picture 2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067810" y="2496185"/>
                        <a:ext cx="12223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13" name="Object 189"/>
          <p:cNvGraphicFramePr>
            <a:graphicFrameLocks noChangeAspect="1"/>
          </p:cNvGraphicFramePr>
          <p:nvPr/>
        </p:nvGraphicFramePr>
        <p:xfrm>
          <a:off x="2428240" y="2818765"/>
          <a:ext cx="201613" cy="361950"/>
        </p:xfrm>
        <a:graphic>
          <a:graphicData uri="http://schemas.openxmlformats.org/presentationml/2006/ole">
            <mc:AlternateContent xmlns:mc="http://schemas.openxmlformats.org/markup-compatibility/2006">
              <mc:Choice xmlns:v="urn:schemas-microsoft-com:vml" Requires="v">
                <p:oleObj spid="_x0000_s55873" name="Equation" r:id="rId33" imgW="253800" imgH="457200" progId="Equation.DSMT4">
                  <p:embed/>
                </p:oleObj>
              </mc:Choice>
              <mc:Fallback>
                <p:oleObj name="Equation" r:id="rId33" imgW="253800" imgH="457200" progId="Equation.DSMT4">
                  <p:embed/>
                  <p:pic>
                    <p:nvPicPr>
                      <p:cNvPr id="0" name="Object 189"/>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428240" y="2818765"/>
                        <a:ext cx="201613"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17" name="Object 193"/>
          <p:cNvGraphicFramePr>
            <a:graphicFrameLocks noChangeAspect="1"/>
          </p:cNvGraphicFramePr>
          <p:nvPr/>
        </p:nvGraphicFramePr>
        <p:xfrm>
          <a:off x="3243898" y="2828925"/>
          <a:ext cx="180975" cy="361950"/>
        </p:xfrm>
        <a:graphic>
          <a:graphicData uri="http://schemas.openxmlformats.org/presentationml/2006/ole">
            <mc:AlternateContent xmlns:mc="http://schemas.openxmlformats.org/markup-compatibility/2006">
              <mc:Choice xmlns:v="urn:schemas-microsoft-com:vml" Requires="v">
                <p:oleObj spid="_x0000_s55874" name="Equation" r:id="rId35" imgW="228600" imgH="457200" progId="Equation.DSMT4">
                  <p:embed/>
                </p:oleObj>
              </mc:Choice>
              <mc:Fallback>
                <p:oleObj name="Equation" r:id="rId35" imgW="228600" imgH="457200" progId="Equation.DSMT4">
                  <p:embed/>
                  <p:pic>
                    <p:nvPicPr>
                      <p:cNvPr id="0" name="Object 19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243898" y="2828925"/>
                        <a:ext cx="180975"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89"/>
          <p:cNvGraphicFramePr>
            <a:graphicFrameLocks noChangeAspect="1"/>
          </p:cNvGraphicFramePr>
          <p:nvPr/>
        </p:nvGraphicFramePr>
        <p:xfrm>
          <a:off x="4006215" y="2832100"/>
          <a:ext cx="201613" cy="361950"/>
        </p:xfrm>
        <a:graphic>
          <a:graphicData uri="http://schemas.openxmlformats.org/presentationml/2006/ole">
            <mc:AlternateContent xmlns:mc="http://schemas.openxmlformats.org/markup-compatibility/2006">
              <mc:Choice xmlns:v="urn:schemas-microsoft-com:vml" Requires="v">
                <p:oleObj spid="_x0000_s55875" name="Equation" r:id="rId37" imgW="253800" imgH="457200" progId="Equation.DSMT4">
                  <p:embed/>
                </p:oleObj>
              </mc:Choice>
              <mc:Fallback>
                <p:oleObj name="Equation" r:id="rId37" imgW="253800" imgH="457200" progId="Equation.DSMT4">
                  <p:embed/>
                  <p:pic>
                    <p:nvPicPr>
                      <p:cNvPr id="0" name="Picture 2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006215" y="2832100"/>
                        <a:ext cx="201613"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91"/>
          <p:cNvGraphicFramePr>
            <a:graphicFrameLocks noChangeAspect="1"/>
          </p:cNvGraphicFramePr>
          <p:nvPr/>
        </p:nvGraphicFramePr>
        <p:xfrm>
          <a:off x="4822190" y="2832100"/>
          <a:ext cx="188913" cy="360363"/>
        </p:xfrm>
        <a:graphic>
          <a:graphicData uri="http://schemas.openxmlformats.org/presentationml/2006/ole">
            <mc:AlternateContent xmlns:mc="http://schemas.openxmlformats.org/markup-compatibility/2006">
              <mc:Choice xmlns:v="urn:schemas-microsoft-com:vml" Requires="v">
                <p:oleObj spid="_x0000_s55876" name="Equation" r:id="rId38" imgW="241200" imgH="457200" progId="Equation.DSMT4">
                  <p:embed/>
                </p:oleObj>
              </mc:Choice>
              <mc:Fallback>
                <p:oleObj name="Equation" r:id="rId38" imgW="241200" imgH="457200" progId="Equation.DSMT4">
                  <p:embed/>
                  <p:pic>
                    <p:nvPicPr>
                      <p:cNvPr id="0" name="Picture 2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22190" y="2832100"/>
                        <a:ext cx="188913"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20" name="Object 196"/>
          <p:cNvGraphicFramePr>
            <a:graphicFrameLocks noChangeAspect="1"/>
          </p:cNvGraphicFramePr>
          <p:nvPr/>
        </p:nvGraphicFramePr>
        <p:xfrm>
          <a:off x="2428875" y="3215005"/>
          <a:ext cx="198438" cy="361950"/>
        </p:xfrm>
        <a:graphic>
          <a:graphicData uri="http://schemas.openxmlformats.org/presentationml/2006/ole">
            <mc:AlternateContent xmlns:mc="http://schemas.openxmlformats.org/markup-compatibility/2006">
              <mc:Choice xmlns:v="urn:schemas-microsoft-com:vml" Requires="v">
                <p:oleObj spid="_x0000_s55877" name="Equation" r:id="rId39" imgW="253800" imgH="457200" progId="Equation.DSMT4">
                  <p:embed/>
                </p:oleObj>
              </mc:Choice>
              <mc:Fallback>
                <p:oleObj name="Equation" r:id="rId39" imgW="253800" imgH="457200" progId="Equation.DSMT4">
                  <p:embed/>
                  <p:pic>
                    <p:nvPicPr>
                      <p:cNvPr id="0" name="Object 196"/>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2428875" y="3215005"/>
                        <a:ext cx="19843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22" name="Object 198"/>
          <p:cNvGraphicFramePr>
            <a:graphicFrameLocks noChangeAspect="1"/>
          </p:cNvGraphicFramePr>
          <p:nvPr/>
        </p:nvGraphicFramePr>
        <p:xfrm>
          <a:off x="3195638" y="3199448"/>
          <a:ext cx="247650" cy="352425"/>
        </p:xfrm>
        <a:graphic>
          <a:graphicData uri="http://schemas.openxmlformats.org/presentationml/2006/ole">
            <mc:AlternateContent xmlns:mc="http://schemas.openxmlformats.org/markup-compatibility/2006">
              <mc:Choice xmlns:v="urn:schemas-microsoft-com:vml" Requires="v">
                <p:oleObj spid="_x0000_s55878" name="Equation" r:id="rId41" imgW="317160" imgH="444240" progId="Equation.DSMT4">
                  <p:embed/>
                </p:oleObj>
              </mc:Choice>
              <mc:Fallback>
                <p:oleObj name="Equation" r:id="rId41" imgW="317160" imgH="444240" progId="Equation.DSMT4">
                  <p:embed/>
                  <p:pic>
                    <p:nvPicPr>
                      <p:cNvPr id="0" name="Object 198"/>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195638" y="3199448"/>
                        <a:ext cx="24765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98"/>
          <p:cNvGraphicFramePr>
            <a:graphicFrameLocks noChangeAspect="1"/>
          </p:cNvGraphicFramePr>
          <p:nvPr/>
        </p:nvGraphicFramePr>
        <p:xfrm>
          <a:off x="3980498" y="3201353"/>
          <a:ext cx="247650" cy="352425"/>
        </p:xfrm>
        <a:graphic>
          <a:graphicData uri="http://schemas.openxmlformats.org/presentationml/2006/ole">
            <mc:AlternateContent xmlns:mc="http://schemas.openxmlformats.org/markup-compatibility/2006">
              <mc:Choice xmlns:v="urn:schemas-microsoft-com:vml" Requires="v">
                <p:oleObj spid="_x0000_s55879" name="Equation" r:id="rId43" imgW="317160" imgH="444240" progId="Equation.DSMT4">
                  <p:embed/>
                </p:oleObj>
              </mc:Choice>
              <mc:Fallback>
                <p:oleObj name="Equation" r:id="rId43" imgW="317160" imgH="444240" progId="Equation.DSMT4">
                  <p:embed/>
                  <p:pic>
                    <p:nvPicPr>
                      <p:cNvPr id="0" name="Picture 3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980498" y="3201353"/>
                        <a:ext cx="24765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96"/>
          <p:cNvGraphicFramePr>
            <a:graphicFrameLocks noChangeAspect="1"/>
          </p:cNvGraphicFramePr>
          <p:nvPr/>
        </p:nvGraphicFramePr>
        <p:xfrm>
          <a:off x="4778375" y="3237548"/>
          <a:ext cx="198438" cy="361950"/>
        </p:xfrm>
        <a:graphic>
          <a:graphicData uri="http://schemas.openxmlformats.org/presentationml/2006/ole">
            <mc:AlternateContent xmlns:mc="http://schemas.openxmlformats.org/markup-compatibility/2006">
              <mc:Choice xmlns:v="urn:schemas-microsoft-com:vml" Requires="v">
                <p:oleObj spid="_x0000_s55880" name="Equation" r:id="rId44" imgW="253800" imgH="457200" progId="Equation.DSMT4">
                  <p:embed/>
                </p:oleObj>
              </mc:Choice>
              <mc:Fallback>
                <p:oleObj name="Equation" r:id="rId44" imgW="253800" imgH="457200" progId="Equation.DSMT4">
                  <p:embed/>
                  <p:pic>
                    <p:nvPicPr>
                      <p:cNvPr id="0" name="Picture 3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778375" y="3237548"/>
                        <a:ext cx="19843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26" name="Object 202"/>
          <p:cNvGraphicFramePr>
            <a:graphicFrameLocks noChangeAspect="1"/>
          </p:cNvGraphicFramePr>
          <p:nvPr/>
        </p:nvGraphicFramePr>
        <p:xfrm>
          <a:off x="2426018" y="3621088"/>
          <a:ext cx="188912" cy="361950"/>
        </p:xfrm>
        <a:graphic>
          <a:graphicData uri="http://schemas.openxmlformats.org/presentationml/2006/ole">
            <mc:AlternateContent xmlns:mc="http://schemas.openxmlformats.org/markup-compatibility/2006">
              <mc:Choice xmlns:v="urn:schemas-microsoft-com:vml" Requires="v">
                <p:oleObj spid="_x0000_s55881" name="Equation" r:id="rId45" imgW="241200" imgH="457200" progId="Equation.DSMT4">
                  <p:embed/>
                </p:oleObj>
              </mc:Choice>
              <mc:Fallback>
                <p:oleObj name="Equation" r:id="rId45" imgW="241200" imgH="457200" progId="Equation.DSMT4">
                  <p:embed/>
                  <p:pic>
                    <p:nvPicPr>
                      <p:cNvPr id="0" name="Object 202"/>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2426018" y="3621088"/>
                        <a:ext cx="188912"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28" name="Object 204"/>
          <p:cNvGraphicFramePr>
            <a:graphicFrameLocks noChangeAspect="1"/>
          </p:cNvGraphicFramePr>
          <p:nvPr/>
        </p:nvGraphicFramePr>
        <p:xfrm>
          <a:off x="3171190" y="3590290"/>
          <a:ext cx="268288" cy="361950"/>
        </p:xfrm>
        <a:graphic>
          <a:graphicData uri="http://schemas.openxmlformats.org/presentationml/2006/ole">
            <mc:AlternateContent xmlns:mc="http://schemas.openxmlformats.org/markup-compatibility/2006">
              <mc:Choice xmlns:v="urn:schemas-microsoft-com:vml" Requires="v">
                <p:oleObj spid="_x0000_s55882" name="Equation" r:id="rId47" imgW="342720" imgH="457200" progId="Equation.DSMT4">
                  <p:embed/>
                </p:oleObj>
              </mc:Choice>
              <mc:Fallback>
                <p:oleObj name="Equation" r:id="rId47" imgW="342720" imgH="457200" progId="Equation.DSMT4">
                  <p:embed/>
                  <p:pic>
                    <p:nvPicPr>
                      <p:cNvPr id="0" name="Object 204"/>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3171190" y="3590290"/>
                        <a:ext cx="26828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30" name="Object 206"/>
          <p:cNvGraphicFramePr>
            <a:graphicFrameLocks noChangeAspect="1"/>
          </p:cNvGraphicFramePr>
          <p:nvPr/>
        </p:nvGraphicFramePr>
        <p:xfrm>
          <a:off x="3964940" y="3610293"/>
          <a:ext cx="249238" cy="363537"/>
        </p:xfrm>
        <a:graphic>
          <a:graphicData uri="http://schemas.openxmlformats.org/presentationml/2006/ole">
            <mc:AlternateContent xmlns:mc="http://schemas.openxmlformats.org/markup-compatibility/2006">
              <mc:Choice xmlns:v="urn:schemas-microsoft-com:vml" Requires="v">
                <p:oleObj spid="_x0000_s55883" name="Equation" r:id="rId49" imgW="317160" imgH="457200" progId="Equation.DSMT4">
                  <p:embed/>
                </p:oleObj>
              </mc:Choice>
              <mc:Fallback>
                <p:oleObj name="Equation" r:id="rId49" imgW="317160" imgH="457200" progId="Equation.DSMT4">
                  <p:embed/>
                  <p:pic>
                    <p:nvPicPr>
                      <p:cNvPr id="0" name="Object 206"/>
                      <p:cNvPicPr>
                        <a:picLocks noChangeAspect="1" noChangeArrowheads="1"/>
                      </p:cNvPicPr>
                      <p:nvPr/>
                    </p:nvPicPr>
                    <p:blipFill>
                      <a:blip r:embed="rId50">
                        <a:extLst>
                          <a:ext uri="{28A0092B-C50C-407E-A947-70E740481C1C}">
                            <a14:useLocalDpi xmlns:a14="http://schemas.microsoft.com/office/drawing/2010/main" val="0"/>
                          </a:ext>
                        </a:extLst>
                      </a:blip>
                      <a:srcRect/>
                      <a:stretch>
                        <a:fillRect/>
                      </a:stretch>
                    </p:blipFill>
                    <p:spPr bwMode="auto">
                      <a:xfrm>
                        <a:off x="3964940" y="3610293"/>
                        <a:ext cx="249238" cy="363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04"/>
          <p:cNvGraphicFramePr>
            <a:graphicFrameLocks noChangeAspect="1"/>
          </p:cNvGraphicFramePr>
          <p:nvPr/>
        </p:nvGraphicFramePr>
        <p:xfrm>
          <a:off x="4728845" y="3634105"/>
          <a:ext cx="268288" cy="361950"/>
        </p:xfrm>
        <a:graphic>
          <a:graphicData uri="http://schemas.openxmlformats.org/presentationml/2006/ole">
            <mc:AlternateContent xmlns:mc="http://schemas.openxmlformats.org/markup-compatibility/2006">
              <mc:Choice xmlns:v="urn:schemas-microsoft-com:vml" Requires="v">
                <p:oleObj spid="_x0000_s55884" name="Equation" r:id="rId51" imgW="342720" imgH="457200" progId="Equation.DSMT4">
                  <p:embed/>
                </p:oleObj>
              </mc:Choice>
              <mc:Fallback>
                <p:oleObj name="Equation" r:id="rId51" imgW="342720" imgH="457200" progId="Equation.DSMT4">
                  <p:embed/>
                  <p:pic>
                    <p:nvPicPr>
                      <p:cNvPr id="0" name="Picture 36"/>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4728845" y="3634105"/>
                        <a:ext cx="26828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02"/>
          <p:cNvGraphicFramePr>
            <a:graphicFrameLocks noChangeAspect="1"/>
          </p:cNvGraphicFramePr>
          <p:nvPr/>
        </p:nvGraphicFramePr>
        <p:xfrm>
          <a:off x="5659120" y="3654108"/>
          <a:ext cx="188913" cy="361950"/>
        </p:xfrm>
        <a:graphic>
          <a:graphicData uri="http://schemas.openxmlformats.org/presentationml/2006/ole">
            <mc:AlternateContent xmlns:mc="http://schemas.openxmlformats.org/markup-compatibility/2006">
              <mc:Choice xmlns:v="urn:schemas-microsoft-com:vml" Requires="v">
                <p:oleObj spid="_x0000_s55885" name="Equation" r:id="rId52" imgW="241200" imgH="457200" progId="Equation.DSMT4">
                  <p:embed/>
                </p:oleObj>
              </mc:Choice>
              <mc:Fallback>
                <p:oleObj name="Equation" r:id="rId52" imgW="241200" imgH="457200" progId="Equation.DSMT4">
                  <p:embed/>
                  <p:pic>
                    <p:nvPicPr>
                      <p:cNvPr id="0" name="Picture 37"/>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5659120" y="3654108"/>
                        <a:ext cx="188913"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200"/>
          <p:cNvGraphicFramePr>
            <a:graphicFrameLocks noChangeAspect="1"/>
          </p:cNvGraphicFramePr>
          <p:nvPr/>
        </p:nvGraphicFramePr>
        <p:xfrm>
          <a:off x="6423978" y="3684270"/>
          <a:ext cx="258762" cy="361950"/>
        </p:xfrm>
        <a:graphic>
          <a:graphicData uri="http://schemas.openxmlformats.org/presentationml/2006/ole">
            <mc:AlternateContent xmlns:mc="http://schemas.openxmlformats.org/markup-compatibility/2006">
              <mc:Choice xmlns:v="urn:schemas-microsoft-com:vml" Requires="v">
                <p:oleObj spid="_x0000_s55886" name="Equation" r:id="rId53" imgW="330120" imgH="457200" progId="Equation.DSMT4">
                  <p:embed/>
                </p:oleObj>
              </mc:Choice>
              <mc:Fallback>
                <p:oleObj name="Equation" r:id="rId53" imgW="330120" imgH="457200" progId="Equation.DSMT4">
                  <p:embed/>
                  <p:pic>
                    <p:nvPicPr>
                      <p:cNvPr id="0" name="Picture 3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423978" y="3684270"/>
                        <a:ext cx="258762"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194"/>
          <p:cNvGraphicFramePr>
            <a:graphicFrameLocks noChangeAspect="1"/>
          </p:cNvGraphicFramePr>
          <p:nvPr/>
        </p:nvGraphicFramePr>
        <p:xfrm>
          <a:off x="5593398" y="3267075"/>
          <a:ext cx="269875" cy="363538"/>
        </p:xfrm>
        <a:graphic>
          <a:graphicData uri="http://schemas.openxmlformats.org/presentationml/2006/ole">
            <mc:AlternateContent xmlns:mc="http://schemas.openxmlformats.org/markup-compatibility/2006">
              <mc:Choice xmlns:v="urn:schemas-microsoft-com:vml" Requires="v">
                <p:oleObj spid="_x0000_s55887" name="Equation" r:id="rId54" imgW="342720" imgH="457200" progId="Equation.DSMT4">
                  <p:embed/>
                </p:oleObj>
              </mc:Choice>
              <mc:Fallback>
                <p:oleObj name="Equation" r:id="rId54" imgW="342720" imgH="457200" progId="Equation.DSMT4">
                  <p:embed/>
                  <p:pic>
                    <p:nvPicPr>
                      <p:cNvPr id="0" name="Picture 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593398" y="3267075"/>
                        <a:ext cx="269875" cy="363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34" name="Object 210"/>
          <p:cNvGraphicFramePr>
            <a:graphicFrameLocks noChangeAspect="1"/>
          </p:cNvGraphicFramePr>
          <p:nvPr/>
        </p:nvGraphicFramePr>
        <p:xfrm>
          <a:off x="2331403" y="3997008"/>
          <a:ext cx="387350" cy="361950"/>
        </p:xfrm>
        <a:graphic>
          <a:graphicData uri="http://schemas.openxmlformats.org/presentationml/2006/ole">
            <mc:AlternateContent xmlns:mc="http://schemas.openxmlformats.org/markup-compatibility/2006">
              <mc:Choice xmlns:v="urn:schemas-microsoft-com:vml" Requires="v">
                <p:oleObj spid="_x0000_s55888" name="Equation" r:id="rId55" imgW="495000" imgH="457200" progId="Equation.DSMT4">
                  <p:embed/>
                </p:oleObj>
              </mc:Choice>
              <mc:Fallback>
                <p:oleObj name="Equation" r:id="rId55" imgW="495000" imgH="457200" progId="Equation.DSMT4">
                  <p:embed/>
                  <p:pic>
                    <p:nvPicPr>
                      <p:cNvPr id="0" name="Object 210"/>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2331403" y="3997008"/>
                        <a:ext cx="387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36" name="Object 212"/>
          <p:cNvGraphicFramePr>
            <a:graphicFrameLocks noChangeAspect="1"/>
          </p:cNvGraphicFramePr>
          <p:nvPr/>
        </p:nvGraphicFramePr>
        <p:xfrm>
          <a:off x="3124835" y="3997960"/>
          <a:ext cx="387350" cy="361950"/>
        </p:xfrm>
        <a:graphic>
          <a:graphicData uri="http://schemas.openxmlformats.org/presentationml/2006/ole">
            <mc:AlternateContent xmlns:mc="http://schemas.openxmlformats.org/markup-compatibility/2006">
              <mc:Choice xmlns:v="urn:schemas-microsoft-com:vml" Requires="v">
                <p:oleObj spid="_x0000_s55889" name="Equation" r:id="rId57" imgW="495000" imgH="457200" progId="Equation.DSMT4">
                  <p:embed/>
                </p:oleObj>
              </mc:Choice>
              <mc:Fallback>
                <p:oleObj name="Equation" r:id="rId57" imgW="495000" imgH="457200" progId="Equation.DSMT4">
                  <p:embed/>
                  <p:pic>
                    <p:nvPicPr>
                      <p:cNvPr id="0" name="Object 212"/>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3124835" y="3997960"/>
                        <a:ext cx="387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38" name="Object 214"/>
          <p:cNvGraphicFramePr>
            <a:graphicFrameLocks noChangeAspect="1"/>
          </p:cNvGraphicFramePr>
          <p:nvPr/>
        </p:nvGraphicFramePr>
        <p:xfrm>
          <a:off x="3916363" y="4028440"/>
          <a:ext cx="387350" cy="361950"/>
        </p:xfrm>
        <a:graphic>
          <a:graphicData uri="http://schemas.openxmlformats.org/presentationml/2006/ole">
            <mc:AlternateContent xmlns:mc="http://schemas.openxmlformats.org/markup-compatibility/2006">
              <mc:Choice xmlns:v="urn:schemas-microsoft-com:vml" Requires="v">
                <p:oleObj spid="_x0000_s55890" name="Equation" r:id="rId59" imgW="495000" imgH="457200" progId="Equation.DSMT4">
                  <p:embed/>
                </p:oleObj>
              </mc:Choice>
              <mc:Fallback>
                <p:oleObj name="Equation" r:id="rId59" imgW="495000" imgH="457200" progId="Equation.DSMT4">
                  <p:embed/>
                  <p:pic>
                    <p:nvPicPr>
                      <p:cNvPr id="0" name="Object 214"/>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3916363" y="4028440"/>
                        <a:ext cx="387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214"/>
          <p:cNvGraphicFramePr>
            <a:graphicFrameLocks noChangeAspect="1"/>
          </p:cNvGraphicFramePr>
          <p:nvPr/>
        </p:nvGraphicFramePr>
        <p:xfrm>
          <a:off x="4680903" y="4041775"/>
          <a:ext cx="387350" cy="361950"/>
        </p:xfrm>
        <a:graphic>
          <a:graphicData uri="http://schemas.openxmlformats.org/presentationml/2006/ole">
            <mc:AlternateContent xmlns:mc="http://schemas.openxmlformats.org/markup-compatibility/2006">
              <mc:Choice xmlns:v="urn:schemas-microsoft-com:vml" Requires="v">
                <p:oleObj spid="_x0000_s55891" name="Equation" r:id="rId61" imgW="495000" imgH="457200" progId="Equation.DSMT4">
                  <p:embed/>
                </p:oleObj>
              </mc:Choice>
              <mc:Fallback>
                <p:oleObj name="Equation" r:id="rId61" imgW="495000" imgH="457200" progId="Equation.DSMT4">
                  <p:embed/>
                  <p:pic>
                    <p:nvPicPr>
                      <p:cNvPr id="0" name="Picture 43"/>
                      <p:cNvPicPr>
                        <a:picLocks noChangeAspect="1" noChangeArrowheads="1"/>
                      </p:cNvPicPr>
                      <p:nvPr/>
                    </p:nvPicPr>
                    <p:blipFill>
                      <a:blip r:embed="rId60">
                        <a:extLst>
                          <a:ext uri="{28A0092B-C50C-407E-A947-70E740481C1C}">
                            <a14:useLocalDpi xmlns:a14="http://schemas.microsoft.com/office/drawing/2010/main" val="0"/>
                          </a:ext>
                        </a:extLst>
                      </a:blip>
                      <a:srcRect/>
                      <a:stretch>
                        <a:fillRect/>
                      </a:stretch>
                    </p:blipFill>
                    <p:spPr bwMode="auto">
                      <a:xfrm>
                        <a:off x="4680903" y="4041775"/>
                        <a:ext cx="387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212"/>
          <p:cNvGraphicFramePr>
            <a:graphicFrameLocks noChangeAspect="1"/>
          </p:cNvGraphicFramePr>
          <p:nvPr/>
        </p:nvGraphicFramePr>
        <p:xfrm>
          <a:off x="5524500" y="4040505"/>
          <a:ext cx="387350" cy="361950"/>
        </p:xfrm>
        <a:graphic>
          <a:graphicData uri="http://schemas.openxmlformats.org/presentationml/2006/ole">
            <mc:AlternateContent xmlns:mc="http://schemas.openxmlformats.org/markup-compatibility/2006">
              <mc:Choice xmlns:v="urn:schemas-microsoft-com:vml" Requires="v">
                <p:oleObj spid="_x0000_s55892" name="Equation" r:id="rId62" imgW="495000" imgH="457200" progId="Equation.DSMT4">
                  <p:embed/>
                </p:oleObj>
              </mc:Choice>
              <mc:Fallback>
                <p:oleObj name="Equation" r:id="rId62" imgW="495000" imgH="457200" progId="Equation.DSMT4">
                  <p:embed/>
                  <p:pic>
                    <p:nvPicPr>
                      <p:cNvPr id="0" name="Picture 44"/>
                      <p:cNvPicPr>
                        <a:picLocks noChangeAspect="1" noChangeArrowheads="1"/>
                      </p:cNvPicPr>
                      <p:nvPr/>
                    </p:nvPicPr>
                    <p:blipFill>
                      <a:blip r:embed="rId58">
                        <a:extLst>
                          <a:ext uri="{28A0092B-C50C-407E-A947-70E740481C1C}">
                            <a14:useLocalDpi xmlns:a14="http://schemas.microsoft.com/office/drawing/2010/main" val="0"/>
                          </a:ext>
                        </a:extLst>
                      </a:blip>
                      <a:srcRect/>
                      <a:stretch>
                        <a:fillRect/>
                      </a:stretch>
                    </p:blipFill>
                    <p:spPr bwMode="auto">
                      <a:xfrm>
                        <a:off x="5524500" y="4040505"/>
                        <a:ext cx="387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210"/>
          <p:cNvGraphicFramePr>
            <a:graphicFrameLocks noChangeAspect="1"/>
          </p:cNvGraphicFramePr>
          <p:nvPr/>
        </p:nvGraphicFramePr>
        <p:xfrm>
          <a:off x="6368098" y="4060825"/>
          <a:ext cx="387350" cy="361950"/>
        </p:xfrm>
        <a:graphic>
          <a:graphicData uri="http://schemas.openxmlformats.org/presentationml/2006/ole">
            <mc:AlternateContent xmlns:mc="http://schemas.openxmlformats.org/markup-compatibility/2006">
              <mc:Choice xmlns:v="urn:schemas-microsoft-com:vml" Requires="v">
                <p:oleObj spid="_x0000_s55893" name="Equation" r:id="rId63" imgW="495000" imgH="457200" progId="Equation.DSMT4">
                  <p:embed/>
                </p:oleObj>
              </mc:Choice>
              <mc:Fallback>
                <p:oleObj name="Equation" r:id="rId63" imgW="495000" imgH="457200" progId="Equation.DSMT4">
                  <p:embed/>
                  <p:pic>
                    <p:nvPicPr>
                      <p:cNvPr id="0" name="Picture 45"/>
                      <p:cNvPicPr>
                        <a:picLocks noChangeAspect="1" noChangeArrowheads="1"/>
                      </p:cNvPicPr>
                      <p:nvPr/>
                    </p:nvPicPr>
                    <p:blipFill>
                      <a:blip r:embed="rId56">
                        <a:extLst>
                          <a:ext uri="{28A0092B-C50C-407E-A947-70E740481C1C}">
                            <a14:useLocalDpi xmlns:a14="http://schemas.microsoft.com/office/drawing/2010/main" val="0"/>
                          </a:ext>
                        </a:extLst>
                      </a:blip>
                      <a:srcRect/>
                      <a:stretch>
                        <a:fillRect/>
                      </a:stretch>
                    </p:blipFill>
                    <p:spPr bwMode="auto">
                      <a:xfrm>
                        <a:off x="6368098" y="4060825"/>
                        <a:ext cx="387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208"/>
          <p:cNvGraphicFramePr>
            <a:graphicFrameLocks noChangeAspect="1"/>
          </p:cNvGraphicFramePr>
          <p:nvPr/>
        </p:nvGraphicFramePr>
        <p:xfrm>
          <a:off x="7119620" y="4049713"/>
          <a:ext cx="387350" cy="361950"/>
        </p:xfrm>
        <a:graphic>
          <a:graphicData uri="http://schemas.openxmlformats.org/presentationml/2006/ole">
            <mc:AlternateContent xmlns:mc="http://schemas.openxmlformats.org/markup-compatibility/2006">
              <mc:Choice xmlns:v="urn:schemas-microsoft-com:vml" Requires="v">
                <p:oleObj spid="_x0000_s55894" name="Equation" r:id="rId64" imgW="495000" imgH="457200" progId="Equation.DSMT4">
                  <p:embed/>
                </p:oleObj>
              </mc:Choice>
              <mc:Fallback>
                <p:oleObj name="Equation" r:id="rId64" imgW="495000" imgH="457200" progId="Equation.DSMT4">
                  <p:embed/>
                  <p:pic>
                    <p:nvPicPr>
                      <p:cNvPr id="0" name="Picture 4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119620" y="4049713"/>
                        <a:ext cx="387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42" name="Object 218"/>
          <p:cNvGraphicFramePr>
            <a:graphicFrameLocks noChangeAspect="1"/>
          </p:cNvGraphicFramePr>
          <p:nvPr/>
        </p:nvGraphicFramePr>
        <p:xfrm>
          <a:off x="2332355" y="4388485"/>
          <a:ext cx="406400" cy="361950"/>
        </p:xfrm>
        <a:graphic>
          <a:graphicData uri="http://schemas.openxmlformats.org/presentationml/2006/ole">
            <mc:AlternateContent xmlns:mc="http://schemas.openxmlformats.org/markup-compatibility/2006">
              <mc:Choice xmlns:v="urn:schemas-microsoft-com:vml" Requires="v">
                <p:oleObj spid="_x0000_s55895" name="Equation" r:id="rId65" imgW="520560" imgH="457200" progId="Equation.DSMT4">
                  <p:embed/>
                </p:oleObj>
              </mc:Choice>
              <mc:Fallback>
                <p:oleObj name="Equation" r:id="rId65" imgW="520560" imgH="457200" progId="Equation.DSMT4">
                  <p:embed/>
                  <p:pic>
                    <p:nvPicPr>
                      <p:cNvPr id="0" name="Object 218"/>
                      <p:cNvPicPr>
                        <a:picLocks noChangeAspect="1" noChangeArrowheads="1"/>
                      </p:cNvPicPr>
                      <p:nvPr/>
                    </p:nvPicPr>
                    <p:blipFill>
                      <a:blip r:embed="rId66">
                        <a:extLst>
                          <a:ext uri="{28A0092B-C50C-407E-A947-70E740481C1C}">
                            <a14:useLocalDpi xmlns:a14="http://schemas.microsoft.com/office/drawing/2010/main" val="0"/>
                          </a:ext>
                        </a:extLst>
                      </a:blip>
                      <a:srcRect/>
                      <a:stretch>
                        <a:fillRect/>
                      </a:stretch>
                    </p:blipFill>
                    <p:spPr bwMode="auto">
                      <a:xfrm>
                        <a:off x="2332355" y="4388485"/>
                        <a:ext cx="40640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44" name="Object 220"/>
          <p:cNvGraphicFramePr>
            <a:graphicFrameLocks noChangeAspect="1"/>
          </p:cNvGraphicFramePr>
          <p:nvPr/>
        </p:nvGraphicFramePr>
        <p:xfrm>
          <a:off x="3155315" y="4378643"/>
          <a:ext cx="406400" cy="361950"/>
        </p:xfrm>
        <a:graphic>
          <a:graphicData uri="http://schemas.openxmlformats.org/presentationml/2006/ole">
            <mc:AlternateContent xmlns:mc="http://schemas.openxmlformats.org/markup-compatibility/2006">
              <mc:Choice xmlns:v="urn:schemas-microsoft-com:vml" Requires="v">
                <p:oleObj spid="_x0000_s55896" name="Equation" r:id="rId67" imgW="520560" imgH="457200" progId="Equation.DSMT4">
                  <p:embed/>
                </p:oleObj>
              </mc:Choice>
              <mc:Fallback>
                <p:oleObj name="Equation" r:id="rId67" imgW="520560" imgH="457200" progId="Equation.DSMT4">
                  <p:embed/>
                  <p:pic>
                    <p:nvPicPr>
                      <p:cNvPr id="0" name="Object 220"/>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3155315" y="4378643"/>
                        <a:ext cx="40640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46" name="Object 222"/>
          <p:cNvGraphicFramePr>
            <a:graphicFrameLocks noChangeAspect="1"/>
          </p:cNvGraphicFramePr>
          <p:nvPr/>
        </p:nvGraphicFramePr>
        <p:xfrm>
          <a:off x="3949065" y="4388485"/>
          <a:ext cx="407988" cy="361950"/>
        </p:xfrm>
        <a:graphic>
          <a:graphicData uri="http://schemas.openxmlformats.org/presentationml/2006/ole">
            <mc:AlternateContent xmlns:mc="http://schemas.openxmlformats.org/markup-compatibility/2006">
              <mc:Choice xmlns:v="urn:schemas-microsoft-com:vml" Requires="v">
                <p:oleObj spid="_x0000_s55897" name="Equation" r:id="rId69" imgW="520560" imgH="457200" progId="Equation.DSMT4">
                  <p:embed/>
                </p:oleObj>
              </mc:Choice>
              <mc:Fallback>
                <p:oleObj name="Equation" r:id="rId69" imgW="520560" imgH="457200" progId="Equation.DSMT4">
                  <p:embed/>
                  <p:pic>
                    <p:nvPicPr>
                      <p:cNvPr id="0" name="Object 222"/>
                      <p:cNvPicPr>
                        <a:picLocks noChangeAspect="1" noChangeArrowheads="1"/>
                      </p:cNvPicPr>
                      <p:nvPr/>
                    </p:nvPicPr>
                    <p:blipFill>
                      <a:blip r:embed="rId70">
                        <a:extLst>
                          <a:ext uri="{28A0092B-C50C-407E-A947-70E740481C1C}">
                            <a14:useLocalDpi xmlns:a14="http://schemas.microsoft.com/office/drawing/2010/main" val="0"/>
                          </a:ext>
                        </a:extLst>
                      </a:blip>
                      <a:srcRect/>
                      <a:stretch>
                        <a:fillRect/>
                      </a:stretch>
                    </p:blipFill>
                    <p:spPr bwMode="auto">
                      <a:xfrm>
                        <a:off x="3949065" y="4388485"/>
                        <a:ext cx="40798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848" name="Object 224"/>
          <p:cNvGraphicFramePr>
            <a:graphicFrameLocks noChangeAspect="1"/>
          </p:cNvGraphicFramePr>
          <p:nvPr/>
        </p:nvGraphicFramePr>
        <p:xfrm>
          <a:off x="4759325" y="4408805"/>
          <a:ext cx="406400" cy="361950"/>
        </p:xfrm>
        <a:graphic>
          <a:graphicData uri="http://schemas.openxmlformats.org/presentationml/2006/ole">
            <mc:AlternateContent xmlns:mc="http://schemas.openxmlformats.org/markup-compatibility/2006">
              <mc:Choice xmlns:v="urn:schemas-microsoft-com:vml" Requires="v">
                <p:oleObj spid="_x0000_s55898" name="Equation" r:id="rId71" imgW="520560" imgH="457200" progId="Equation.DSMT4">
                  <p:embed/>
                </p:oleObj>
              </mc:Choice>
              <mc:Fallback>
                <p:oleObj name="Equation" r:id="rId71" imgW="520560" imgH="457200" progId="Equation.DSMT4">
                  <p:embed/>
                  <p:pic>
                    <p:nvPicPr>
                      <p:cNvPr id="0" name="Object 224"/>
                      <p:cNvPicPr>
                        <a:picLocks noChangeAspect="1" noChangeArrowheads="1"/>
                      </p:cNvPicPr>
                      <p:nvPr/>
                    </p:nvPicPr>
                    <p:blipFill>
                      <a:blip r:embed="rId72">
                        <a:extLst>
                          <a:ext uri="{28A0092B-C50C-407E-A947-70E740481C1C}">
                            <a14:useLocalDpi xmlns:a14="http://schemas.microsoft.com/office/drawing/2010/main" val="0"/>
                          </a:ext>
                        </a:extLst>
                      </a:blip>
                      <a:srcRect/>
                      <a:stretch>
                        <a:fillRect/>
                      </a:stretch>
                    </p:blipFill>
                    <p:spPr bwMode="auto">
                      <a:xfrm>
                        <a:off x="4759325" y="4408805"/>
                        <a:ext cx="40640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784" name="Object 222"/>
          <p:cNvGraphicFramePr>
            <a:graphicFrameLocks noChangeAspect="1"/>
          </p:cNvGraphicFramePr>
          <p:nvPr/>
        </p:nvGraphicFramePr>
        <p:xfrm>
          <a:off x="5527040" y="4410710"/>
          <a:ext cx="407988" cy="361950"/>
        </p:xfrm>
        <a:graphic>
          <a:graphicData uri="http://schemas.openxmlformats.org/presentationml/2006/ole">
            <mc:AlternateContent xmlns:mc="http://schemas.openxmlformats.org/markup-compatibility/2006">
              <mc:Choice xmlns:v="urn:schemas-microsoft-com:vml" Requires="v">
                <p:oleObj spid="_x0000_s55899" name="Equation" r:id="rId73" imgW="520560" imgH="457200" progId="Equation.DSMT4">
                  <p:embed/>
                </p:oleObj>
              </mc:Choice>
              <mc:Fallback>
                <p:oleObj name="Equation" r:id="rId73" imgW="520560" imgH="457200" progId="Equation.DSMT4">
                  <p:embed/>
                  <p:pic>
                    <p:nvPicPr>
                      <p:cNvPr id="0" name="Picture 51"/>
                      <p:cNvPicPr>
                        <a:picLocks noChangeAspect="1" noChangeArrowheads="1"/>
                      </p:cNvPicPr>
                      <p:nvPr/>
                    </p:nvPicPr>
                    <p:blipFill>
                      <a:blip r:embed="rId70">
                        <a:extLst>
                          <a:ext uri="{28A0092B-C50C-407E-A947-70E740481C1C}">
                            <a14:useLocalDpi xmlns:a14="http://schemas.microsoft.com/office/drawing/2010/main" val="0"/>
                          </a:ext>
                        </a:extLst>
                      </a:blip>
                      <a:srcRect/>
                      <a:stretch>
                        <a:fillRect/>
                      </a:stretch>
                    </p:blipFill>
                    <p:spPr bwMode="auto">
                      <a:xfrm>
                        <a:off x="5527040" y="4410710"/>
                        <a:ext cx="40798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785" name="Object 220"/>
          <p:cNvGraphicFramePr>
            <a:graphicFrameLocks noChangeAspect="1"/>
          </p:cNvGraphicFramePr>
          <p:nvPr/>
        </p:nvGraphicFramePr>
        <p:xfrm>
          <a:off x="6348730" y="4421505"/>
          <a:ext cx="406400" cy="361950"/>
        </p:xfrm>
        <a:graphic>
          <a:graphicData uri="http://schemas.openxmlformats.org/presentationml/2006/ole">
            <mc:AlternateContent xmlns:mc="http://schemas.openxmlformats.org/markup-compatibility/2006">
              <mc:Choice xmlns:v="urn:schemas-microsoft-com:vml" Requires="v">
                <p:oleObj spid="_x0000_s55900" name="Equation" r:id="rId74" imgW="520560" imgH="457200" progId="Equation.DSMT4">
                  <p:embed/>
                </p:oleObj>
              </mc:Choice>
              <mc:Fallback>
                <p:oleObj name="Equation" r:id="rId74" imgW="520560" imgH="457200" progId="Equation.DSMT4">
                  <p:embed/>
                  <p:pic>
                    <p:nvPicPr>
                      <p:cNvPr id="0" name="Picture 52"/>
                      <p:cNvPicPr>
                        <a:picLocks noChangeAspect="1" noChangeArrowheads="1"/>
                      </p:cNvPicPr>
                      <p:nvPr/>
                    </p:nvPicPr>
                    <p:blipFill>
                      <a:blip r:embed="rId68">
                        <a:extLst>
                          <a:ext uri="{28A0092B-C50C-407E-A947-70E740481C1C}">
                            <a14:useLocalDpi xmlns:a14="http://schemas.microsoft.com/office/drawing/2010/main" val="0"/>
                          </a:ext>
                        </a:extLst>
                      </a:blip>
                      <a:srcRect/>
                      <a:stretch>
                        <a:fillRect/>
                      </a:stretch>
                    </p:blipFill>
                    <p:spPr bwMode="auto">
                      <a:xfrm>
                        <a:off x="6348730" y="4421505"/>
                        <a:ext cx="40640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786" name="Object 218"/>
          <p:cNvGraphicFramePr>
            <a:graphicFrameLocks noChangeAspect="1"/>
          </p:cNvGraphicFramePr>
          <p:nvPr/>
        </p:nvGraphicFramePr>
        <p:xfrm>
          <a:off x="7099618" y="4441190"/>
          <a:ext cx="406400" cy="361950"/>
        </p:xfrm>
        <a:graphic>
          <a:graphicData uri="http://schemas.openxmlformats.org/presentationml/2006/ole">
            <mc:AlternateContent xmlns:mc="http://schemas.openxmlformats.org/markup-compatibility/2006">
              <mc:Choice xmlns:v="urn:schemas-microsoft-com:vml" Requires="v">
                <p:oleObj spid="_x0000_s55901" name="Equation" r:id="rId75" imgW="520560" imgH="457200" progId="Equation.DSMT4">
                  <p:embed/>
                </p:oleObj>
              </mc:Choice>
              <mc:Fallback>
                <p:oleObj name="Equation" r:id="rId75" imgW="520560" imgH="457200" progId="Equation.DSMT4">
                  <p:embed/>
                  <p:pic>
                    <p:nvPicPr>
                      <p:cNvPr id="0" name="Picture 53"/>
                      <p:cNvPicPr>
                        <a:picLocks noChangeAspect="1" noChangeArrowheads="1"/>
                      </p:cNvPicPr>
                      <p:nvPr/>
                    </p:nvPicPr>
                    <p:blipFill>
                      <a:blip r:embed="rId66">
                        <a:extLst>
                          <a:ext uri="{28A0092B-C50C-407E-A947-70E740481C1C}">
                            <a14:useLocalDpi xmlns:a14="http://schemas.microsoft.com/office/drawing/2010/main" val="0"/>
                          </a:ext>
                        </a:extLst>
                      </a:blip>
                      <a:srcRect/>
                      <a:stretch>
                        <a:fillRect/>
                      </a:stretch>
                    </p:blipFill>
                    <p:spPr bwMode="auto">
                      <a:xfrm>
                        <a:off x="7099618" y="4441190"/>
                        <a:ext cx="40640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787" name="Object 216"/>
          <p:cNvGraphicFramePr>
            <a:graphicFrameLocks noChangeAspect="1"/>
          </p:cNvGraphicFramePr>
          <p:nvPr/>
        </p:nvGraphicFramePr>
        <p:xfrm>
          <a:off x="7925753" y="4410710"/>
          <a:ext cx="407987" cy="361950"/>
        </p:xfrm>
        <a:graphic>
          <a:graphicData uri="http://schemas.openxmlformats.org/presentationml/2006/ole">
            <mc:AlternateContent xmlns:mc="http://schemas.openxmlformats.org/markup-compatibility/2006">
              <mc:Choice xmlns:v="urn:schemas-microsoft-com:vml" Requires="v">
                <p:oleObj spid="_x0000_s55902" name="Equation" r:id="rId76" imgW="520560" imgH="457200" progId="Equation.DSMT4">
                  <p:embed/>
                </p:oleObj>
              </mc:Choice>
              <mc:Fallback>
                <p:oleObj name="Equation" r:id="rId76" imgW="520560" imgH="457200" progId="Equation.DSMT4">
                  <p:embed/>
                  <p:pic>
                    <p:nvPicPr>
                      <p:cNvPr id="0" name="Picture 5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925753" y="4410710"/>
                        <a:ext cx="407987"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blinds(horizontal)">
                                      <p:cBhvr>
                                        <p:cTn id="28" dur="500"/>
                                        <p:tgtEl>
                                          <p:spTgt spid="7"/>
                                        </p:tgtEl>
                                      </p:cBhvr>
                                    </p:animEffect>
                                  </p:childTnLst>
                                </p:cTn>
                              </p:par>
                              <p:par>
                                <p:cTn id="29" presetID="3" presetClass="entr" presetSubtype="1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par>
                                <p:cTn id="32" presetID="3" presetClass="entr" presetSubtype="10" fill="hold" nodeType="with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26801"/>
                                        </p:tgtEl>
                                        <p:attrNameLst>
                                          <p:attrName>style.visibility</p:attrName>
                                        </p:attrNameLst>
                                      </p:cBhvr>
                                      <p:to>
                                        <p:strVal val="visible"/>
                                      </p:to>
                                    </p:set>
                                    <p:animEffect transition="in" filter="box(in)">
                                      <p:cBhvr>
                                        <p:cTn id="39" dur="500"/>
                                        <p:tgtEl>
                                          <p:spTgt spid="26801"/>
                                        </p:tgtEl>
                                      </p:cBhvr>
                                    </p:animEffect>
                                  </p:childTnLst>
                                </p:cTn>
                              </p:par>
                              <p:par>
                                <p:cTn id="40" presetID="4" presetClass="entr" presetSubtype="16" fill="hold" nodeType="withEffect">
                                  <p:stCondLst>
                                    <p:cond delay="0"/>
                                  </p:stCondLst>
                                  <p:childTnLst>
                                    <p:set>
                                      <p:cBhvr>
                                        <p:cTn id="41" dur="1" fill="hold">
                                          <p:stCondLst>
                                            <p:cond delay="0"/>
                                          </p:stCondLst>
                                        </p:cTn>
                                        <p:tgtEl>
                                          <p:spTgt spid="26803"/>
                                        </p:tgtEl>
                                        <p:attrNameLst>
                                          <p:attrName>style.visibility</p:attrName>
                                        </p:attrNameLst>
                                      </p:cBhvr>
                                      <p:to>
                                        <p:strVal val="visible"/>
                                      </p:to>
                                    </p:set>
                                    <p:animEffect transition="in" filter="box(in)">
                                      <p:cBhvr>
                                        <p:cTn id="42" dur="500"/>
                                        <p:tgtEl>
                                          <p:spTgt spid="26803"/>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box(in)">
                                      <p:cBhvr>
                                        <p:cTn id="47" dur="500"/>
                                        <p:tgtEl>
                                          <p:spTgt spid="4"/>
                                        </p:tgtEl>
                                      </p:cBhvr>
                                    </p:animEffect>
                                  </p:childTnLst>
                                </p:cTn>
                              </p:par>
                              <p:par>
                                <p:cTn id="48" presetID="4" presetClass="entr" presetSubtype="16" fill="hold" nodeType="withEffect">
                                  <p:stCondLst>
                                    <p:cond delay="0"/>
                                  </p:stCondLst>
                                  <p:childTnLst>
                                    <p:set>
                                      <p:cBhvr>
                                        <p:cTn id="49" dur="1" fill="hold">
                                          <p:stCondLst>
                                            <p:cond delay="0"/>
                                          </p:stCondLst>
                                        </p:cTn>
                                        <p:tgtEl>
                                          <p:spTgt spid="26807"/>
                                        </p:tgtEl>
                                        <p:attrNameLst>
                                          <p:attrName>style.visibility</p:attrName>
                                        </p:attrNameLst>
                                      </p:cBhvr>
                                      <p:to>
                                        <p:strVal val="visible"/>
                                      </p:to>
                                    </p:set>
                                    <p:animEffect transition="in" filter="box(in)">
                                      <p:cBhvr>
                                        <p:cTn id="50" dur="500"/>
                                        <p:tgtEl>
                                          <p:spTgt spid="26807"/>
                                        </p:tgtEl>
                                      </p:cBhvr>
                                    </p:animEffect>
                                  </p:childTnLst>
                                </p:cTn>
                              </p:par>
                              <p:par>
                                <p:cTn id="51" presetID="4" presetClass="entr" presetSubtype="16" fill="hold" nodeType="withEffect">
                                  <p:stCondLst>
                                    <p:cond delay="0"/>
                                  </p:stCondLst>
                                  <p:childTnLst>
                                    <p:set>
                                      <p:cBhvr>
                                        <p:cTn id="52" dur="1" fill="hold">
                                          <p:stCondLst>
                                            <p:cond delay="0"/>
                                          </p:stCondLst>
                                        </p:cTn>
                                        <p:tgtEl>
                                          <p:spTgt spid="26808"/>
                                        </p:tgtEl>
                                        <p:attrNameLst>
                                          <p:attrName>style.visibility</p:attrName>
                                        </p:attrNameLst>
                                      </p:cBhvr>
                                      <p:to>
                                        <p:strVal val="visible"/>
                                      </p:to>
                                    </p:set>
                                    <p:animEffect transition="in" filter="box(in)">
                                      <p:cBhvr>
                                        <p:cTn id="53" dur="500"/>
                                        <p:tgtEl>
                                          <p:spTgt spid="26808"/>
                                        </p:tgtEl>
                                      </p:cBhvr>
                                    </p:animEffect>
                                  </p:childTnLst>
                                </p:cTn>
                              </p:par>
                            </p:childTnLst>
                          </p:cTn>
                        </p:par>
                      </p:childTnLst>
                    </p:cTn>
                  </p:par>
                  <p:par>
                    <p:cTn id="54" fill="hold">
                      <p:stCondLst>
                        <p:cond delay="indefinite"/>
                      </p:stCondLst>
                      <p:childTnLst>
                        <p:par>
                          <p:cTn id="55" fill="hold">
                            <p:stCondLst>
                              <p:cond delay="0"/>
                            </p:stCondLst>
                            <p:childTnLst>
                              <p:par>
                                <p:cTn id="56" presetID="4" presetClass="entr" presetSubtype="16" fill="hold" nodeType="clickEffect">
                                  <p:stCondLst>
                                    <p:cond delay="0"/>
                                  </p:stCondLst>
                                  <p:childTnLst>
                                    <p:set>
                                      <p:cBhvr>
                                        <p:cTn id="57" dur="1" fill="hold">
                                          <p:stCondLst>
                                            <p:cond delay="0"/>
                                          </p:stCondLst>
                                        </p:cTn>
                                        <p:tgtEl>
                                          <p:spTgt spid="9"/>
                                        </p:tgtEl>
                                        <p:attrNameLst>
                                          <p:attrName>style.visibility</p:attrName>
                                        </p:attrNameLst>
                                      </p:cBhvr>
                                      <p:to>
                                        <p:strVal val="visible"/>
                                      </p:to>
                                    </p:set>
                                    <p:animEffect transition="in" filter="box(in)">
                                      <p:cBhvr>
                                        <p:cTn id="58" dur="500"/>
                                        <p:tgtEl>
                                          <p:spTgt spid="9"/>
                                        </p:tgtEl>
                                      </p:cBhvr>
                                    </p:animEffect>
                                  </p:childTnLst>
                                </p:cTn>
                              </p:par>
                              <p:par>
                                <p:cTn id="59" presetID="4" presetClass="entr" presetSubtype="16" fill="hold" nodeType="withEffect">
                                  <p:stCondLst>
                                    <p:cond delay="0"/>
                                  </p:stCondLst>
                                  <p:childTnLst>
                                    <p:set>
                                      <p:cBhvr>
                                        <p:cTn id="60" dur="1" fill="hold">
                                          <p:stCondLst>
                                            <p:cond delay="0"/>
                                          </p:stCondLst>
                                        </p:cTn>
                                        <p:tgtEl>
                                          <p:spTgt spid="26811"/>
                                        </p:tgtEl>
                                        <p:attrNameLst>
                                          <p:attrName>style.visibility</p:attrName>
                                        </p:attrNameLst>
                                      </p:cBhvr>
                                      <p:to>
                                        <p:strVal val="visible"/>
                                      </p:to>
                                    </p:set>
                                    <p:animEffect transition="in" filter="box(in)">
                                      <p:cBhvr>
                                        <p:cTn id="61" dur="500"/>
                                        <p:tgtEl>
                                          <p:spTgt spid="26811"/>
                                        </p:tgtEl>
                                      </p:cBhvr>
                                    </p:animEffect>
                                  </p:childTnLst>
                                </p:cTn>
                              </p:par>
                              <p:par>
                                <p:cTn id="62" presetID="4" presetClass="entr" presetSubtype="16" fill="hold"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box(in)">
                                      <p:cBhvr>
                                        <p:cTn id="64" dur="500"/>
                                        <p:tgtEl>
                                          <p:spTgt spid="18"/>
                                        </p:tgtEl>
                                      </p:cBhvr>
                                    </p:animEffect>
                                  </p:childTnLst>
                                </p:cTn>
                              </p:par>
                              <p:par>
                                <p:cTn id="65" presetID="4" presetClass="entr" presetSubtype="16" fill="hold" nodeType="withEffect">
                                  <p:stCondLst>
                                    <p:cond delay="0"/>
                                  </p:stCondLst>
                                  <p:childTnLst>
                                    <p:set>
                                      <p:cBhvr>
                                        <p:cTn id="66" dur="1" fill="hold">
                                          <p:stCondLst>
                                            <p:cond delay="0"/>
                                          </p:stCondLst>
                                        </p:cTn>
                                        <p:tgtEl>
                                          <p:spTgt spid="19"/>
                                        </p:tgtEl>
                                        <p:attrNameLst>
                                          <p:attrName>style.visibility</p:attrName>
                                        </p:attrNameLst>
                                      </p:cBhvr>
                                      <p:to>
                                        <p:strVal val="visible"/>
                                      </p:to>
                                    </p:set>
                                    <p:animEffect transition="in" filter="box(in)">
                                      <p:cBhvr>
                                        <p:cTn id="67" dur="500"/>
                                        <p:tgtEl>
                                          <p:spTgt spid="19"/>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nodeType="click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box(in)">
                                      <p:cBhvr>
                                        <p:cTn id="72" dur="500"/>
                                        <p:tgtEl>
                                          <p:spTgt spid="10"/>
                                        </p:tgtEl>
                                      </p:cBhvr>
                                    </p:animEffect>
                                  </p:childTnLst>
                                </p:cTn>
                              </p:par>
                              <p:par>
                                <p:cTn id="73" presetID="4" presetClass="entr" presetSubtype="16" fill="hold" nodeType="withEffect">
                                  <p:stCondLst>
                                    <p:cond delay="0"/>
                                  </p:stCondLst>
                                  <p:childTnLst>
                                    <p:set>
                                      <p:cBhvr>
                                        <p:cTn id="74" dur="1" fill="hold">
                                          <p:stCondLst>
                                            <p:cond delay="0"/>
                                          </p:stCondLst>
                                        </p:cTn>
                                        <p:tgtEl>
                                          <p:spTgt spid="26813"/>
                                        </p:tgtEl>
                                        <p:attrNameLst>
                                          <p:attrName>style.visibility</p:attrName>
                                        </p:attrNameLst>
                                      </p:cBhvr>
                                      <p:to>
                                        <p:strVal val="visible"/>
                                      </p:to>
                                    </p:set>
                                    <p:animEffect transition="in" filter="box(in)">
                                      <p:cBhvr>
                                        <p:cTn id="75" dur="500"/>
                                        <p:tgtEl>
                                          <p:spTgt spid="26813"/>
                                        </p:tgtEl>
                                      </p:cBhvr>
                                    </p:animEffect>
                                  </p:childTnLst>
                                </p:cTn>
                              </p:par>
                              <p:par>
                                <p:cTn id="76" presetID="4" presetClass="entr" presetSubtype="16" fill="hold" nodeType="withEffect">
                                  <p:stCondLst>
                                    <p:cond delay="0"/>
                                  </p:stCondLst>
                                  <p:childTnLst>
                                    <p:set>
                                      <p:cBhvr>
                                        <p:cTn id="77" dur="1" fill="hold">
                                          <p:stCondLst>
                                            <p:cond delay="0"/>
                                          </p:stCondLst>
                                        </p:cTn>
                                        <p:tgtEl>
                                          <p:spTgt spid="26817"/>
                                        </p:tgtEl>
                                        <p:attrNameLst>
                                          <p:attrName>style.visibility</p:attrName>
                                        </p:attrNameLst>
                                      </p:cBhvr>
                                      <p:to>
                                        <p:strVal val="visible"/>
                                      </p:to>
                                    </p:set>
                                    <p:animEffect transition="in" filter="box(in)">
                                      <p:cBhvr>
                                        <p:cTn id="78" dur="500"/>
                                        <p:tgtEl>
                                          <p:spTgt spid="26817"/>
                                        </p:tgtEl>
                                      </p:cBhvr>
                                    </p:animEffect>
                                  </p:childTnLst>
                                </p:cTn>
                              </p:par>
                              <p:par>
                                <p:cTn id="79" presetID="4" presetClass="entr" presetSubtype="16" fill="hold"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box(in)">
                                      <p:cBhvr>
                                        <p:cTn id="81" dur="500"/>
                                        <p:tgtEl>
                                          <p:spTgt spid="20"/>
                                        </p:tgtEl>
                                      </p:cBhvr>
                                    </p:animEffect>
                                  </p:childTnLst>
                                </p:cTn>
                              </p:par>
                              <p:par>
                                <p:cTn id="82" presetID="4" presetClass="entr" presetSubtype="16"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animEffect transition="in" filter="box(in)">
                                      <p:cBhvr>
                                        <p:cTn id="84" dur="500"/>
                                        <p:tgtEl>
                                          <p:spTgt spid="21"/>
                                        </p:tgtEl>
                                      </p:cBhvr>
                                    </p:animEffect>
                                  </p:childTnLst>
                                </p:cTn>
                              </p:par>
                            </p:childTnLst>
                          </p:cTn>
                        </p:par>
                      </p:childTnLst>
                    </p:cTn>
                  </p:par>
                  <p:par>
                    <p:cTn id="85" fill="hold">
                      <p:stCondLst>
                        <p:cond delay="indefinite"/>
                      </p:stCondLst>
                      <p:childTnLst>
                        <p:par>
                          <p:cTn id="86" fill="hold">
                            <p:stCondLst>
                              <p:cond delay="0"/>
                            </p:stCondLst>
                            <p:childTnLst>
                              <p:par>
                                <p:cTn id="87" presetID="4" presetClass="entr" presetSubtype="16" fill="hold" nodeType="clickEffect">
                                  <p:stCondLst>
                                    <p:cond delay="0"/>
                                  </p:stCondLst>
                                  <p:childTnLst>
                                    <p:set>
                                      <p:cBhvr>
                                        <p:cTn id="88" dur="1" fill="hold">
                                          <p:stCondLst>
                                            <p:cond delay="0"/>
                                          </p:stCondLst>
                                        </p:cTn>
                                        <p:tgtEl>
                                          <p:spTgt spid="11"/>
                                        </p:tgtEl>
                                        <p:attrNameLst>
                                          <p:attrName>style.visibility</p:attrName>
                                        </p:attrNameLst>
                                      </p:cBhvr>
                                      <p:to>
                                        <p:strVal val="visible"/>
                                      </p:to>
                                    </p:set>
                                    <p:animEffect transition="in" filter="box(in)">
                                      <p:cBhvr>
                                        <p:cTn id="89" dur="500"/>
                                        <p:tgtEl>
                                          <p:spTgt spid="11"/>
                                        </p:tgtEl>
                                      </p:cBhvr>
                                    </p:animEffect>
                                  </p:childTnLst>
                                </p:cTn>
                              </p:par>
                              <p:par>
                                <p:cTn id="90" presetID="4" presetClass="entr" presetSubtype="16" fill="hold" nodeType="withEffect">
                                  <p:stCondLst>
                                    <p:cond delay="0"/>
                                  </p:stCondLst>
                                  <p:childTnLst>
                                    <p:set>
                                      <p:cBhvr>
                                        <p:cTn id="91" dur="1" fill="hold">
                                          <p:stCondLst>
                                            <p:cond delay="0"/>
                                          </p:stCondLst>
                                        </p:cTn>
                                        <p:tgtEl>
                                          <p:spTgt spid="26820"/>
                                        </p:tgtEl>
                                        <p:attrNameLst>
                                          <p:attrName>style.visibility</p:attrName>
                                        </p:attrNameLst>
                                      </p:cBhvr>
                                      <p:to>
                                        <p:strVal val="visible"/>
                                      </p:to>
                                    </p:set>
                                    <p:animEffect transition="in" filter="box(in)">
                                      <p:cBhvr>
                                        <p:cTn id="92" dur="500"/>
                                        <p:tgtEl>
                                          <p:spTgt spid="26820"/>
                                        </p:tgtEl>
                                      </p:cBhvr>
                                    </p:animEffect>
                                  </p:childTnLst>
                                </p:cTn>
                              </p:par>
                              <p:par>
                                <p:cTn id="93" presetID="4" presetClass="entr" presetSubtype="16" fill="hold" nodeType="withEffect">
                                  <p:stCondLst>
                                    <p:cond delay="0"/>
                                  </p:stCondLst>
                                  <p:childTnLst>
                                    <p:set>
                                      <p:cBhvr>
                                        <p:cTn id="94" dur="1" fill="hold">
                                          <p:stCondLst>
                                            <p:cond delay="0"/>
                                          </p:stCondLst>
                                        </p:cTn>
                                        <p:tgtEl>
                                          <p:spTgt spid="26822"/>
                                        </p:tgtEl>
                                        <p:attrNameLst>
                                          <p:attrName>style.visibility</p:attrName>
                                        </p:attrNameLst>
                                      </p:cBhvr>
                                      <p:to>
                                        <p:strVal val="visible"/>
                                      </p:to>
                                    </p:set>
                                    <p:animEffect transition="in" filter="box(in)">
                                      <p:cBhvr>
                                        <p:cTn id="95" dur="500"/>
                                        <p:tgtEl>
                                          <p:spTgt spid="26822"/>
                                        </p:tgtEl>
                                      </p:cBhvr>
                                    </p:animEffect>
                                  </p:childTnLst>
                                </p:cTn>
                              </p:par>
                              <p:par>
                                <p:cTn id="96" presetID="4" presetClass="entr" presetSubtype="16" fill="hold" nodeType="withEffect">
                                  <p:stCondLst>
                                    <p:cond delay="0"/>
                                  </p:stCondLst>
                                  <p:childTnLst>
                                    <p:set>
                                      <p:cBhvr>
                                        <p:cTn id="97" dur="1" fill="hold">
                                          <p:stCondLst>
                                            <p:cond delay="0"/>
                                          </p:stCondLst>
                                        </p:cTn>
                                        <p:tgtEl>
                                          <p:spTgt spid="22"/>
                                        </p:tgtEl>
                                        <p:attrNameLst>
                                          <p:attrName>style.visibility</p:attrName>
                                        </p:attrNameLst>
                                      </p:cBhvr>
                                      <p:to>
                                        <p:strVal val="visible"/>
                                      </p:to>
                                    </p:set>
                                    <p:animEffect transition="in" filter="box(in)">
                                      <p:cBhvr>
                                        <p:cTn id="98" dur="500"/>
                                        <p:tgtEl>
                                          <p:spTgt spid="22"/>
                                        </p:tgtEl>
                                      </p:cBhvr>
                                    </p:animEffect>
                                  </p:childTnLst>
                                </p:cTn>
                              </p:par>
                              <p:par>
                                <p:cTn id="99" presetID="4" presetClass="entr" presetSubtype="16" fill="hold" nodeType="withEffect">
                                  <p:stCondLst>
                                    <p:cond delay="0"/>
                                  </p:stCondLst>
                                  <p:childTnLst>
                                    <p:set>
                                      <p:cBhvr>
                                        <p:cTn id="100" dur="1" fill="hold">
                                          <p:stCondLst>
                                            <p:cond delay="0"/>
                                          </p:stCondLst>
                                        </p:cTn>
                                        <p:tgtEl>
                                          <p:spTgt spid="23"/>
                                        </p:tgtEl>
                                        <p:attrNameLst>
                                          <p:attrName>style.visibility</p:attrName>
                                        </p:attrNameLst>
                                      </p:cBhvr>
                                      <p:to>
                                        <p:strVal val="visible"/>
                                      </p:to>
                                    </p:set>
                                    <p:animEffect transition="in" filter="box(in)">
                                      <p:cBhvr>
                                        <p:cTn id="101" dur="500"/>
                                        <p:tgtEl>
                                          <p:spTgt spid="23"/>
                                        </p:tgtEl>
                                      </p:cBhvr>
                                    </p:animEffect>
                                  </p:childTnLst>
                                </p:cTn>
                              </p:par>
                              <p:par>
                                <p:cTn id="102" presetID="4" presetClass="entr" presetSubtype="16" fill="hold" nodeType="withEffect">
                                  <p:stCondLst>
                                    <p:cond delay="0"/>
                                  </p:stCondLst>
                                  <p:childTnLst>
                                    <p:set>
                                      <p:cBhvr>
                                        <p:cTn id="103" dur="1" fill="hold">
                                          <p:stCondLst>
                                            <p:cond delay="0"/>
                                          </p:stCondLst>
                                        </p:cTn>
                                        <p:tgtEl>
                                          <p:spTgt spid="27"/>
                                        </p:tgtEl>
                                        <p:attrNameLst>
                                          <p:attrName>style.visibility</p:attrName>
                                        </p:attrNameLst>
                                      </p:cBhvr>
                                      <p:to>
                                        <p:strVal val="visible"/>
                                      </p:to>
                                    </p:set>
                                    <p:animEffect transition="in" filter="box(in)">
                                      <p:cBhvr>
                                        <p:cTn id="104" dur="500"/>
                                        <p:tgtEl>
                                          <p:spTgt spid="27"/>
                                        </p:tgtEl>
                                      </p:cBhvr>
                                    </p:animEffect>
                                  </p:childTnLst>
                                </p:cTn>
                              </p:par>
                            </p:childTnLst>
                          </p:cTn>
                        </p:par>
                      </p:childTnLst>
                    </p:cTn>
                  </p:par>
                  <p:par>
                    <p:cTn id="105" fill="hold">
                      <p:stCondLst>
                        <p:cond delay="indefinite"/>
                      </p:stCondLst>
                      <p:childTnLst>
                        <p:par>
                          <p:cTn id="106" fill="hold">
                            <p:stCondLst>
                              <p:cond delay="0"/>
                            </p:stCondLst>
                            <p:childTnLst>
                              <p:par>
                                <p:cTn id="107" presetID="4" presetClass="entr" presetSubtype="16" fill="hold" nodeType="clickEffect">
                                  <p:stCondLst>
                                    <p:cond delay="0"/>
                                  </p:stCondLst>
                                  <p:childTnLst>
                                    <p:set>
                                      <p:cBhvr>
                                        <p:cTn id="108" dur="1" fill="hold">
                                          <p:stCondLst>
                                            <p:cond delay="0"/>
                                          </p:stCondLst>
                                        </p:cTn>
                                        <p:tgtEl>
                                          <p:spTgt spid="12"/>
                                        </p:tgtEl>
                                        <p:attrNameLst>
                                          <p:attrName>style.visibility</p:attrName>
                                        </p:attrNameLst>
                                      </p:cBhvr>
                                      <p:to>
                                        <p:strVal val="visible"/>
                                      </p:to>
                                    </p:set>
                                    <p:animEffect transition="in" filter="box(in)">
                                      <p:cBhvr>
                                        <p:cTn id="109" dur="500"/>
                                        <p:tgtEl>
                                          <p:spTgt spid="12"/>
                                        </p:tgtEl>
                                      </p:cBhvr>
                                    </p:animEffect>
                                  </p:childTnLst>
                                </p:cTn>
                              </p:par>
                              <p:par>
                                <p:cTn id="110" presetID="4" presetClass="entr" presetSubtype="16" fill="hold" nodeType="withEffect">
                                  <p:stCondLst>
                                    <p:cond delay="0"/>
                                  </p:stCondLst>
                                  <p:childTnLst>
                                    <p:set>
                                      <p:cBhvr>
                                        <p:cTn id="111" dur="1" fill="hold">
                                          <p:stCondLst>
                                            <p:cond delay="0"/>
                                          </p:stCondLst>
                                        </p:cTn>
                                        <p:tgtEl>
                                          <p:spTgt spid="26826"/>
                                        </p:tgtEl>
                                        <p:attrNameLst>
                                          <p:attrName>style.visibility</p:attrName>
                                        </p:attrNameLst>
                                      </p:cBhvr>
                                      <p:to>
                                        <p:strVal val="visible"/>
                                      </p:to>
                                    </p:set>
                                    <p:animEffect transition="in" filter="box(in)">
                                      <p:cBhvr>
                                        <p:cTn id="112" dur="500"/>
                                        <p:tgtEl>
                                          <p:spTgt spid="26826"/>
                                        </p:tgtEl>
                                      </p:cBhvr>
                                    </p:animEffect>
                                  </p:childTnLst>
                                </p:cTn>
                              </p:par>
                              <p:par>
                                <p:cTn id="113" presetID="4" presetClass="entr" presetSubtype="16" fill="hold" nodeType="withEffect">
                                  <p:stCondLst>
                                    <p:cond delay="0"/>
                                  </p:stCondLst>
                                  <p:childTnLst>
                                    <p:set>
                                      <p:cBhvr>
                                        <p:cTn id="114" dur="1" fill="hold">
                                          <p:stCondLst>
                                            <p:cond delay="0"/>
                                          </p:stCondLst>
                                        </p:cTn>
                                        <p:tgtEl>
                                          <p:spTgt spid="26828"/>
                                        </p:tgtEl>
                                        <p:attrNameLst>
                                          <p:attrName>style.visibility</p:attrName>
                                        </p:attrNameLst>
                                      </p:cBhvr>
                                      <p:to>
                                        <p:strVal val="visible"/>
                                      </p:to>
                                    </p:set>
                                    <p:animEffect transition="in" filter="box(in)">
                                      <p:cBhvr>
                                        <p:cTn id="115" dur="500"/>
                                        <p:tgtEl>
                                          <p:spTgt spid="26828"/>
                                        </p:tgtEl>
                                      </p:cBhvr>
                                    </p:animEffect>
                                  </p:childTnLst>
                                </p:cTn>
                              </p:par>
                              <p:par>
                                <p:cTn id="116" presetID="4" presetClass="entr" presetSubtype="16" fill="hold" nodeType="withEffect">
                                  <p:stCondLst>
                                    <p:cond delay="0"/>
                                  </p:stCondLst>
                                  <p:childTnLst>
                                    <p:set>
                                      <p:cBhvr>
                                        <p:cTn id="117" dur="1" fill="hold">
                                          <p:stCondLst>
                                            <p:cond delay="0"/>
                                          </p:stCondLst>
                                        </p:cTn>
                                        <p:tgtEl>
                                          <p:spTgt spid="26830"/>
                                        </p:tgtEl>
                                        <p:attrNameLst>
                                          <p:attrName>style.visibility</p:attrName>
                                        </p:attrNameLst>
                                      </p:cBhvr>
                                      <p:to>
                                        <p:strVal val="visible"/>
                                      </p:to>
                                    </p:set>
                                    <p:animEffect transition="in" filter="box(in)">
                                      <p:cBhvr>
                                        <p:cTn id="118" dur="500"/>
                                        <p:tgtEl>
                                          <p:spTgt spid="26830"/>
                                        </p:tgtEl>
                                      </p:cBhvr>
                                    </p:animEffect>
                                  </p:childTnLst>
                                </p:cTn>
                              </p:par>
                              <p:par>
                                <p:cTn id="119" presetID="4" presetClass="entr" presetSubtype="16" fill="hold" nodeType="withEffect">
                                  <p:stCondLst>
                                    <p:cond delay="0"/>
                                  </p:stCondLst>
                                  <p:childTnLst>
                                    <p:set>
                                      <p:cBhvr>
                                        <p:cTn id="120" dur="1" fill="hold">
                                          <p:stCondLst>
                                            <p:cond delay="0"/>
                                          </p:stCondLst>
                                        </p:cTn>
                                        <p:tgtEl>
                                          <p:spTgt spid="24"/>
                                        </p:tgtEl>
                                        <p:attrNameLst>
                                          <p:attrName>style.visibility</p:attrName>
                                        </p:attrNameLst>
                                      </p:cBhvr>
                                      <p:to>
                                        <p:strVal val="visible"/>
                                      </p:to>
                                    </p:set>
                                    <p:animEffect transition="in" filter="box(in)">
                                      <p:cBhvr>
                                        <p:cTn id="121" dur="500"/>
                                        <p:tgtEl>
                                          <p:spTgt spid="24"/>
                                        </p:tgtEl>
                                      </p:cBhvr>
                                    </p:animEffect>
                                  </p:childTnLst>
                                </p:cTn>
                              </p:par>
                              <p:par>
                                <p:cTn id="122" presetID="4" presetClass="entr" presetSubtype="16" fill="hold" nodeType="withEffect">
                                  <p:stCondLst>
                                    <p:cond delay="0"/>
                                  </p:stCondLst>
                                  <p:childTnLst>
                                    <p:set>
                                      <p:cBhvr>
                                        <p:cTn id="123" dur="1" fill="hold">
                                          <p:stCondLst>
                                            <p:cond delay="0"/>
                                          </p:stCondLst>
                                        </p:cTn>
                                        <p:tgtEl>
                                          <p:spTgt spid="25"/>
                                        </p:tgtEl>
                                        <p:attrNameLst>
                                          <p:attrName>style.visibility</p:attrName>
                                        </p:attrNameLst>
                                      </p:cBhvr>
                                      <p:to>
                                        <p:strVal val="visible"/>
                                      </p:to>
                                    </p:set>
                                    <p:animEffect transition="in" filter="box(in)">
                                      <p:cBhvr>
                                        <p:cTn id="124" dur="500"/>
                                        <p:tgtEl>
                                          <p:spTgt spid="25"/>
                                        </p:tgtEl>
                                      </p:cBhvr>
                                    </p:animEffect>
                                  </p:childTnLst>
                                </p:cTn>
                              </p:par>
                              <p:par>
                                <p:cTn id="125" presetID="4" presetClass="entr" presetSubtype="16" fill="hold" nodeType="withEffect">
                                  <p:stCondLst>
                                    <p:cond delay="0"/>
                                  </p:stCondLst>
                                  <p:childTnLst>
                                    <p:set>
                                      <p:cBhvr>
                                        <p:cTn id="126" dur="1" fill="hold">
                                          <p:stCondLst>
                                            <p:cond delay="0"/>
                                          </p:stCondLst>
                                        </p:cTn>
                                        <p:tgtEl>
                                          <p:spTgt spid="26"/>
                                        </p:tgtEl>
                                        <p:attrNameLst>
                                          <p:attrName>style.visibility</p:attrName>
                                        </p:attrNameLst>
                                      </p:cBhvr>
                                      <p:to>
                                        <p:strVal val="visible"/>
                                      </p:to>
                                    </p:set>
                                    <p:animEffect transition="in" filter="box(in)">
                                      <p:cBhvr>
                                        <p:cTn id="127" dur="500"/>
                                        <p:tgtEl>
                                          <p:spTgt spid="26"/>
                                        </p:tgtEl>
                                      </p:cBhvr>
                                    </p:animEffect>
                                  </p:childTnLst>
                                </p:cTn>
                              </p:par>
                            </p:childTnLst>
                          </p:cTn>
                        </p:par>
                      </p:childTnLst>
                    </p:cTn>
                  </p:par>
                  <p:par>
                    <p:cTn id="128" fill="hold">
                      <p:stCondLst>
                        <p:cond delay="indefinite"/>
                      </p:stCondLst>
                      <p:childTnLst>
                        <p:par>
                          <p:cTn id="129" fill="hold">
                            <p:stCondLst>
                              <p:cond delay="0"/>
                            </p:stCondLst>
                            <p:childTnLst>
                              <p:par>
                                <p:cTn id="130" presetID="4" presetClass="entr" presetSubtype="16" fill="hold" nodeType="clickEffect">
                                  <p:stCondLst>
                                    <p:cond delay="0"/>
                                  </p:stCondLst>
                                  <p:childTnLst>
                                    <p:set>
                                      <p:cBhvr>
                                        <p:cTn id="131" dur="1" fill="hold">
                                          <p:stCondLst>
                                            <p:cond delay="0"/>
                                          </p:stCondLst>
                                        </p:cTn>
                                        <p:tgtEl>
                                          <p:spTgt spid="13"/>
                                        </p:tgtEl>
                                        <p:attrNameLst>
                                          <p:attrName>style.visibility</p:attrName>
                                        </p:attrNameLst>
                                      </p:cBhvr>
                                      <p:to>
                                        <p:strVal val="visible"/>
                                      </p:to>
                                    </p:set>
                                    <p:animEffect transition="in" filter="box(in)">
                                      <p:cBhvr>
                                        <p:cTn id="132" dur="500"/>
                                        <p:tgtEl>
                                          <p:spTgt spid="13"/>
                                        </p:tgtEl>
                                      </p:cBhvr>
                                    </p:animEffect>
                                  </p:childTnLst>
                                </p:cTn>
                              </p:par>
                              <p:par>
                                <p:cTn id="133" presetID="4" presetClass="entr" presetSubtype="16" fill="hold" nodeType="withEffect">
                                  <p:stCondLst>
                                    <p:cond delay="0"/>
                                  </p:stCondLst>
                                  <p:childTnLst>
                                    <p:set>
                                      <p:cBhvr>
                                        <p:cTn id="134" dur="1" fill="hold">
                                          <p:stCondLst>
                                            <p:cond delay="0"/>
                                          </p:stCondLst>
                                        </p:cTn>
                                        <p:tgtEl>
                                          <p:spTgt spid="26834"/>
                                        </p:tgtEl>
                                        <p:attrNameLst>
                                          <p:attrName>style.visibility</p:attrName>
                                        </p:attrNameLst>
                                      </p:cBhvr>
                                      <p:to>
                                        <p:strVal val="visible"/>
                                      </p:to>
                                    </p:set>
                                    <p:animEffect transition="in" filter="box(in)">
                                      <p:cBhvr>
                                        <p:cTn id="135" dur="500"/>
                                        <p:tgtEl>
                                          <p:spTgt spid="26834"/>
                                        </p:tgtEl>
                                      </p:cBhvr>
                                    </p:animEffect>
                                  </p:childTnLst>
                                </p:cTn>
                              </p:par>
                              <p:par>
                                <p:cTn id="136" presetID="4" presetClass="entr" presetSubtype="16" fill="hold" nodeType="withEffect">
                                  <p:stCondLst>
                                    <p:cond delay="0"/>
                                  </p:stCondLst>
                                  <p:childTnLst>
                                    <p:set>
                                      <p:cBhvr>
                                        <p:cTn id="137" dur="1" fill="hold">
                                          <p:stCondLst>
                                            <p:cond delay="0"/>
                                          </p:stCondLst>
                                        </p:cTn>
                                        <p:tgtEl>
                                          <p:spTgt spid="26836"/>
                                        </p:tgtEl>
                                        <p:attrNameLst>
                                          <p:attrName>style.visibility</p:attrName>
                                        </p:attrNameLst>
                                      </p:cBhvr>
                                      <p:to>
                                        <p:strVal val="visible"/>
                                      </p:to>
                                    </p:set>
                                    <p:animEffect transition="in" filter="box(in)">
                                      <p:cBhvr>
                                        <p:cTn id="138" dur="500"/>
                                        <p:tgtEl>
                                          <p:spTgt spid="26836"/>
                                        </p:tgtEl>
                                      </p:cBhvr>
                                    </p:animEffect>
                                  </p:childTnLst>
                                </p:cTn>
                              </p:par>
                              <p:par>
                                <p:cTn id="139" presetID="4" presetClass="entr" presetSubtype="16" fill="hold" nodeType="withEffect">
                                  <p:stCondLst>
                                    <p:cond delay="0"/>
                                  </p:stCondLst>
                                  <p:childTnLst>
                                    <p:set>
                                      <p:cBhvr>
                                        <p:cTn id="140" dur="1" fill="hold">
                                          <p:stCondLst>
                                            <p:cond delay="0"/>
                                          </p:stCondLst>
                                        </p:cTn>
                                        <p:tgtEl>
                                          <p:spTgt spid="26838"/>
                                        </p:tgtEl>
                                        <p:attrNameLst>
                                          <p:attrName>style.visibility</p:attrName>
                                        </p:attrNameLst>
                                      </p:cBhvr>
                                      <p:to>
                                        <p:strVal val="visible"/>
                                      </p:to>
                                    </p:set>
                                    <p:animEffect transition="in" filter="box(in)">
                                      <p:cBhvr>
                                        <p:cTn id="141" dur="500"/>
                                        <p:tgtEl>
                                          <p:spTgt spid="26838"/>
                                        </p:tgtEl>
                                      </p:cBhvr>
                                    </p:animEffect>
                                  </p:childTnLst>
                                </p:cTn>
                              </p:par>
                              <p:par>
                                <p:cTn id="142" presetID="4" presetClass="entr" presetSubtype="16" fill="hold" nodeType="withEffect">
                                  <p:stCondLst>
                                    <p:cond delay="0"/>
                                  </p:stCondLst>
                                  <p:childTnLst>
                                    <p:set>
                                      <p:cBhvr>
                                        <p:cTn id="143" dur="1" fill="hold">
                                          <p:stCondLst>
                                            <p:cond delay="0"/>
                                          </p:stCondLst>
                                        </p:cTn>
                                        <p:tgtEl>
                                          <p:spTgt spid="28"/>
                                        </p:tgtEl>
                                        <p:attrNameLst>
                                          <p:attrName>style.visibility</p:attrName>
                                        </p:attrNameLst>
                                      </p:cBhvr>
                                      <p:to>
                                        <p:strVal val="visible"/>
                                      </p:to>
                                    </p:set>
                                    <p:animEffect transition="in" filter="box(in)">
                                      <p:cBhvr>
                                        <p:cTn id="144" dur="500"/>
                                        <p:tgtEl>
                                          <p:spTgt spid="28"/>
                                        </p:tgtEl>
                                      </p:cBhvr>
                                    </p:animEffect>
                                  </p:childTnLst>
                                </p:cTn>
                              </p:par>
                              <p:par>
                                <p:cTn id="145" presetID="4" presetClass="entr" presetSubtype="16" fill="hold" nodeType="withEffect">
                                  <p:stCondLst>
                                    <p:cond delay="0"/>
                                  </p:stCondLst>
                                  <p:childTnLst>
                                    <p:set>
                                      <p:cBhvr>
                                        <p:cTn id="146" dur="1" fill="hold">
                                          <p:stCondLst>
                                            <p:cond delay="0"/>
                                          </p:stCondLst>
                                        </p:cTn>
                                        <p:tgtEl>
                                          <p:spTgt spid="29"/>
                                        </p:tgtEl>
                                        <p:attrNameLst>
                                          <p:attrName>style.visibility</p:attrName>
                                        </p:attrNameLst>
                                      </p:cBhvr>
                                      <p:to>
                                        <p:strVal val="visible"/>
                                      </p:to>
                                    </p:set>
                                    <p:animEffect transition="in" filter="box(in)">
                                      <p:cBhvr>
                                        <p:cTn id="147" dur="500"/>
                                        <p:tgtEl>
                                          <p:spTgt spid="29"/>
                                        </p:tgtEl>
                                      </p:cBhvr>
                                    </p:animEffect>
                                  </p:childTnLst>
                                </p:cTn>
                              </p:par>
                              <p:par>
                                <p:cTn id="148" presetID="4" presetClass="entr" presetSubtype="16" fill="hold" nodeType="withEffect">
                                  <p:stCondLst>
                                    <p:cond delay="0"/>
                                  </p:stCondLst>
                                  <p:childTnLst>
                                    <p:set>
                                      <p:cBhvr>
                                        <p:cTn id="149" dur="1" fill="hold">
                                          <p:stCondLst>
                                            <p:cond delay="0"/>
                                          </p:stCondLst>
                                        </p:cTn>
                                        <p:tgtEl>
                                          <p:spTgt spid="30"/>
                                        </p:tgtEl>
                                        <p:attrNameLst>
                                          <p:attrName>style.visibility</p:attrName>
                                        </p:attrNameLst>
                                      </p:cBhvr>
                                      <p:to>
                                        <p:strVal val="visible"/>
                                      </p:to>
                                    </p:set>
                                    <p:animEffect transition="in" filter="box(in)">
                                      <p:cBhvr>
                                        <p:cTn id="150" dur="500"/>
                                        <p:tgtEl>
                                          <p:spTgt spid="30"/>
                                        </p:tgtEl>
                                      </p:cBhvr>
                                    </p:animEffect>
                                  </p:childTnLst>
                                </p:cTn>
                              </p:par>
                              <p:par>
                                <p:cTn id="151" presetID="4" presetClass="entr" presetSubtype="16" fill="hold" nodeType="withEffect">
                                  <p:stCondLst>
                                    <p:cond delay="0"/>
                                  </p:stCondLst>
                                  <p:childTnLst>
                                    <p:set>
                                      <p:cBhvr>
                                        <p:cTn id="152" dur="1" fill="hold">
                                          <p:stCondLst>
                                            <p:cond delay="0"/>
                                          </p:stCondLst>
                                        </p:cTn>
                                        <p:tgtEl>
                                          <p:spTgt spid="31"/>
                                        </p:tgtEl>
                                        <p:attrNameLst>
                                          <p:attrName>style.visibility</p:attrName>
                                        </p:attrNameLst>
                                      </p:cBhvr>
                                      <p:to>
                                        <p:strVal val="visible"/>
                                      </p:to>
                                    </p:set>
                                    <p:animEffect transition="in" filter="box(in)">
                                      <p:cBhvr>
                                        <p:cTn id="153" dur="500"/>
                                        <p:tgtEl>
                                          <p:spTgt spid="31"/>
                                        </p:tgtEl>
                                      </p:cBhvr>
                                    </p:animEffect>
                                  </p:childTnLst>
                                </p:cTn>
                              </p:par>
                            </p:childTnLst>
                          </p:cTn>
                        </p:par>
                      </p:childTnLst>
                    </p:cTn>
                  </p:par>
                  <p:par>
                    <p:cTn id="154" fill="hold">
                      <p:stCondLst>
                        <p:cond delay="indefinite"/>
                      </p:stCondLst>
                      <p:childTnLst>
                        <p:par>
                          <p:cTn id="155" fill="hold">
                            <p:stCondLst>
                              <p:cond delay="0"/>
                            </p:stCondLst>
                            <p:childTnLst>
                              <p:par>
                                <p:cTn id="156" presetID="4" presetClass="entr" presetSubtype="16" fill="hold" nodeType="clickEffect">
                                  <p:stCondLst>
                                    <p:cond delay="0"/>
                                  </p:stCondLst>
                                  <p:childTnLst>
                                    <p:set>
                                      <p:cBhvr>
                                        <p:cTn id="157" dur="1" fill="hold">
                                          <p:stCondLst>
                                            <p:cond delay="0"/>
                                          </p:stCondLst>
                                        </p:cTn>
                                        <p:tgtEl>
                                          <p:spTgt spid="17"/>
                                        </p:tgtEl>
                                        <p:attrNameLst>
                                          <p:attrName>style.visibility</p:attrName>
                                        </p:attrNameLst>
                                      </p:cBhvr>
                                      <p:to>
                                        <p:strVal val="visible"/>
                                      </p:to>
                                    </p:set>
                                    <p:animEffect transition="in" filter="box(in)">
                                      <p:cBhvr>
                                        <p:cTn id="158" dur="500"/>
                                        <p:tgtEl>
                                          <p:spTgt spid="17"/>
                                        </p:tgtEl>
                                      </p:cBhvr>
                                    </p:animEffect>
                                  </p:childTnLst>
                                </p:cTn>
                              </p:par>
                              <p:par>
                                <p:cTn id="159" presetID="4" presetClass="entr" presetSubtype="16" fill="hold" nodeType="withEffect">
                                  <p:stCondLst>
                                    <p:cond delay="0"/>
                                  </p:stCondLst>
                                  <p:childTnLst>
                                    <p:set>
                                      <p:cBhvr>
                                        <p:cTn id="160" dur="1" fill="hold">
                                          <p:stCondLst>
                                            <p:cond delay="0"/>
                                          </p:stCondLst>
                                        </p:cTn>
                                        <p:tgtEl>
                                          <p:spTgt spid="26842"/>
                                        </p:tgtEl>
                                        <p:attrNameLst>
                                          <p:attrName>style.visibility</p:attrName>
                                        </p:attrNameLst>
                                      </p:cBhvr>
                                      <p:to>
                                        <p:strVal val="visible"/>
                                      </p:to>
                                    </p:set>
                                    <p:animEffect transition="in" filter="box(in)">
                                      <p:cBhvr>
                                        <p:cTn id="161" dur="500"/>
                                        <p:tgtEl>
                                          <p:spTgt spid="26842"/>
                                        </p:tgtEl>
                                      </p:cBhvr>
                                    </p:animEffect>
                                  </p:childTnLst>
                                </p:cTn>
                              </p:par>
                              <p:par>
                                <p:cTn id="162" presetID="4" presetClass="entr" presetSubtype="16" fill="hold" nodeType="withEffect">
                                  <p:stCondLst>
                                    <p:cond delay="0"/>
                                  </p:stCondLst>
                                  <p:childTnLst>
                                    <p:set>
                                      <p:cBhvr>
                                        <p:cTn id="163" dur="1" fill="hold">
                                          <p:stCondLst>
                                            <p:cond delay="0"/>
                                          </p:stCondLst>
                                        </p:cTn>
                                        <p:tgtEl>
                                          <p:spTgt spid="26844"/>
                                        </p:tgtEl>
                                        <p:attrNameLst>
                                          <p:attrName>style.visibility</p:attrName>
                                        </p:attrNameLst>
                                      </p:cBhvr>
                                      <p:to>
                                        <p:strVal val="visible"/>
                                      </p:to>
                                    </p:set>
                                    <p:animEffect transition="in" filter="box(in)">
                                      <p:cBhvr>
                                        <p:cTn id="164" dur="500"/>
                                        <p:tgtEl>
                                          <p:spTgt spid="26844"/>
                                        </p:tgtEl>
                                      </p:cBhvr>
                                    </p:animEffect>
                                  </p:childTnLst>
                                </p:cTn>
                              </p:par>
                              <p:par>
                                <p:cTn id="165" presetID="4" presetClass="entr" presetSubtype="16" fill="hold" nodeType="withEffect">
                                  <p:stCondLst>
                                    <p:cond delay="0"/>
                                  </p:stCondLst>
                                  <p:childTnLst>
                                    <p:set>
                                      <p:cBhvr>
                                        <p:cTn id="166" dur="1" fill="hold">
                                          <p:stCondLst>
                                            <p:cond delay="0"/>
                                          </p:stCondLst>
                                        </p:cTn>
                                        <p:tgtEl>
                                          <p:spTgt spid="26846"/>
                                        </p:tgtEl>
                                        <p:attrNameLst>
                                          <p:attrName>style.visibility</p:attrName>
                                        </p:attrNameLst>
                                      </p:cBhvr>
                                      <p:to>
                                        <p:strVal val="visible"/>
                                      </p:to>
                                    </p:set>
                                    <p:animEffect transition="in" filter="box(in)">
                                      <p:cBhvr>
                                        <p:cTn id="167" dur="500"/>
                                        <p:tgtEl>
                                          <p:spTgt spid="26846"/>
                                        </p:tgtEl>
                                      </p:cBhvr>
                                    </p:animEffect>
                                  </p:childTnLst>
                                </p:cTn>
                              </p:par>
                              <p:par>
                                <p:cTn id="168" presetID="4" presetClass="entr" presetSubtype="16" fill="hold" nodeType="withEffect">
                                  <p:stCondLst>
                                    <p:cond delay="0"/>
                                  </p:stCondLst>
                                  <p:childTnLst>
                                    <p:set>
                                      <p:cBhvr>
                                        <p:cTn id="169" dur="1" fill="hold">
                                          <p:stCondLst>
                                            <p:cond delay="0"/>
                                          </p:stCondLst>
                                        </p:cTn>
                                        <p:tgtEl>
                                          <p:spTgt spid="26848"/>
                                        </p:tgtEl>
                                        <p:attrNameLst>
                                          <p:attrName>style.visibility</p:attrName>
                                        </p:attrNameLst>
                                      </p:cBhvr>
                                      <p:to>
                                        <p:strVal val="visible"/>
                                      </p:to>
                                    </p:set>
                                    <p:animEffect transition="in" filter="box(in)">
                                      <p:cBhvr>
                                        <p:cTn id="170" dur="500"/>
                                        <p:tgtEl>
                                          <p:spTgt spid="26848"/>
                                        </p:tgtEl>
                                      </p:cBhvr>
                                    </p:animEffect>
                                  </p:childTnLst>
                                </p:cTn>
                              </p:par>
                              <p:par>
                                <p:cTn id="171" presetID="4" presetClass="entr" presetSubtype="16" fill="hold" nodeType="withEffect">
                                  <p:stCondLst>
                                    <p:cond delay="0"/>
                                  </p:stCondLst>
                                  <p:childTnLst>
                                    <p:set>
                                      <p:cBhvr>
                                        <p:cTn id="172" dur="1" fill="hold">
                                          <p:stCondLst>
                                            <p:cond delay="0"/>
                                          </p:stCondLst>
                                        </p:cTn>
                                        <p:tgtEl>
                                          <p:spTgt spid="26784"/>
                                        </p:tgtEl>
                                        <p:attrNameLst>
                                          <p:attrName>style.visibility</p:attrName>
                                        </p:attrNameLst>
                                      </p:cBhvr>
                                      <p:to>
                                        <p:strVal val="visible"/>
                                      </p:to>
                                    </p:set>
                                    <p:animEffect transition="in" filter="box(in)">
                                      <p:cBhvr>
                                        <p:cTn id="173" dur="500"/>
                                        <p:tgtEl>
                                          <p:spTgt spid="26784"/>
                                        </p:tgtEl>
                                      </p:cBhvr>
                                    </p:animEffect>
                                  </p:childTnLst>
                                </p:cTn>
                              </p:par>
                              <p:par>
                                <p:cTn id="174" presetID="4" presetClass="entr" presetSubtype="16" fill="hold" nodeType="withEffect">
                                  <p:stCondLst>
                                    <p:cond delay="0"/>
                                  </p:stCondLst>
                                  <p:childTnLst>
                                    <p:set>
                                      <p:cBhvr>
                                        <p:cTn id="175" dur="1" fill="hold">
                                          <p:stCondLst>
                                            <p:cond delay="0"/>
                                          </p:stCondLst>
                                        </p:cTn>
                                        <p:tgtEl>
                                          <p:spTgt spid="26785"/>
                                        </p:tgtEl>
                                        <p:attrNameLst>
                                          <p:attrName>style.visibility</p:attrName>
                                        </p:attrNameLst>
                                      </p:cBhvr>
                                      <p:to>
                                        <p:strVal val="visible"/>
                                      </p:to>
                                    </p:set>
                                    <p:animEffect transition="in" filter="box(in)">
                                      <p:cBhvr>
                                        <p:cTn id="176" dur="500"/>
                                        <p:tgtEl>
                                          <p:spTgt spid="26785"/>
                                        </p:tgtEl>
                                      </p:cBhvr>
                                    </p:animEffect>
                                  </p:childTnLst>
                                </p:cTn>
                              </p:par>
                              <p:par>
                                <p:cTn id="177" presetID="4" presetClass="entr" presetSubtype="16" fill="hold" nodeType="withEffect">
                                  <p:stCondLst>
                                    <p:cond delay="0"/>
                                  </p:stCondLst>
                                  <p:childTnLst>
                                    <p:set>
                                      <p:cBhvr>
                                        <p:cTn id="178" dur="1" fill="hold">
                                          <p:stCondLst>
                                            <p:cond delay="0"/>
                                          </p:stCondLst>
                                        </p:cTn>
                                        <p:tgtEl>
                                          <p:spTgt spid="26786"/>
                                        </p:tgtEl>
                                        <p:attrNameLst>
                                          <p:attrName>style.visibility</p:attrName>
                                        </p:attrNameLst>
                                      </p:cBhvr>
                                      <p:to>
                                        <p:strVal val="visible"/>
                                      </p:to>
                                    </p:set>
                                    <p:animEffect transition="in" filter="box(in)">
                                      <p:cBhvr>
                                        <p:cTn id="179" dur="500"/>
                                        <p:tgtEl>
                                          <p:spTgt spid="26786"/>
                                        </p:tgtEl>
                                      </p:cBhvr>
                                    </p:animEffect>
                                  </p:childTnLst>
                                </p:cTn>
                              </p:par>
                              <p:par>
                                <p:cTn id="180" presetID="4" presetClass="entr" presetSubtype="16" fill="hold" nodeType="withEffect">
                                  <p:stCondLst>
                                    <p:cond delay="0"/>
                                  </p:stCondLst>
                                  <p:childTnLst>
                                    <p:set>
                                      <p:cBhvr>
                                        <p:cTn id="181" dur="1" fill="hold">
                                          <p:stCondLst>
                                            <p:cond delay="0"/>
                                          </p:stCondLst>
                                        </p:cTn>
                                        <p:tgtEl>
                                          <p:spTgt spid="26787"/>
                                        </p:tgtEl>
                                        <p:attrNameLst>
                                          <p:attrName>style.visibility</p:attrName>
                                        </p:attrNameLst>
                                      </p:cBhvr>
                                      <p:to>
                                        <p:strVal val="visible"/>
                                      </p:to>
                                    </p:set>
                                    <p:animEffect transition="in" filter="box(in)">
                                      <p:cBhvr>
                                        <p:cTn id="182" dur="500"/>
                                        <p:tgtEl>
                                          <p:spTgt spid="267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1475"/>
            <a:ext cx="28765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24550" y="371475"/>
            <a:ext cx="3095625" cy="1905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943224" y="174625"/>
            <a:ext cx="30765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Newton-Cotes</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7" name="Text Box 35"/>
          <p:cNvSpPr txBox="1">
            <a:spLocks noChangeArrowheads="1"/>
          </p:cNvSpPr>
          <p:nvPr/>
        </p:nvSpPr>
        <p:spPr bwMode="auto">
          <a:xfrm>
            <a:off x="538480" y="3027998"/>
            <a:ext cx="7782560" cy="1015663"/>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从而，      个节点的插值型求积公式至少具有</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次代数精度，  是偶数时</a:t>
            </a:r>
            <a:r>
              <a:rPr lang="en-US" altLang="zh-CN" sz="2000" dirty="0" smtClean="0">
                <a:solidFill>
                  <a:schemeClr val="dk1"/>
                </a:solidFill>
                <a:latin typeface="Calibri" pitchFamily="34" charset="0"/>
                <a:ea typeface="宋体" pitchFamily="2" charset="-122"/>
                <a:sym typeface="Symbol" pitchFamily="18" charset="2"/>
              </a:rPr>
              <a:t>Newton-Cotes</a:t>
            </a:r>
            <a:r>
              <a:rPr lang="zh-CN" altLang="en-US" sz="2000" dirty="0" smtClean="0">
                <a:solidFill>
                  <a:schemeClr val="dk1"/>
                </a:solidFill>
                <a:latin typeface="Calibri" pitchFamily="34" charset="0"/>
                <a:ea typeface="宋体" pitchFamily="2" charset="-122"/>
                <a:sym typeface="Symbol" pitchFamily="18" charset="2"/>
              </a:rPr>
              <a:t>公式具有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次代数精度</a:t>
            </a:r>
            <a:r>
              <a:rPr lang="en-US" altLang="zh-CN" sz="2000" dirty="0" smtClean="0">
                <a:solidFill>
                  <a:schemeClr val="dk1"/>
                </a:solidFill>
                <a:latin typeface="Calibri" pitchFamily="34" charset="0"/>
                <a:ea typeface="宋体" pitchFamily="2" charset="-122"/>
                <a:sym typeface="Symbol" pitchFamily="18" charset="2"/>
              </a:rPr>
              <a:t>.</a:t>
            </a:r>
          </a:p>
        </p:txBody>
      </p:sp>
      <p:sp>
        <p:nvSpPr>
          <p:cNvPr id="8" name="Text Box 3"/>
          <p:cNvSpPr txBox="1">
            <a:spLocks noChangeArrowheads="1"/>
          </p:cNvSpPr>
          <p:nvPr/>
        </p:nvSpPr>
        <p:spPr bwMode="auto">
          <a:xfrm>
            <a:off x="514351" y="599440"/>
            <a:ext cx="7745730" cy="2092881"/>
          </a:xfrm>
          <a:prstGeom prst="rect">
            <a:avLst/>
          </a:prstGeom>
          <a:ln>
            <a:headEnd/>
            <a:tailEnd/>
          </a:ln>
          <a:scene3d>
            <a:camera prst="orthographicFront"/>
            <a:lightRig rig="threePt" dir="t"/>
          </a:scene3d>
          <a:sp3d>
            <a:bevelT w="165100" prst="coolSlant"/>
          </a:sp3d>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30000"/>
              </a:lnSpc>
            </a:pPr>
            <a:r>
              <a:rPr lang="zh-CN" altLang="en-US" sz="2000" dirty="0" smtClean="0">
                <a:solidFill>
                  <a:schemeClr val="dk1"/>
                </a:solidFill>
                <a:latin typeface="Calibri" pitchFamily="34" charset="0"/>
                <a:ea typeface="宋体" pitchFamily="2" charset="-122"/>
                <a:sym typeface="Symbol" pitchFamily="18" charset="2"/>
              </a:rPr>
              <a:t>一般地 </a:t>
            </a:r>
            <a:r>
              <a:rPr lang="en-US" altLang="zh-CN" sz="2000" dirty="0" smtClean="0">
                <a:solidFill>
                  <a:schemeClr val="dk1"/>
                </a:solidFill>
                <a:latin typeface="Calibri" pitchFamily="34" charset="0"/>
                <a:ea typeface="宋体" pitchFamily="2" charset="-122"/>
                <a:sym typeface="Symbol" pitchFamily="18" charset="2"/>
              </a:rPr>
              <a:t>, Newton-Cotes</a:t>
            </a:r>
            <a:r>
              <a:rPr lang="zh-CN" altLang="en-US" sz="2000" dirty="0" smtClean="0">
                <a:solidFill>
                  <a:schemeClr val="dk1"/>
                </a:solidFill>
                <a:latin typeface="Calibri" pitchFamily="34" charset="0"/>
                <a:ea typeface="宋体" pitchFamily="2" charset="-122"/>
                <a:sym typeface="Symbol" pitchFamily="18" charset="2"/>
              </a:rPr>
              <a:t>公式的截断误差为</a:t>
            </a:r>
            <a:endParaRPr lang="en-US" altLang="zh-CN" sz="2000" dirty="0" smtClean="0">
              <a:solidFill>
                <a:schemeClr val="dk1"/>
              </a:solidFill>
              <a:latin typeface="Calibri" pitchFamily="34" charset="0"/>
              <a:ea typeface="宋体" pitchFamily="2" charset="-122"/>
              <a:sym typeface="Symbol" pitchFamily="18" charset="2"/>
            </a:endParaRPr>
          </a:p>
          <a:p>
            <a:pPr>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2" name="Object 3"/>
          <p:cNvGraphicFramePr>
            <a:graphicFrameLocks noChangeAspect="1"/>
          </p:cNvGraphicFramePr>
          <p:nvPr/>
        </p:nvGraphicFramePr>
        <p:xfrm>
          <a:off x="1229678" y="3223260"/>
          <a:ext cx="509587" cy="254000"/>
        </p:xfrm>
        <a:graphic>
          <a:graphicData uri="http://schemas.openxmlformats.org/presentationml/2006/ole">
            <mc:AlternateContent xmlns:mc="http://schemas.openxmlformats.org/markup-compatibility/2006">
              <mc:Choice xmlns:v="urn:schemas-microsoft-com:vml" Requires="v">
                <p:oleObj spid="_x0000_s56383" name="Equation" r:id="rId3" imgW="482400" imgH="241200" progId="Equation.DSMT4">
                  <p:embed/>
                </p:oleObj>
              </mc:Choice>
              <mc:Fallback>
                <p:oleObj name="Equation" r:id="rId3" imgW="482400" imgH="241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9678" y="3223260"/>
                        <a:ext cx="509587"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3"/>
          <p:cNvGraphicFramePr>
            <a:graphicFrameLocks noChangeAspect="1"/>
          </p:cNvGraphicFramePr>
          <p:nvPr/>
        </p:nvGraphicFramePr>
        <p:xfrm>
          <a:off x="5588000" y="3252153"/>
          <a:ext cx="187325" cy="200025"/>
        </p:xfrm>
        <a:graphic>
          <a:graphicData uri="http://schemas.openxmlformats.org/presentationml/2006/ole">
            <mc:AlternateContent xmlns:mc="http://schemas.openxmlformats.org/markup-compatibility/2006">
              <mc:Choice xmlns:v="urn:schemas-microsoft-com:vml" Requires="v">
                <p:oleObj spid="_x0000_s56384" name="Equation" r:id="rId5" imgW="177480" imgH="190440" progId="Equation.DSMT4">
                  <p:embed/>
                </p:oleObj>
              </mc:Choice>
              <mc:Fallback>
                <p:oleObj name="Equation" r:id="rId5" imgW="177480" imgH="19044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88000" y="3252153"/>
                        <a:ext cx="187325"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nvGraphicFramePr>
        <p:xfrm>
          <a:off x="7254240" y="3241993"/>
          <a:ext cx="187325" cy="200025"/>
        </p:xfrm>
        <a:graphic>
          <a:graphicData uri="http://schemas.openxmlformats.org/presentationml/2006/ole">
            <mc:AlternateContent xmlns:mc="http://schemas.openxmlformats.org/markup-compatibility/2006">
              <mc:Choice xmlns:v="urn:schemas-microsoft-com:vml" Requires="v">
                <p:oleObj spid="_x0000_s56385" name="Equation" r:id="rId7" imgW="177480" imgH="190440" progId="Equation.DSMT4">
                  <p:embed/>
                </p:oleObj>
              </mc:Choice>
              <mc:Fallback>
                <p:oleObj name="Equation" r:id="rId7" imgW="177480" imgH="19044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254240" y="3241993"/>
                        <a:ext cx="187325" cy="200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nvGraphicFramePr>
        <p:xfrm>
          <a:off x="3670300" y="3672205"/>
          <a:ext cx="509588" cy="254000"/>
        </p:xfrm>
        <a:graphic>
          <a:graphicData uri="http://schemas.openxmlformats.org/presentationml/2006/ole">
            <mc:AlternateContent xmlns:mc="http://schemas.openxmlformats.org/markup-compatibility/2006">
              <mc:Choice xmlns:v="urn:schemas-microsoft-com:vml" Requires="v">
                <p:oleObj spid="_x0000_s56386" name="Equation" r:id="rId9" imgW="482400" imgH="241200" progId="Equation.DSMT4">
                  <p:embed/>
                </p:oleObj>
              </mc:Choice>
              <mc:Fallback>
                <p:oleObj name="Equation" r:id="rId9" imgW="482400" imgH="241200" progId="Equation.DSMT4">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0300" y="3672205"/>
                        <a:ext cx="509588"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3"/>
          <p:cNvGraphicFramePr>
            <a:graphicFrameLocks noChangeAspect="1"/>
          </p:cNvGraphicFramePr>
          <p:nvPr/>
        </p:nvGraphicFramePr>
        <p:xfrm>
          <a:off x="592740" y="1038662"/>
          <a:ext cx="6664325" cy="1576388"/>
        </p:xfrm>
        <a:graphic>
          <a:graphicData uri="http://schemas.openxmlformats.org/presentationml/2006/ole">
            <mc:AlternateContent xmlns:mc="http://schemas.openxmlformats.org/markup-compatibility/2006">
              <mc:Choice xmlns:v="urn:schemas-microsoft-com:vml" Requires="v">
                <p:oleObj spid="_x0000_s56387" name="Equation" r:id="rId10" imgW="6311880" imgH="1498320" progId="Equation.DSMT4">
                  <p:embed/>
                </p:oleObj>
              </mc:Choice>
              <mc:Fallback>
                <p:oleObj name="Equation" r:id="rId10" imgW="6311880" imgH="1498320" progId="Equation.DSMT4">
                  <p:embed/>
                  <p:pic>
                    <p:nvPicPr>
                      <p:cNvPr id="0" name="Picture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92740" y="1038662"/>
                        <a:ext cx="6664325" cy="1576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blinds(horizontal)">
                                      <p:cBhvr>
                                        <p:cTn id="25" dur="500"/>
                                        <p:tgtEl>
                                          <p:spTgt spid="9"/>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ox(in)">
                                      <p:cBhvr>
                                        <p:cTn id="30" dur="500"/>
                                        <p:tgtEl>
                                          <p:spTgt spid="7"/>
                                        </p:tgtEl>
                                      </p:cBhvr>
                                    </p:animEffect>
                                  </p:childTnLst>
                                </p:cTn>
                              </p:par>
                              <p:par>
                                <p:cTn id="31" presetID="4" presetClass="entr" presetSubtype="16"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ox(in)">
                                      <p:cBhvr>
                                        <p:cTn id="33" dur="500"/>
                                        <p:tgtEl>
                                          <p:spTgt spid="2"/>
                                        </p:tgtEl>
                                      </p:cBhvr>
                                    </p:animEffect>
                                  </p:childTnLst>
                                </p:cTn>
                              </p:par>
                              <p:par>
                                <p:cTn id="34" presetID="4" presetClass="entr" presetSubtype="16"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ox(in)">
                                      <p:cBhvr>
                                        <p:cTn id="36" dur="500"/>
                                        <p:tgtEl>
                                          <p:spTgt spid="3"/>
                                        </p:tgtEl>
                                      </p:cBhvr>
                                    </p:animEffect>
                                  </p:childTnLst>
                                </p:cTn>
                              </p:par>
                              <p:par>
                                <p:cTn id="37" presetID="4" presetClass="entr" presetSubtype="16"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ox(in)">
                                      <p:cBhvr>
                                        <p:cTn id="39" dur="500"/>
                                        <p:tgtEl>
                                          <p:spTgt spid="4"/>
                                        </p:tgtEl>
                                      </p:cBhvr>
                                    </p:animEffect>
                                  </p:childTnLst>
                                </p:cTn>
                              </p:par>
                              <p:par>
                                <p:cTn id="40" presetID="4" presetClass="entr" presetSubtype="16" fill="hold"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ox(in)">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animBg="1"/>
      <p:bldP spid="8"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1475"/>
            <a:ext cx="28765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24550" y="371475"/>
            <a:ext cx="3095625" cy="1905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943224" y="174625"/>
            <a:ext cx="30765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Newton-Cotes</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8" name="Text Box 35"/>
          <p:cNvSpPr txBox="1">
            <a:spLocks noChangeArrowheads="1"/>
          </p:cNvSpPr>
          <p:nvPr/>
        </p:nvSpPr>
        <p:spPr bwMode="auto">
          <a:xfrm>
            <a:off x="314960" y="752158"/>
            <a:ext cx="7782560" cy="400110"/>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lvl="0" defTabSz="914400">
              <a:spcBef>
                <a:spcPct val="0"/>
              </a:spcBef>
              <a:defRPr/>
            </a:pPr>
            <a:r>
              <a:rPr lang="zh-CN" altLang="en-US" sz="2000" dirty="0" smtClean="0">
                <a:solidFill>
                  <a:srgbClr val="FF0000"/>
                </a:solidFill>
                <a:latin typeface="Calibri" pitchFamily="34" charset="0"/>
                <a:ea typeface="宋体" pitchFamily="2" charset="-122"/>
                <a:sym typeface="Symbol" pitchFamily="18" charset="2"/>
              </a:rPr>
              <a:t>例</a:t>
            </a:r>
            <a:r>
              <a:rPr lang="en-US" altLang="zh-CN" sz="2000" dirty="0" smtClean="0">
                <a:solidFill>
                  <a:srgbClr val="FF0000"/>
                </a:solidFill>
                <a:latin typeface="Calibri" pitchFamily="34" charset="0"/>
                <a:ea typeface="宋体" pitchFamily="2" charset="-122"/>
                <a:sym typeface="Symbol" pitchFamily="18" charset="2"/>
              </a:rPr>
              <a:t>1    </a:t>
            </a:r>
            <a:r>
              <a:rPr lang="zh-CN" altLang="en-US" sz="2000" dirty="0" smtClean="0">
                <a:latin typeface="Calibri" pitchFamily="34" charset="0"/>
                <a:ea typeface="宋体" pitchFamily="2" charset="-122"/>
                <a:sym typeface="Symbol" pitchFamily="18" charset="2"/>
              </a:rPr>
              <a:t>求</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的</a:t>
            </a:r>
            <a:r>
              <a:rPr lang="en-US" altLang="zh-CN" sz="2000" dirty="0" smtClean="0">
                <a:latin typeface="Calibri" pitchFamily="34" charset="0"/>
                <a:ea typeface="宋体" pitchFamily="2" charset="-122"/>
                <a:sym typeface="Symbol" pitchFamily="18" charset="2"/>
              </a:rPr>
              <a:t>Newton-Cotes</a:t>
            </a:r>
            <a:r>
              <a:rPr lang="zh-CN" altLang="en-US" sz="2000" dirty="0" smtClean="0">
                <a:latin typeface="Calibri" pitchFamily="34" charset="0"/>
                <a:ea typeface="宋体" pitchFamily="2" charset="-122"/>
                <a:sym typeface="Symbol" pitchFamily="18" charset="2"/>
              </a:rPr>
              <a:t>公式及误差</a:t>
            </a:r>
            <a:r>
              <a:rPr lang="en-US" altLang="zh-CN" sz="2000" dirty="0" smtClean="0">
                <a:latin typeface="Calibri" pitchFamily="34" charset="0"/>
                <a:ea typeface="宋体" pitchFamily="2" charset="-122"/>
                <a:sym typeface="Symbol" pitchFamily="18" charset="2"/>
              </a:rPr>
              <a:t>.</a:t>
            </a:r>
          </a:p>
        </p:txBody>
      </p:sp>
      <p:graphicFrame>
        <p:nvGraphicFramePr>
          <p:cNvPr id="3" name="Object 3"/>
          <p:cNvGraphicFramePr>
            <a:graphicFrameLocks noChangeAspect="1"/>
          </p:cNvGraphicFramePr>
          <p:nvPr/>
        </p:nvGraphicFramePr>
        <p:xfrm>
          <a:off x="1333183" y="814388"/>
          <a:ext cx="590550" cy="254000"/>
        </p:xfrm>
        <a:graphic>
          <a:graphicData uri="http://schemas.openxmlformats.org/presentationml/2006/ole">
            <mc:AlternateContent xmlns:mc="http://schemas.openxmlformats.org/markup-compatibility/2006">
              <mc:Choice xmlns:v="urn:schemas-microsoft-com:vml" Requires="v">
                <p:oleObj spid="_x0000_s57372" name="Equation" r:id="rId3" imgW="558720" imgH="241200" progId="Equation.DSMT4">
                  <p:embed/>
                </p:oleObj>
              </mc:Choice>
              <mc:Fallback>
                <p:oleObj name="Equation" r:id="rId3" imgW="558720" imgH="2412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3183" y="814388"/>
                        <a:ext cx="59055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4695" name="Object 7"/>
          <p:cNvGraphicFramePr>
            <a:graphicFrameLocks noChangeAspect="1"/>
          </p:cNvGraphicFramePr>
          <p:nvPr/>
        </p:nvGraphicFramePr>
        <p:xfrm>
          <a:off x="404178" y="1421130"/>
          <a:ext cx="7558087" cy="2689225"/>
        </p:xfrm>
        <a:graphic>
          <a:graphicData uri="http://schemas.openxmlformats.org/presentationml/2006/ole">
            <mc:AlternateContent xmlns:mc="http://schemas.openxmlformats.org/markup-compatibility/2006">
              <mc:Choice xmlns:v="urn:schemas-microsoft-com:vml" Requires="v">
                <p:oleObj spid="_x0000_s57373" name="Equation" r:id="rId5" imgW="6819840" imgH="2425680" progId="Equation.DSMT4">
                  <p:embed/>
                </p:oleObj>
              </mc:Choice>
              <mc:Fallback>
                <p:oleObj name="Equation" r:id="rId5" imgW="6819840" imgH="242568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4178" y="1421130"/>
                        <a:ext cx="7558087" cy="2689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childTnLst>
                          </p:cTn>
                        </p:par>
                      </p:childTnLst>
                    </p:cTn>
                  </p:par>
                  <p:par>
                    <p:cTn id="26" fill="hold">
                      <p:stCondLst>
                        <p:cond delay="indefinite"/>
                      </p:stCondLst>
                      <p:childTnLst>
                        <p:par>
                          <p:cTn id="27" fill="hold">
                            <p:stCondLst>
                              <p:cond delay="0"/>
                            </p:stCondLst>
                            <p:childTnLst>
                              <p:par>
                                <p:cTn id="28" presetID="8" presetClass="entr" presetSubtype="16" fill="hold" nodeType="clickEffect">
                                  <p:stCondLst>
                                    <p:cond delay="0"/>
                                  </p:stCondLst>
                                  <p:childTnLst>
                                    <p:set>
                                      <p:cBhvr>
                                        <p:cTn id="29" dur="1" fill="hold">
                                          <p:stCondLst>
                                            <p:cond delay="0"/>
                                          </p:stCondLst>
                                        </p:cTn>
                                        <p:tgtEl>
                                          <p:spTgt spid="114695"/>
                                        </p:tgtEl>
                                        <p:attrNameLst>
                                          <p:attrName>style.visibility</p:attrName>
                                        </p:attrNameLst>
                                      </p:cBhvr>
                                      <p:to>
                                        <p:strVal val="visible"/>
                                      </p:to>
                                    </p:set>
                                    <p:animEffect transition="in" filter="diamond(in)">
                                      <p:cBhvr>
                                        <p:cTn id="30" dur="2000"/>
                                        <p:tgtEl>
                                          <p:spTgt spid="114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1475"/>
            <a:ext cx="2876550" cy="952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924550" y="371475"/>
            <a:ext cx="3095625" cy="1905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943224" y="174625"/>
            <a:ext cx="30765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Newton-Cotes</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8" name="Text Box 3"/>
          <p:cNvSpPr txBox="1">
            <a:spLocks noChangeArrowheads="1"/>
          </p:cNvSpPr>
          <p:nvPr/>
        </p:nvSpPr>
        <p:spPr bwMode="auto">
          <a:xfrm>
            <a:off x="453390" y="621030"/>
            <a:ext cx="7991475" cy="1692771"/>
          </a:xfrm>
          <a:prstGeom prst="rect">
            <a:avLst/>
          </a:prstGeom>
          <a:ln>
            <a:headEnd/>
            <a:tailEnd/>
          </a:ln>
        </p:spPr>
        <p:style>
          <a:lnRef idx="1">
            <a:schemeClr val="accent1"/>
          </a:lnRef>
          <a:fillRef idx="2">
            <a:schemeClr val="accent1"/>
          </a:fillRef>
          <a:effectRef idx="1">
            <a:schemeClr val="accent1"/>
          </a:effectRef>
          <a:fontRef idx="minor">
            <a:schemeClr val="dk1"/>
          </a:fontRef>
        </p:style>
        <p:txBody>
          <a:bodyPr wrap="square">
            <a:spAutoFit/>
          </a:bodyPr>
          <a:lstStyle/>
          <a:p>
            <a:pPr>
              <a:lnSpc>
                <a:spcPct val="130000"/>
              </a:lnSpc>
            </a:pPr>
            <a:r>
              <a:rPr lang="zh-CN" altLang="en-US" sz="2000" dirty="0" smtClean="0">
                <a:latin typeface="Calibri" pitchFamily="34" charset="0"/>
                <a:ea typeface="宋体" pitchFamily="2" charset="-122"/>
                <a:sym typeface="Symbol" pitchFamily="18" charset="2"/>
              </a:rPr>
              <a:t>例</a:t>
            </a:r>
            <a:r>
              <a:rPr lang="en-US" altLang="zh-CN" sz="2000" dirty="0" smtClean="0">
                <a:latin typeface="Calibri" pitchFamily="34" charset="0"/>
                <a:ea typeface="宋体" pitchFamily="2" charset="-122"/>
                <a:sym typeface="Symbol" pitchFamily="18" charset="2"/>
              </a:rPr>
              <a:t>2  </a:t>
            </a:r>
            <a:r>
              <a:rPr lang="zh-CN" altLang="en-US" sz="2000" dirty="0" smtClean="0">
                <a:solidFill>
                  <a:schemeClr val="dk1"/>
                </a:solidFill>
                <a:latin typeface="Calibri" pitchFamily="34" charset="0"/>
                <a:ea typeface="宋体" pitchFamily="2" charset="-122"/>
                <a:sym typeface="Symbol" pitchFamily="18" charset="2"/>
              </a:rPr>
              <a:t>用梯形公式、</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公式和</a:t>
            </a:r>
            <a:r>
              <a:rPr lang="en-US" altLang="zh-CN" sz="2000" dirty="0" smtClean="0">
                <a:solidFill>
                  <a:schemeClr val="dk1"/>
                </a:solidFill>
                <a:latin typeface="Calibri" pitchFamily="34" charset="0"/>
                <a:ea typeface="宋体" pitchFamily="2" charset="-122"/>
                <a:sym typeface="Symbol" pitchFamily="18" charset="2"/>
              </a:rPr>
              <a:t>Cotes</a:t>
            </a:r>
            <a:r>
              <a:rPr lang="zh-CN" altLang="en-US" sz="2000" dirty="0" smtClean="0">
                <a:solidFill>
                  <a:schemeClr val="dk1"/>
                </a:solidFill>
                <a:latin typeface="Calibri" pitchFamily="34" charset="0"/>
                <a:ea typeface="宋体" pitchFamily="2" charset="-122"/>
                <a:sym typeface="Symbol" pitchFamily="18" charset="2"/>
              </a:rPr>
              <a:t>公式求积分</a:t>
            </a:r>
            <a:endParaRPr lang="en-US" altLang="zh-CN" sz="2000" dirty="0" smtClean="0">
              <a:solidFill>
                <a:schemeClr val="dk1"/>
              </a:solidFill>
              <a:latin typeface="Calibri" pitchFamily="34" charset="0"/>
              <a:ea typeface="宋体" pitchFamily="2" charset="-122"/>
              <a:sym typeface="Symbol" pitchFamily="18" charset="2"/>
            </a:endParaRPr>
          </a:p>
          <a:p>
            <a:pPr>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30000"/>
              </a:lnSpc>
            </a:pPr>
            <a:r>
              <a:rPr lang="zh-CN" altLang="en-US" sz="2000" dirty="0" smtClean="0">
                <a:solidFill>
                  <a:schemeClr val="dk1"/>
                </a:solidFill>
                <a:latin typeface="Calibri" pitchFamily="34" charset="0"/>
                <a:ea typeface="宋体" pitchFamily="2" charset="-122"/>
                <a:sym typeface="Symbol" pitchFamily="18" charset="2"/>
              </a:rPr>
              <a:t>的近似值</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115718" name="Object 6"/>
          <p:cNvGraphicFramePr>
            <a:graphicFrameLocks noChangeAspect="1"/>
          </p:cNvGraphicFramePr>
          <p:nvPr/>
        </p:nvGraphicFramePr>
        <p:xfrm>
          <a:off x="2184400" y="1123950"/>
          <a:ext cx="1763713" cy="717550"/>
        </p:xfrm>
        <a:graphic>
          <a:graphicData uri="http://schemas.openxmlformats.org/presentationml/2006/ole">
            <mc:AlternateContent xmlns:mc="http://schemas.openxmlformats.org/markup-compatibility/2006">
              <mc:Choice xmlns:v="urn:schemas-microsoft-com:vml" Requires="v">
                <p:oleObj spid="_x0000_s58382" name="Equation" r:id="rId3" imgW="1498320" imgH="609480" progId="Equation.DSMT4">
                  <p:embed/>
                </p:oleObj>
              </mc:Choice>
              <mc:Fallback>
                <p:oleObj name="Equation" r:id="rId3" imgW="1498320" imgH="60948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4400" y="1123950"/>
                        <a:ext cx="1763713" cy="717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a:spLocks noChangeArrowheads="1"/>
          </p:cNvSpPr>
          <p:nvPr/>
        </p:nvSpPr>
        <p:spPr bwMode="auto">
          <a:xfrm>
            <a:off x="477520" y="2544763"/>
            <a:ext cx="7924800" cy="525462"/>
          </a:xfrm>
          <a:prstGeom prst="rect">
            <a:avLst/>
          </a:prstGeom>
          <a:ln>
            <a:headEnd/>
            <a:tailEnd/>
          </a:ln>
          <a:scene3d>
            <a:camera prst="orthographicFront"/>
            <a:lightRig rig="threePt" dir="t"/>
          </a:scene3d>
          <a:sp3d>
            <a:bevelT w="165100" prst="coolSlant"/>
          </a:sp3d>
        </p:spPr>
        <p:style>
          <a:lnRef idx="1">
            <a:schemeClr val="accent4"/>
          </a:lnRef>
          <a:fillRef idx="2">
            <a:schemeClr val="accent4"/>
          </a:fillRef>
          <a:effectRef idx="1">
            <a:schemeClr val="accent4"/>
          </a:effectRef>
          <a:fontRef idx="minor">
            <a:schemeClr val="dk1"/>
          </a:fontRef>
        </p:style>
        <p:txBody>
          <a:bodyPr anchor="ctr"/>
          <a:lstStyle/>
          <a:p>
            <a:pPr algn="l">
              <a:spcBef>
                <a:spcPct val="0"/>
              </a:spcBef>
            </a:pPr>
            <a:r>
              <a:rPr kumimoji="1" lang="zh-CN" altLang="en-US" sz="2800" dirty="0" smtClean="0">
                <a:solidFill>
                  <a:schemeClr val="tx2"/>
                </a:solidFill>
                <a:latin typeface="Times New Roman" pitchFamily="18" charset="0"/>
                <a:ea typeface="宋体" charset="-122"/>
                <a:sym typeface="Symbol" pitchFamily="18" charset="2"/>
              </a:rPr>
              <a:t>解：</a:t>
            </a:r>
            <a:r>
              <a:rPr kumimoji="1" lang="en-US" altLang="zh-CN" sz="2800" dirty="0" smtClean="0">
                <a:solidFill>
                  <a:schemeClr val="tx2"/>
                </a:solidFill>
                <a:latin typeface="Times New Roman" pitchFamily="18" charset="0"/>
                <a:ea typeface="宋体" charset="-122"/>
                <a:sym typeface="Symbol" pitchFamily="18" charset="2"/>
              </a:rPr>
              <a:t>IT=1/2(4+2)=3</a:t>
            </a:r>
          </a:p>
        </p:txBody>
      </p:sp>
      <p:sp>
        <p:nvSpPr>
          <p:cNvPr id="11" name="Rectangle 10"/>
          <p:cNvSpPr>
            <a:spLocks noChangeArrowheads="1"/>
          </p:cNvSpPr>
          <p:nvPr/>
        </p:nvSpPr>
        <p:spPr bwMode="auto">
          <a:xfrm>
            <a:off x="487680" y="3171508"/>
            <a:ext cx="7924800" cy="533400"/>
          </a:xfrm>
          <a:prstGeom prst="rect">
            <a:avLst/>
          </a:prstGeom>
          <a:ln>
            <a:headEnd/>
            <a:tailEnd/>
          </a:ln>
          <a:scene3d>
            <a:camera prst="orthographicFront"/>
            <a:lightRig rig="threePt" dir="t"/>
          </a:scene3d>
          <a:sp3d>
            <a:bevelT w="165100" prst="coolSlant"/>
          </a:sp3d>
        </p:spPr>
        <p:style>
          <a:lnRef idx="1">
            <a:schemeClr val="accent4"/>
          </a:lnRef>
          <a:fillRef idx="2">
            <a:schemeClr val="accent4"/>
          </a:fillRef>
          <a:effectRef idx="1">
            <a:schemeClr val="accent4"/>
          </a:effectRef>
          <a:fontRef idx="minor">
            <a:schemeClr val="dk1"/>
          </a:fontRef>
        </p:style>
        <p:txBody>
          <a:bodyPr anchor="ctr"/>
          <a:lstStyle/>
          <a:p>
            <a:pPr algn="l">
              <a:spcBef>
                <a:spcPct val="0"/>
              </a:spcBef>
            </a:pPr>
            <a:r>
              <a:rPr kumimoji="1" lang="en-US" altLang="zh-CN" sz="2800" dirty="0" smtClean="0">
                <a:solidFill>
                  <a:schemeClr val="tx2"/>
                </a:solidFill>
                <a:latin typeface="Times New Roman" pitchFamily="18" charset="0"/>
                <a:ea typeface="宋体" charset="-122"/>
                <a:sym typeface="Symbol" pitchFamily="18" charset="2"/>
              </a:rPr>
              <a:t>        IS=1/6(4+12.8+2)=3.13333</a:t>
            </a:r>
          </a:p>
        </p:txBody>
      </p:sp>
      <p:sp>
        <p:nvSpPr>
          <p:cNvPr id="12" name="Rectangle 11"/>
          <p:cNvSpPr>
            <a:spLocks noChangeArrowheads="1"/>
          </p:cNvSpPr>
          <p:nvPr/>
        </p:nvSpPr>
        <p:spPr bwMode="auto">
          <a:xfrm>
            <a:off x="487680" y="3890010"/>
            <a:ext cx="7914640" cy="533400"/>
          </a:xfrm>
          <a:prstGeom prst="rect">
            <a:avLst/>
          </a:prstGeom>
          <a:ln>
            <a:headEnd/>
            <a:tailEnd/>
          </a:ln>
          <a:scene3d>
            <a:camera prst="orthographicFront"/>
            <a:lightRig rig="threePt" dir="t"/>
          </a:scene3d>
          <a:sp3d>
            <a:bevelT w="165100" prst="coolSlant"/>
          </a:sp3d>
        </p:spPr>
        <p:style>
          <a:lnRef idx="1">
            <a:schemeClr val="accent4"/>
          </a:lnRef>
          <a:fillRef idx="2">
            <a:schemeClr val="accent4"/>
          </a:fillRef>
          <a:effectRef idx="1">
            <a:schemeClr val="accent4"/>
          </a:effectRef>
          <a:fontRef idx="minor">
            <a:schemeClr val="dk1"/>
          </a:fontRef>
        </p:style>
        <p:txBody>
          <a:bodyPr anchor="ctr"/>
          <a:lstStyle/>
          <a:p>
            <a:pPr algn="l">
              <a:spcBef>
                <a:spcPct val="0"/>
              </a:spcBef>
            </a:pPr>
            <a:r>
              <a:rPr kumimoji="1" lang="en-US" altLang="zh-CN" sz="2800" dirty="0" smtClean="0">
                <a:solidFill>
                  <a:schemeClr val="tx2"/>
                </a:solidFill>
                <a:latin typeface="Times New Roman" pitchFamily="18" charset="0"/>
                <a:ea typeface="宋体" charset="-122"/>
                <a:sym typeface="Symbol" pitchFamily="18" charset="2"/>
              </a:rPr>
              <a:t>        IC=1/90(28+…+14)=3.14212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nodeType="withEffect">
                                  <p:stCondLst>
                                    <p:cond delay="0"/>
                                  </p:stCondLst>
                                  <p:childTnLst>
                                    <p:set>
                                      <p:cBhvr>
                                        <p:cTn id="24" dur="1" fill="hold">
                                          <p:stCondLst>
                                            <p:cond delay="0"/>
                                          </p:stCondLst>
                                        </p:cTn>
                                        <p:tgtEl>
                                          <p:spTgt spid="115718"/>
                                        </p:tgtEl>
                                        <p:attrNameLst>
                                          <p:attrName>style.visibility</p:attrName>
                                        </p:attrNameLst>
                                      </p:cBhvr>
                                      <p:to>
                                        <p:strVal val="visible"/>
                                      </p:to>
                                    </p:set>
                                    <p:animEffect transition="in" filter="blinds(horizontal)">
                                      <p:cBhvr>
                                        <p:cTn id="25" dur="500"/>
                                        <p:tgtEl>
                                          <p:spTgt spid="115718"/>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500" fill="hold"/>
                                        <p:tgtEl>
                                          <p:spTgt spid="10"/>
                                        </p:tgtEl>
                                        <p:attrNameLst>
                                          <p:attrName>ppt_x</p:attrName>
                                        </p:attrNameLst>
                                      </p:cBhvr>
                                      <p:tavLst>
                                        <p:tav tm="0">
                                          <p:val>
                                            <p:strVal val="#ppt_x"/>
                                          </p:val>
                                        </p:tav>
                                        <p:tav tm="100000">
                                          <p:val>
                                            <p:strVal val="#ppt_x"/>
                                          </p:val>
                                        </p:tav>
                                      </p:tavLst>
                                    </p:anim>
                                    <p:anim calcmode="lin" valueType="num">
                                      <p:cBhvr additive="base">
                                        <p:cTn id="3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00" fill="hold"/>
                                        <p:tgtEl>
                                          <p:spTgt spid="12"/>
                                        </p:tgtEl>
                                        <p:attrNameLst>
                                          <p:attrName>ppt_x</p:attrName>
                                        </p:attrNameLst>
                                      </p:cBhvr>
                                      <p:tavLst>
                                        <p:tav tm="0">
                                          <p:val>
                                            <p:strVal val="#ppt_x"/>
                                          </p:val>
                                        </p:tav>
                                        <p:tav tm="100000">
                                          <p:val>
                                            <p:strVal val="#ppt_x"/>
                                          </p:val>
                                        </p:tav>
                                      </p:tavLst>
                                    </p:anim>
                                    <p:anim calcmode="lin" valueType="num">
                                      <p:cBhvr additive="base">
                                        <p:cTn id="4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animBg="1"/>
      <p:bldP spid="10" grpId="0" animBg="1"/>
      <p:bldP spid="11" grpId="0" animBg="1"/>
      <p:bldP spid="12"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6929" y="561380"/>
            <a:ext cx="3141183" cy="40505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39" name="图片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914117" y="287078"/>
            <a:ext cx="4515990" cy="4324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653167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6568" y="184311"/>
            <a:ext cx="3445835" cy="43886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3"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338083" y="330993"/>
            <a:ext cx="4061159" cy="43183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656136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25033" y="190102"/>
            <a:ext cx="4274362" cy="45945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椭圆 3"/>
          <p:cNvSpPr/>
          <p:nvPr/>
        </p:nvSpPr>
        <p:spPr bwMode="auto">
          <a:xfrm>
            <a:off x="7019925" y="1930004"/>
            <a:ext cx="1728788" cy="750094"/>
          </a:xfrm>
          <a:prstGeom prst="ellipse">
            <a:avLst/>
          </a:prstGeom>
          <a:solidFill>
            <a:srgbClr val="00B0F0"/>
          </a:solidFill>
          <a:ln w="25400" cap="flat" cmpd="sng" algn="ctr">
            <a:solidFill>
              <a:schemeClr val="accent1">
                <a:lumMod val="60000"/>
                <a:lumOff val="40000"/>
              </a:schemeClr>
            </a:solidFill>
            <a:prstDash val="solid"/>
            <a:round/>
            <a:headEnd type="none" w="med" len="med"/>
            <a:tailEnd type="none" w="med" len="med"/>
          </a:ln>
          <a:effectLst/>
          <a:extLst/>
        </p:spPr>
        <p:txBody>
          <a:bodyPr/>
          <a:lstStyle/>
          <a:p>
            <a:pPr>
              <a:defRPr/>
            </a:pPr>
            <a:endParaRPr lang="zh-CN" altLang="en-US"/>
          </a:p>
        </p:txBody>
      </p:sp>
      <p:sp>
        <p:nvSpPr>
          <p:cNvPr id="16388" name="左箭头 4"/>
          <p:cNvSpPr>
            <a:spLocks noChangeArrowheads="1"/>
          </p:cNvSpPr>
          <p:nvPr/>
        </p:nvSpPr>
        <p:spPr bwMode="auto">
          <a:xfrm>
            <a:off x="5940426" y="2190751"/>
            <a:ext cx="792163" cy="165497"/>
          </a:xfrm>
          <a:prstGeom prst="leftArrow">
            <a:avLst>
              <a:gd name="adj1" fmla="val 50000"/>
              <a:gd name="adj2" fmla="val 49877"/>
            </a:avLst>
          </a:prstGeom>
          <a:solidFill>
            <a:srgbClr val="00B0F0"/>
          </a:solidFill>
          <a:ln w="25400" algn="ctr">
            <a:solidFill>
              <a:schemeClr val="tx1"/>
            </a:solidFill>
            <a:round/>
            <a:headEnd/>
            <a:tailEnd/>
          </a:ln>
        </p:spPr>
        <p:txBody>
          <a:bodyPr/>
          <a:lstStyle/>
          <a:p>
            <a:endParaRPr lang="zh-CN" altLang="en-US"/>
          </a:p>
        </p:txBody>
      </p:sp>
      <p:sp>
        <p:nvSpPr>
          <p:cNvPr id="16389" name="TextBox 5"/>
          <p:cNvSpPr txBox="1">
            <a:spLocks noChangeArrowheads="1"/>
          </p:cNvSpPr>
          <p:nvPr/>
        </p:nvSpPr>
        <p:spPr bwMode="auto">
          <a:xfrm>
            <a:off x="7019925" y="2071688"/>
            <a:ext cx="17287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宋体" pitchFamily="2" charset="-122"/>
                <a:ea typeface="宋体" pitchFamily="2" charset="-122"/>
              </a:defRPr>
            </a:lvl1pPr>
            <a:lvl2pPr marL="742950" indent="-285750" eaLnBrk="0" hangingPunct="0">
              <a:defRPr kumimoji="1" sz="2800">
                <a:solidFill>
                  <a:schemeClr val="tx1"/>
                </a:solidFill>
                <a:latin typeface="宋体" pitchFamily="2" charset="-122"/>
                <a:ea typeface="宋体" pitchFamily="2" charset="-122"/>
              </a:defRPr>
            </a:lvl2pPr>
            <a:lvl3pPr marL="1143000" indent="-228600" eaLnBrk="0" hangingPunct="0">
              <a:defRPr kumimoji="1" sz="2800">
                <a:solidFill>
                  <a:schemeClr val="tx1"/>
                </a:solidFill>
                <a:latin typeface="宋体" pitchFamily="2" charset="-122"/>
                <a:ea typeface="宋体" pitchFamily="2" charset="-122"/>
              </a:defRPr>
            </a:lvl3pPr>
            <a:lvl4pPr marL="1600200" indent="-228600" eaLnBrk="0" hangingPunct="0">
              <a:defRPr kumimoji="1" sz="2800">
                <a:solidFill>
                  <a:schemeClr val="tx1"/>
                </a:solidFill>
                <a:latin typeface="宋体" pitchFamily="2" charset="-122"/>
                <a:ea typeface="宋体" pitchFamily="2" charset="-122"/>
              </a:defRPr>
            </a:lvl4pPr>
            <a:lvl5pPr marL="2057400" indent="-228600" eaLnBrk="0" hangingPunct="0">
              <a:defRPr kumimoji="1" sz="2800">
                <a:solidFill>
                  <a:schemeClr val="tx1"/>
                </a:solidFill>
                <a:latin typeface="宋体" pitchFamily="2" charset="-122"/>
                <a:ea typeface="宋体" pitchFamily="2" charset="-122"/>
              </a:defRPr>
            </a:lvl5pPr>
            <a:lvl6pPr marL="25146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6pPr>
            <a:lvl7pPr marL="29718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7pPr>
            <a:lvl8pPr marL="34290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8pPr>
            <a:lvl9pPr marL="38862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9pPr>
          </a:lstStyle>
          <a:p>
            <a:pPr eaLnBrk="1" hangingPunct="1"/>
            <a:r>
              <a:rPr lang="zh-CN" altLang="en-US">
                <a:solidFill>
                  <a:schemeClr val="bg1"/>
                </a:solidFill>
                <a:latin typeface="方正粗黑宋简体" pitchFamily="2" charset="-122"/>
                <a:ea typeface="方正粗黑宋简体" pitchFamily="2" charset="-122"/>
              </a:rPr>
              <a:t>实际应用</a:t>
            </a:r>
          </a:p>
        </p:txBody>
      </p:sp>
    </p:spTree>
    <p:extLst>
      <p:ext uri="{BB962C8B-B14F-4D97-AF65-F5344CB8AC3E}">
        <p14:creationId xmlns:p14="http://schemas.microsoft.com/office/powerpoint/2010/main" val="113911785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TextBox 2"/>
          <p:cNvSpPr txBox="1">
            <a:spLocks noChangeArrowheads="1"/>
          </p:cNvSpPr>
          <p:nvPr/>
        </p:nvSpPr>
        <p:spPr bwMode="auto">
          <a:xfrm>
            <a:off x="3375653" y="0"/>
            <a:ext cx="4032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宋体" pitchFamily="2" charset="-122"/>
                <a:ea typeface="宋体" pitchFamily="2" charset="-122"/>
              </a:defRPr>
            </a:lvl1pPr>
            <a:lvl2pPr marL="742950" indent="-285750" eaLnBrk="0" hangingPunct="0">
              <a:defRPr kumimoji="1" sz="2800">
                <a:solidFill>
                  <a:schemeClr val="tx1"/>
                </a:solidFill>
                <a:latin typeface="宋体" pitchFamily="2" charset="-122"/>
                <a:ea typeface="宋体" pitchFamily="2" charset="-122"/>
              </a:defRPr>
            </a:lvl2pPr>
            <a:lvl3pPr marL="1143000" indent="-228600" eaLnBrk="0" hangingPunct="0">
              <a:defRPr kumimoji="1" sz="2800">
                <a:solidFill>
                  <a:schemeClr val="tx1"/>
                </a:solidFill>
                <a:latin typeface="宋体" pitchFamily="2" charset="-122"/>
                <a:ea typeface="宋体" pitchFamily="2" charset="-122"/>
              </a:defRPr>
            </a:lvl3pPr>
            <a:lvl4pPr marL="1600200" indent="-228600" eaLnBrk="0" hangingPunct="0">
              <a:defRPr kumimoji="1" sz="2800">
                <a:solidFill>
                  <a:schemeClr val="tx1"/>
                </a:solidFill>
                <a:latin typeface="宋体" pitchFamily="2" charset="-122"/>
                <a:ea typeface="宋体" pitchFamily="2" charset="-122"/>
              </a:defRPr>
            </a:lvl4pPr>
            <a:lvl5pPr marL="2057400" indent="-228600" eaLnBrk="0" hangingPunct="0">
              <a:defRPr kumimoji="1" sz="2800">
                <a:solidFill>
                  <a:schemeClr val="tx1"/>
                </a:solidFill>
                <a:latin typeface="宋体" pitchFamily="2" charset="-122"/>
                <a:ea typeface="宋体" pitchFamily="2" charset="-122"/>
              </a:defRPr>
            </a:lvl5pPr>
            <a:lvl6pPr marL="25146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6pPr>
            <a:lvl7pPr marL="29718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7pPr>
            <a:lvl8pPr marL="34290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8pPr>
            <a:lvl9pPr marL="38862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9pPr>
          </a:lstStyle>
          <a:p>
            <a:pPr eaLnBrk="1" hangingPunct="1"/>
            <a:r>
              <a:rPr lang="zh-CN" altLang="en-US" dirty="0">
                <a:solidFill>
                  <a:srgbClr val="7030A0"/>
                </a:solidFill>
                <a:latin typeface="方正粗黑宋简体" pitchFamily="2" charset="-122"/>
                <a:ea typeface="方正粗黑宋简体" pitchFamily="2" charset="-122"/>
              </a:rPr>
              <a:t>华罗庚</a:t>
            </a:r>
          </a:p>
        </p:txBody>
      </p:sp>
      <p:sp>
        <p:nvSpPr>
          <p:cNvPr id="17413" name="矩形 5"/>
          <p:cNvSpPr>
            <a:spLocks noChangeArrowheads="1"/>
          </p:cNvSpPr>
          <p:nvPr/>
        </p:nvSpPr>
        <p:spPr bwMode="auto">
          <a:xfrm>
            <a:off x="238255" y="287547"/>
            <a:ext cx="8735624" cy="47089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just">
              <a:lnSpc>
                <a:spcPct val="150000"/>
              </a:lnSpc>
            </a:pPr>
            <a:r>
              <a:rPr lang="zh-CN" altLang="en-US" sz="2000" dirty="0" smtClean="0">
                <a:latin typeface="+mj-ea"/>
                <a:ea typeface="+mj-ea"/>
              </a:rPr>
              <a:t>       </a:t>
            </a:r>
            <a:r>
              <a:rPr lang="zh-CN" altLang="en-US" sz="2000" dirty="0" smtClean="0">
                <a:solidFill>
                  <a:schemeClr val="dk1"/>
                </a:solidFill>
                <a:latin typeface="Calibri" pitchFamily="34" charset="0"/>
                <a:ea typeface="宋体" pitchFamily="2" charset="-122"/>
              </a:rPr>
              <a:t>华罗庚</a:t>
            </a:r>
            <a:r>
              <a:rPr lang="zh-CN" altLang="en-US" sz="2000" dirty="0">
                <a:solidFill>
                  <a:schemeClr val="dk1"/>
                </a:solidFill>
                <a:latin typeface="Calibri" pitchFamily="34" charset="0"/>
                <a:ea typeface="宋体" pitchFamily="2" charset="-122"/>
              </a:rPr>
              <a:t>先生作为当代</a:t>
            </a:r>
            <a:r>
              <a:rPr lang="zh-CN" altLang="en-US" sz="2000" dirty="0">
                <a:solidFill>
                  <a:srgbClr val="FF0000"/>
                </a:solidFill>
                <a:latin typeface="Calibri" pitchFamily="34" charset="0"/>
                <a:ea typeface="宋体" pitchFamily="2" charset="-122"/>
              </a:rPr>
              <a:t>自学成长</a:t>
            </a:r>
            <a:r>
              <a:rPr lang="zh-CN" altLang="en-US" sz="2000" dirty="0">
                <a:solidFill>
                  <a:schemeClr val="dk1"/>
                </a:solidFill>
                <a:latin typeface="Calibri" pitchFamily="34" charset="0"/>
                <a:ea typeface="宋体" pitchFamily="2" charset="-122"/>
              </a:rPr>
              <a:t>的科学巨匠和誉满中外的著名数学家，一生致力于数学研究和发展，并以科学家的</a:t>
            </a:r>
            <a:r>
              <a:rPr lang="zh-CN" altLang="en-US" sz="2000" dirty="0">
                <a:solidFill>
                  <a:srgbClr val="FF0000"/>
                </a:solidFill>
                <a:latin typeface="Calibri" pitchFamily="34" charset="0"/>
                <a:ea typeface="宋体" pitchFamily="2" charset="-122"/>
              </a:rPr>
              <a:t>博大胸怀</a:t>
            </a:r>
            <a:r>
              <a:rPr lang="zh-CN" altLang="en-US" sz="2000" dirty="0">
                <a:solidFill>
                  <a:schemeClr val="dk1"/>
                </a:solidFill>
                <a:latin typeface="Calibri" pitchFamily="34" charset="0"/>
                <a:ea typeface="宋体" pitchFamily="2" charset="-122"/>
              </a:rPr>
              <a:t>提携后进和培养人才，以高度的</a:t>
            </a:r>
            <a:r>
              <a:rPr lang="zh-CN" altLang="en-US" sz="2000" dirty="0">
                <a:solidFill>
                  <a:srgbClr val="FF0000"/>
                </a:solidFill>
                <a:latin typeface="Calibri" pitchFamily="34" charset="0"/>
                <a:ea typeface="宋体" pitchFamily="2" charset="-122"/>
              </a:rPr>
              <a:t>历史责任感</a:t>
            </a:r>
            <a:r>
              <a:rPr lang="zh-CN" altLang="en-US" sz="2000" dirty="0">
                <a:solidFill>
                  <a:schemeClr val="dk1"/>
                </a:solidFill>
                <a:latin typeface="Calibri" pitchFamily="34" charset="0"/>
                <a:ea typeface="宋体" pitchFamily="2" charset="-122"/>
              </a:rPr>
              <a:t>投身科普和应用数学推广，为数学科学事业的发展作出了</a:t>
            </a:r>
            <a:r>
              <a:rPr lang="zh-CN" altLang="en-US" sz="2000" dirty="0">
                <a:solidFill>
                  <a:srgbClr val="FF0000"/>
                </a:solidFill>
                <a:latin typeface="Calibri" pitchFamily="34" charset="0"/>
                <a:ea typeface="宋体" pitchFamily="2" charset="-122"/>
              </a:rPr>
              <a:t>卓越贡献</a:t>
            </a:r>
            <a:r>
              <a:rPr lang="zh-CN" altLang="en-US" sz="2000" dirty="0">
                <a:solidFill>
                  <a:schemeClr val="dk1"/>
                </a:solidFill>
                <a:latin typeface="Calibri" pitchFamily="34" charset="0"/>
                <a:ea typeface="宋体" pitchFamily="2" charset="-122"/>
              </a:rPr>
              <a:t>，为祖国现代化建设付出了毕生精力。为中国数学发展作出的贡献，被誉为“中国现代数学之父”，“中国数学之神”，“</a:t>
            </a:r>
            <a:r>
              <a:rPr lang="zh-CN" altLang="en-US" sz="2000" dirty="0">
                <a:solidFill>
                  <a:srgbClr val="FF0000"/>
                </a:solidFill>
                <a:latin typeface="Calibri" pitchFamily="34" charset="0"/>
                <a:ea typeface="宋体" pitchFamily="2" charset="-122"/>
              </a:rPr>
              <a:t>人民数学家</a:t>
            </a:r>
            <a:r>
              <a:rPr lang="zh-CN" altLang="en-US" sz="2000" dirty="0">
                <a:solidFill>
                  <a:schemeClr val="dk1"/>
                </a:solidFill>
                <a:latin typeface="Calibri" pitchFamily="34" charset="0"/>
                <a:ea typeface="宋体" pitchFamily="2" charset="-122"/>
              </a:rPr>
              <a:t>” 。华罗庚</a:t>
            </a:r>
            <a:r>
              <a:rPr lang="zh-CN" altLang="en-US" sz="2000" dirty="0">
                <a:solidFill>
                  <a:srgbClr val="FF0000"/>
                </a:solidFill>
                <a:latin typeface="Calibri" pitchFamily="34" charset="0"/>
                <a:ea typeface="宋体" pitchFamily="2" charset="-122"/>
              </a:rPr>
              <a:t>在国际上享有盛誉的数学大师</a:t>
            </a:r>
            <a:r>
              <a:rPr lang="zh-CN" altLang="en-US" sz="2000" dirty="0">
                <a:solidFill>
                  <a:schemeClr val="dk1"/>
                </a:solidFill>
                <a:latin typeface="Calibri" pitchFamily="34" charset="0"/>
                <a:ea typeface="宋体" pitchFamily="2" charset="-122"/>
              </a:rPr>
              <a:t>，他的名字在美国施密斯松尼博物馆与芝加哥科技博物馆等著名博物馆中，与少数经典数学家列在一起，被列为“芝加哥科学技术博物馆中</a:t>
            </a:r>
            <a:r>
              <a:rPr lang="zh-CN" altLang="en-US" sz="2000" dirty="0">
                <a:solidFill>
                  <a:srgbClr val="FF0000"/>
                </a:solidFill>
                <a:latin typeface="Calibri" pitchFamily="34" charset="0"/>
                <a:ea typeface="宋体" pitchFamily="2" charset="-122"/>
              </a:rPr>
              <a:t>当今世界</a:t>
            </a:r>
            <a:r>
              <a:rPr lang="en-US" altLang="zh-CN" sz="2000" dirty="0">
                <a:solidFill>
                  <a:srgbClr val="FF0000"/>
                </a:solidFill>
                <a:latin typeface="Calibri" pitchFamily="34" charset="0"/>
                <a:ea typeface="宋体" pitchFamily="2" charset="-122"/>
              </a:rPr>
              <a:t>88</a:t>
            </a:r>
            <a:r>
              <a:rPr lang="zh-CN" altLang="en-US" sz="2000" dirty="0">
                <a:solidFill>
                  <a:srgbClr val="FF0000"/>
                </a:solidFill>
                <a:latin typeface="Calibri" pitchFamily="34" charset="0"/>
                <a:ea typeface="宋体" pitchFamily="2" charset="-122"/>
              </a:rPr>
              <a:t>位数学伟人之一</a:t>
            </a:r>
            <a:r>
              <a:rPr lang="zh-CN" altLang="en-US" sz="2000" dirty="0">
                <a:solidFill>
                  <a:schemeClr val="dk1"/>
                </a:solidFill>
                <a:latin typeface="Calibri" pitchFamily="34" charset="0"/>
                <a:ea typeface="宋体" pitchFamily="2" charset="-122"/>
              </a:rPr>
              <a:t>”</a:t>
            </a:r>
            <a:r>
              <a:rPr lang="zh-CN" altLang="en-US" sz="2000" dirty="0" smtClean="0">
                <a:solidFill>
                  <a:schemeClr val="dk1"/>
                </a:solidFill>
                <a:latin typeface="Calibri" pitchFamily="34" charset="0"/>
                <a:ea typeface="宋体" pitchFamily="2" charset="-122"/>
              </a:rPr>
              <a:t>。美国</a:t>
            </a:r>
            <a:r>
              <a:rPr lang="zh-CN" altLang="en-US" sz="2000" dirty="0">
                <a:solidFill>
                  <a:schemeClr val="dk1"/>
                </a:solidFill>
                <a:latin typeface="Calibri" pitchFamily="34" charset="0"/>
                <a:ea typeface="宋体" pitchFamily="2" charset="-122"/>
              </a:rPr>
              <a:t>著名数学史家贝特曼称：“华罗庚是中国的爱因斯坦，足够成为全世界所有著名科学院的院士”。</a:t>
            </a:r>
          </a:p>
        </p:txBody>
      </p:sp>
    </p:spTree>
    <p:extLst>
      <p:ext uri="{BB962C8B-B14F-4D97-AF65-F5344CB8AC3E}">
        <p14:creationId xmlns:p14="http://schemas.microsoft.com/office/powerpoint/2010/main" val="2386081408"/>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410"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443870" y="442586"/>
            <a:ext cx="2923954" cy="4038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1" name="TextBox 2"/>
          <p:cNvSpPr txBox="1">
            <a:spLocks noChangeArrowheads="1"/>
          </p:cNvSpPr>
          <p:nvPr/>
        </p:nvSpPr>
        <p:spPr bwMode="auto">
          <a:xfrm>
            <a:off x="153988" y="180976"/>
            <a:ext cx="40322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800">
                <a:solidFill>
                  <a:schemeClr val="tx1"/>
                </a:solidFill>
                <a:latin typeface="宋体" pitchFamily="2" charset="-122"/>
                <a:ea typeface="宋体" pitchFamily="2" charset="-122"/>
              </a:defRPr>
            </a:lvl1pPr>
            <a:lvl2pPr marL="742950" indent="-285750" eaLnBrk="0" hangingPunct="0">
              <a:defRPr kumimoji="1" sz="2800">
                <a:solidFill>
                  <a:schemeClr val="tx1"/>
                </a:solidFill>
                <a:latin typeface="宋体" pitchFamily="2" charset="-122"/>
                <a:ea typeface="宋体" pitchFamily="2" charset="-122"/>
              </a:defRPr>
            </a:lvl2pPr>
            <a:lvl3pPr marL="1143000" indent="-228600" eaLnBrk="0" hangingPunct="0">
              <a:defRPr kumimoji="1" sz="2800">
                <a:solidFill>
                  <a:schemeClr val="tx1"/>
                </a:solidFill>
                <a:latin typeface="宋体" pitchFamily="2" charset="-122"/>
                <a:ea typeface="宋体" pitchFamily="2" charset="-122"/>
              </a:defRPr>
            </a:lvl3pPr>
            <a:lvl4pPr marL="1600200" indent="-228600" eaLnBrk="0" hangingPunct="0">
              <a:defRPr kumimoji="1" sz="2800">
                <a:solidFill>
                  <a:schemeClr val="tx1"/>
                </a:solidFill>
                <a:latin typeface="宋体" pitchFamily="2" charset="-122"/>
                <a:ea typeface="宋体" pitchFamily="2" charset="-122"/>
              </a:defRPr>
            </a:lvl4pPr>
            <a:lvl5pPr marL="2057400" indent="-228600" eaLnBrk="0" hangingPunct="0">
              <a:defRPr kumimoji="1" sz="2800">
                <a:solidFill>
                  <a:schemeClr val="tx1"/>
                </a:solidFill>
                <a:latin typeface="宋体" pitchFamily="2" charset="-122"/>
                <a:ea typeface="宋体" pitchFamily="2" charset="-122"/>
              </a:defRPr>
            </a:lvl5pPr>
            <a:lvl6pPr marL="25146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6pPr>
            <a:lvl7pPr marL="29718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7pPr>
            <a:lvl8pPr marL="34290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8pPr>
            <a:lvl9pPr marL="38862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9pPr>
          </a:lstStyle>
          <a:p>
            <a:pPr eaLnBrk="1" hangingPunct="1"/>
            <a:r>
              <a:rPr lang="zh-CN" altLang="en-US" dirty="0" smtClean="0">
                <a:solidFill>
                  <a:srgbClr val="7030A0"/>
                </a:solidFill>
                <a:latin typeface="方正粗黑宋简体" pitchFamily="2" charset="-122"/>
                <a:ea typeface="方正粗黑宋简体" pitchFamily="2" charset="-122"/>
              </a:rPr>
              <a:t>              华罗庚</a:t>
            </a:r>
            <a:endParaRPr lang="zh-CN" altLang="en-US" dirty="0">
              <a:solidFill>
                <a:srgbClr val="7030A0"/>
              </a:solidFill>
              <a:latin typeface="方正粗黑宋简体" pitchFamily="2" charset="-122"/>
              <a:ea typeface="方正粗黑宋简体" pitchFamily="2" charset="-122"/>
            </a:endParaRPr>
          </a:p>
        </p:txBody>
      </p:sp>
      <p:sp>
        <p:nvSpPr>
          <p:cNvPr id="17412" name="TextBox 3"/>
          <p:cNvSpPr txBox="1">
            <a:spLocks noChangeArrowheads="1"/>
          </p:cNvSpPr>
          <p:nvPr/>
        </p:nvSpPr>
        <p:spPr bwMode="auto">
          <a:xfrm>
            <a:off x="393405" y="723412"/>
            <a:ext cx="449676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kumimoji="1" sz="2800">
                <a:solidFill>
                  <a:schemeClr val="tx1"/>
                </a:solidFill>
                <a:latin typeface="宋体" pitchFamily="2" charset="-122"/>
                <a:ea typeface="宋体" pitchFamily="2" charset="-122"/>
              </a:defRPr>
            </a:lvl1pPr>
            <a:lvl2pPr marL="742950" indent="-285750" eaLnBrk="0" hangingPunct="0">
              <a:defRPr kumimoji="1" sz="2800">
                <a:solidFill>
                  <a:schemeClr val="tx1"/>
                </a:solidFill>
                <a:latin typeface="宋体" pitchFamily="2" charset="-122"/>
                <a:ea typeface="宋体" pitchFamily="2" charset="-122"/>
              </a:defRPr>
            </a:lvl2pPr>
            <a:lvl3pPr marL="1143000" indent="-228600" eaLnBrk="0" hangingPunct="0">
              <a:defRPr kumimoji="1" sz="2800">
                <a:solidFill>
                  <a:schemeClr val="tx1"/>
                </a:solidFill>
                <a:latin typeface="宋体" pitchFamily="2" charset="-122"/>
                <a:ea typeface="宋体" pitchFamily="2" charset="-122"/>
              </a:defRPr>
            </a:lvl3pPr>
            <a:lvl4pPr marL="1600200" indent="-228600" eaLnBrk="0" hangingPunct="0">
              <a:defRPr kumimoji="1" sz="2800">
                <a:solidFill>
                  <a:schemeClr val="tx1"/>
                </a:solidFill>
                <a:latin typeface="宋体" pitchFamily="2" charset="-122"/>
                <a:ea typeface="宋体" pitchFamily="2" charset="-122"/>
              </a:defRPr>
            </a:lvl4pPr>
            <a:lvl5pPr marL="2057400" indent="-228600" eaLnBrk="0" hangingPunct="0">
              <a:defRPr kumimoji="1" sz="2800">
                <a:solidFill>
                  <a:schemeClr val="tx1"/>
                </a:solidFill>
                <a:latin typeface="宋体" pitchFamily="2" charset="-122"/>
                <a:ea typeface="宋体" pitchFamily="2" charset="-122"/>
              </a:defRPr>
            </a:lvl5pPr>
            <a:lvl6pPr marL="25146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6pPr>
            <a:lvl7pPr marL="29718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7pPr>
            <a:lvl8pPr marL="34290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8pPr>
            <a:lvl9pPr marL="3886200" indent="-228600" algn="ctr" eaLnBrk="0" fontAlgn="base" hangingPunct="0">
              <a:spcBef>
                <a:spcPct val="50000"/>
              </a:spcBef>
              <a:spcAft>
                <a:spcPct val="0"/>
              </a:spcAft>
              <a:defRPr kumimoji="1" sz="2800">
                <a:solidFill>
                  <a:schemeClr val="tx1"/>
                </a:solidFill>
                <a:latin typeface="宋体" pitchFamily="2" charset="-122"/>
                <a:ea typeface="宋体" pitchFamily="2" charset="-122"/>
              </a:defRPr>
            </a:lvl9pPr>
          </a:lstStyle>
          <a:p>
            <a:pPr algn="just" eaLnBrk="1" hangingPunct="1"/>
            <a:r>
              <a:rPr lang="en-US" altLang="zh-CN" sz="2000" smtClean="0"/>
              <a:t>    1950</a:t>
            </a:r>
            <a:r>
              <a:rPr lang="zh-CN" altLang="zh-CN" sz="2000" dirty="0"/>
              <a:t>年</a:t>
            </a:r>
            <a:r>
              <a:rPr lang="zh-CN" altLang="en-US" sz="2000" dirty="0"/>
              <a:t>华罗庚</a:t>
            </a:r>
            <a:r>
              <a:rPr lang="zh-CN" altLang="zh-CN" sz="2000" dirty="0">
                <a:solidFill>
                  <a:srgbClr val="00B0F0"/>
                </a:solidFill>
                <a:latin typeface="方正粗黑宋简体" pitchFamily="2" charset="-122"/>
                <a:ea typeface="方正粗黑宋简体" pitchFamily="2" charset="-122"/>
              </a:rPr>
              <a:t>放弃美国优越的生活条件和良好的研究环境</a:t>
            </a:r>
            <a:r>
              <a:rPr lang="zh-CN" altLang="zh-CN" sz="2000" dirty="0"/>
              <a:t>，克服重重困难</a:t>
            </a:r>
            <a:r>
              <a:rPr lang="zh-CN" altLang="zh-CN" sz="2000" dirty="0">
                <a:solidFill>
                  <a:srgbClr val="00B0F0"/>
                </a:solidFill>
                <a:latin typeface="方正粗黑宋简体" pitchFamily="2" charset="-122"/>
                <a:ea typeface="方正粗黑宋简体" pitchFamily="2" charset="-122"/>
              </a:rPr>
              <a:t>回到祖国怀抱</a:t>
            </a:r>
            <a:r>
              <a:rPr lang="zh-CN" altLang="zh-CN" sz="2000" dirty="0"/>
              <a:t>，投身我国数学科学研究事业，为中国数学事业发展做出了极其巨大的贡献，被誉为“</a:t>
            </a:r>
            <a:r>
              <a:rPr lang="zh-CN" altLang="zh-CN" sz="2000" dirty="0">
                <a:solidFill>
                  <a:srgbClr val="00B0F0"/>
                </a:solidFill>
                <a:latin typeface="方正粗黑宋简体" pitchFamily="2" charset="-122"/>
                <a:ea typeface="方正粗黑宋简体" pitchFamily="2" charset="-122"/>
              </a:rPr>
              <a:t>人民的数学家</a:t>
            </a:r>
            <a:r>
              <a:rPr lang="zh-CN" altLang="zh-CN" sz="2000" dirty="0"/>
              <a:t>”。</a:t>
            </a:r>
            <a:endParaRPr lang="zh-CN" altLang="en-US" sz="2000" dirty="0"/>
          </a:p>
        </p:txBody>
      </p:sp>
      <p:sp>
        <p:nvSpPr>
          <p:cNvPr id="17414" name="矩形 7"/>
          <p:cNvSpPr>
            <a:spLocks noChangeArrowheads="1"/>
          </p:cNvSpPr>
          <p:nvPr/>
        </p:nvSpPr>
        <p:spPr bwMode="auto">
          <a:xfrm>
            <a:off x="2615311" y="3562053"/>
            <a:ext cx="15509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zh-CN" sz="2400" dirty="0">
                <a:solidFill>
                  <a:srgbClr val="FF0000"/>
                </a:solidFill>
                <a:latin typeface="方正粗黑宋简体" pitchFamily="2" charset="-122"/>
                <a:ea typeface="方正粗黑宋简体" pitchFamily="2" charset="-122"/>
              </a:rPr>
              <a:t>砥砺奋斗</a:t>
            </a:r>
          </a:p>
        </p:txBody>
      </p:sp>
      <p:sp>
        <p:nvSpPr>
          <p:cNvPr id="17415" name="矩形 8"/>
          <p:cNvSpPr>
            <a:spLocks noChangeArrowheads="1"/>
          </p:cNvSpPr>
          <p:nvPr/>
        </p:nvSpPr>
        <p:spPr bwMode="auto">
          <a:xfrm>
            <a:off x="981774" y="3215581"/>
            <a:ext cx="17780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400" dirty="0">
                <a:solidFill>
                  <a:srgbClr val="FF0000"/>
                </a:solidFill>
                <a:latin typeface="方正粗黑宋简体" pitchFamily="2" charset="-122"/>
                <a:ea typeface="方正粗黑宋简体" pitchFamily="2" charset="-122"/>
              </a:rPr>
              <a:t>科研报国</a:t>
            </a:r>
            <a:endParaRPr lang="en-US" altLang="zh-CN" sz="2400" dirty="0">
              <a:solidFill>
                <a:srgbClr val="FF0000"/>
              </a:solidFill>
              <a:latin typeface="方正粗黑宋简体" pitchFamily="2" charset="-122"/>
              <a:ea typeface="方正粗黑宋简体" pitchFamily="2" charset="-122"/>
            </a:endParaRPr>
          </a:p>
        </p:txBody>
      </p:sp>
      <p:sp>
        <p:nvSpPr>
          <p:cNvPr id="17416" name="下箭头 9"/>
          <p:cNvSpPr>
            <a:spLocks noChangeArrowheads="1"/>
          </p:cNvSpPr>
          <p:nvPr/>
        </p:nvSpPr>
        <p:spPr bwMode="auto">
          <a:xfrm>
            <a:off x="2524825" y="2907209"/>
            <a:ext cx="180975" cy="308372"/>
          </a:xfrm>
          <a:prstGeom prst="downArrow">
            <a:avLst>
              <a:gd name="adj1" fmla="val 50000"/>
              <a:gd name="adj2" fmla="val 49709"/>
            </a:avLst>
          </a:prstGeom>
          <a:solidFill>
            <a:srgbClr val="00B0F0"/>
          </a:solidFill>
          <a:ln w="25400" algn="ctr">
            <a:solidFill>
              <a:schemeClr val="tx1"/>
            </a:solidFill>
            <a:round/>
            <a:headEnd/>
            <a:tailEnd/>
          </a:ln>
        </p:spPr>
        <p:txBody>
          <a:bodyPr/>
          <a:lstStyle/>
          <a:p>
            <a:endParaRPr lang="zh-CN" altLang="en-US"/>
          </a:p>
        </p:txBody>
      </p:sp>
      <p:sp>
        <p:nvSpPr>
          <p:cNvPr id="17417" name="下箭头 10"/>
          <p:cNvSpPr>
            <a:spLocks noChangeArrowheads="1"/>
          </p:cNvSpPr>
          <p:nvPr/>
        </p:nvSpPr>
        <p:spPr bwMode="auto">
          <a:xfrm>
            <a:off x="1726312" y="2907209"/>
            <a:ext cx="180975" cy="308372"/>
          </a:xfrm>
          <a:prstGeom prst="downArrow">
            <a:avLst>
              <a:gd name="adj1" fmla="val 50000"/>
              <a:gd name="adj2" fmla="val 49709"/>
            </a:avLst>
          </a:prstGeom>
          <a:solidFill>
            <a:srgbClr val="00B0F0"/>
          </a:solidFill>
          <a:ln w="25400" algn="ctr">
            <a:solidFill>
              <a:schemeClr val="tx1"/>
            </a:solidFill>
            <a:round/>
            <a:headEnd/>
            <a:tailEnd/>
          </a:ln>
        </p:spPr>
        <p:txBody>
          <a:bodyPr/>
          <a:lstStyle/>
          <a:p>
            <a:endParaRPr lang="zh-CN" altLang="en-US"/>
          </a:p>
        </p:txBody>
      </p:sp>
      <p:sp>
        <p:nvSpPr>
          <p:cNvPr id="17418" name="矩形 11"/>
          <p:cNvSpPr>
            <a:spLocks noChangeArrowheads="1"/>
          </p:cNvSpPr>
          <p:nvPr/>
        </p:nvSpPr>
        <p:spPr bwMode="auto">
          <a:xfrm>
            <a:off x="1013524" y="3587056"/>
            <a:ext cx="17764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zh-CN" sz="2400">
                <a:solidFill>
                  <a:srgbClr val="FF0000"/>
                </a:solidFill>
                <a:latin typeface="方正粗黑宋简体" pitchFamily="2" charset="-122"/>
                <a:ea typeface="方正粗黑宋简体" pitchFamily="2" charset="-122"/>
              </a:rPr>
              <a:t>信念坚定</a:t>
            </a:r>
            <a:endParaRPr lang="en-US" altLang="zh-CN" sz="2400">
              <a:solidFill>
                <a:srgbClr val="FF0000"/>
              </a:solidFill>
              <a:latin typeface="方正粗黑宋简体" pitchFamily="2" charset="-122"/>
              <a:ea typeface="方正粗黑宋简体" pitchFamily="2" charset="-122"/>
            </a:endParaRPr>
          </a:p>
        </p:txBody>
      </p:sp>
      <p:sp>
        <p:nvSpPr>
          <p:cNvPr id="17419" name="下箭头 12"/>
          <p:cNvSpPr>
            <a:spLocks noChangeArrowheads="1"/>
          </p:cNvSpPr>
          <p:nvPr/>
        </p:nvSpPr>
        <p:spPr bwMode="auto">
          <a:xfrm>
            <a:off x="3491612" y="2907209"/>
            <a:ext cx="180975" cy="308372"/>
          </a:xfrm>
          <a:prstGeom prst="downArrow">
            <a:avLst>
              <a:gd name="adj1" fmla="val 50000"/>
              <a:gd name="adj2" fmla="val 49709"/>
            </a:avLst>
          </a:prstGeom>
          <a:solidFill>
            <a:srgbClr val="00B0F0"/>
          </a:solidFill>
          <a:ln w="25400" algn="ctr">
            <a:solidFill>
              <a:schemeClr val="tx1"/>
            </a:solidFill>
            <a:round/>
            <a:headEnd/>
            <a:tailEnd/>
          </a:ln>
        </p:spPr>
        <p:txBody>
          <a:bodyPr/>
          <a:lstStyle/>
          <a:p>
            <a:endParaRPr lang="zh-CN" altLang="en-US"/>
          </a:p>
        </p:txBody>
      </p:sp>
      <p:sp>
        <p:nvSpPr>
          <p:cNvPr id="17420" name="矩形 13"/>
          <p:cNvSpPr>
            <a:spLocks noChangeArrowheads="1"/>
          </p:cNvSpPr>
          <p:nvPr/>
        </p:nvSpPr>
        <p:spPr bwMode="auto">
          <a:xfrm>
            <a:off x="2545461" y="3215581"/>
            <a:ext cx="23558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400">
                <a:solidFill>
                  <a:srgbClr val="FF0000"/>
                </a:solidFill>
                <a:latin typeface="方正粗黑宋简体" pitchFamily="2" charset="-122"/>
                <a:ea typeface="方正粗黑宋简体" pitchFamily="2" charset="-122"/>
              </a:rPr>
              <a:t>高度历史责任感</a:t>
            </a:r>
            <a:endParaRPr lang="en-US" altLang="zh-CN" sz="2400">
              <a:solidFill>
                <a:srgbClr val="FF0000"/>
              </a:solidFill>
              <a:latin typeface="方正粗黑宋简体" pitchFamily="2" charset="-122"/>
              <a:ea typeface="方正粗黑宋简体" pitchFamily="2" charset="-122"/>
            </a:endParaRPr>
          </a:p>
        </p:txBody>
      </p:sp>
      <p:sp>
        <p:nvSpPr>
          <p:cNvPr id="17421" name="矩形 14"/>
          <p:cNvSpPr>
            <a:spLocks noChangeArrowheads="1"/>
          </p:cNvSpPr>
          <p:nvPr/>
        </p:nvSpPr>
        <p:spPr bwMode="auto">
          <a:xfrm>
            <a:off x="1013524" y="4019253"/>
            <a:ext cx="177641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400">
                <a:solidFill>
                  <a:srgbClr val="FF0000"/>
                </a:solidFill>
                <a:latin typeface="方正粗黑宋简体" pitchFamily="2" charset="-122"/>
                <a:ea typeface="方正粗黑宋简体" pitchFamily="2" charset="-122"/>
              </a:rPr>
              <a:t>提携后进</a:t>
            </a:r>
            <a:endParaRPr lang="en-US" altLang="zh-CN" sz="2400">
              <a:solidFill>
                <a:srgbClr val="FF0000"/>
              </a:solidFill>
              <a:latin typeface="方正粗黑宋简体" pitchFamily="2" charset="-122"/>
              <a:ea typeface="方正粗黑宋简体" pitchFamily="2" charset="-122"/>
            </a:endParaRPr>
          </a:p>
        </p:txBody>
      </p:sp>
      <p:sp>
        <p:nvSpPr>
          <p:cNvPr id="17422" name="矩形 15"/>
          <p:cNvSpPr>
            <a:spLocks noChangeArrowheads="1"/>
          </p:cNvSpPr>
          <p:nvPr/>
        </p:nvSpPr>
        <p:spPr bwMode="auto">
          <a:xfrm>
            <a:off x="2597850" y="3987106"/>
            <a:ext cx="155098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zh-CN" altLang="en-US" sz="2400">
                <a:solidFill>
                  <a:srgbClr val="FF0000"/>
                </a:solidFill>
                <a:latin typeface="方正粗黑宋简体" pitchFamily="2" charset="-122"/>
                <a:ea typeface="方正粗黑宋简体" pitchFamily="2" charset="-122"/>
              </a:rPr>
              <a:t>培育人才</a:t>
            </a:r>
            <a:endParaRPr lang="zh-CN" altLang="zh-CN" sz="2400">
              <a:solidFill>
                <a:srgbClr val="FF0000"/>
              </a:solidFill>
              <a:latin typeface="方正粗黑宋简体" pitchFamily="2" charset="-122"/>
              <a:ea typeface="方正粗黑宋简体" pitchFamily="2" charset="-122"/>
            </a:endParaRPr>
          </a:p>
        </p:txBody>
      </p:sp>
    </p:spTree>
    <p:extLst>
      <p:ext uri="{BB962C8B-B14F-4D97-AF65-F5344CB8AC3E}">
        <p14:creationId xmlns:p14="http://schemas.microsoft.com/office/powerpoint/2010/main" val="343514000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61696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273040" y="371476"/>
            <a:ext cx="3747135" cy="2476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23944" y="184785"/>
            <a:ext cx="1730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a:t>
            </a:r>
            <a:endParaRPr lang="zh-CN" altLang="en-US" sz="2000" b="1" dirty="0">
              <a:solidFill>
                <a:srgbClr val="314865"/>
              </a:solidFill>
              <a:latin typeface="+mj-ea"/>
            </a:endParaRPr>
          </a:p>
        </p:txBody>
      </p:sp>
      <p:sp>
        <p:nvSpPr>
          <p:cNvPr id="22" name="TextBox 2"/>
          <p:cNvSpPr txBox="1">
            <a:spLocks noChangeArrowheads="1"/>
          </p:cNvSpPr>
          <p:nvPr/>
        </p:nvSpPr>
        <p:spPr bwMode="auto">
          <a:xfrm>
            <a:off x="611188" y="692150"/>
            <a:ext cx="7567612" cy="962956"/>
          </a:xfrm>
          <a:prstGeom prst="rect">
            <a:avLst/>
          </a:prstGeom>
          <a:ln>
            <a:headEnd/>
            <a:tailEnd/>
          </a:ln>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50000"/>
              </a:lnSpc>
            </a:pPr>
            <a:r>
              <a:rPr lang="zh-CN" altLang="en-US" sz="2000" dirty="0" smtClean="0">
                <a:solidFill>
                  <a:srgbClr val="FF0000"/>
                </a:solidFill>
                <a:latin typeface="Calibri" pitchFamily="34" charset="0"/>
                <a:ea typeface="宋体" pitchFamily="2" charset="-122"/>
                <a:sym typeface="Symbol" pitchFamily="18" charset="2"/>
              </a:rPr>
              <a:t>问题</a:t>
            </a:r>
            <a:r>
              <a:rPr lang="en-US" altLang="zh-CN" sz="2000" dirty="0" smtClean="0">
                <a:solidFill>
                  <a:srgbClr val="FF0000"/>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由梯形、辛普森和柯特斯求积公式余项，分析随着求积节点</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         数的增加，对应公式的精度是怎样变化？</a:t>
            </a:r>
          </a:p>
        </p:txBody>
      </p:sp>
      <p:sp>
        <p:nvSpPr>
          <p:cNvPr id="23" name="TextBox 3"/>
          <p:cNvSpPr txBox="1">
            <a:spLocks noChangeArrowheads="1"/>
          </p:cNvSpPr>
          <p:nvPr/>
        </p:nvSpPr>
        <p:spPr bwMode="auto">
          <a:xfrm>
            <a:off x="613728" y="1910715"/>
            <a:ext cx="7575232" cy="1015663"/>
          </a:xfrm>
          <a:prstGeom prst="rect">
            <a:avLst/>
          </a:prstGeom>
          <a:ln>
            <a:headEnd/>
            <a:tailEnd/>
          </a:ln>
          <a:scene3d>
            <a:camera prst="orthographicFront"/>
            <a:lightRig rig="threePt" dir="t"/>
          </a:scene3d>
          <a:sp3d>
            <a:bevelT/>
          </a:sp3d>
        </p:spPr>
        <p:style>
          <a:lnRef idx="1">
            <a:schemeClr val="accent2"/>
          </a:lnRef>
          <a:fillRef idx="2">
            <a:schemeClr val="accent2"/>
          </a:fillRef>
          <a:effectRef idx="1">
            <a:schemeClr val="accent2"/>
          </a:effectRef>
          <a:fontRef idx="minor">
            <a:schemeClr val="dk1"/>
          </a:fontRef>
        </p:style>
        <p:txBody>
          <a:bodyPr wrap="square">
            <a:spAutoFit/>
          </a:bodyPr>
          <a:lstStyle/>
          <a:p>
            <a:pPr>
              <a:lnSpc>
                <a:spcPct val="150000"/>
              </a:lnSpc>
            </a:pPr>
            <a:r>
              <a:rPr lang="zh-CN" altLang="en-US" sz="2000" dirty="0" smtClean="0">
                <a:solidFill>
                  <a:srgbClr val="FF0000"/>
                </a:solidFill>
                <a:latin typeface="Calibri" pitchFamily="34" charset="0"/>
                <a:ea typeface="宋体" pitchFamily="2" charset="-122"/>
                <a:sym typeface="Symbol" pitchFamily="18" charset="2"/>
              </a:rPr>
              <a:t>问题</a:t>
            </a:r>
            <a:r>
              <a:rPr lang="en-US" altLang="zh-CN" sz="2000" dirty="0" smtClean="0">
                <a:solidFill>
                  <a:srgbClr val="FF0000"/>
                </a:solidFill>
                <a:latin typeface="Calibri" pitchFamily="34" charset="0"/>
                <a:ea typeface="宋体" pitchFamily="2" charset="-122"/>
                <a:sym typeface="Symbol" pitchFamily="18" charset="2"/>
              </a:rPr>
              <a:t>2  </a:t>
            </a:r>
            <a:r>
              <a:rPr lang="zh-CN" altLang="en-US" sz="2000" dirty="0" smtClean="0">
                <a:solidFill>
                  <a:schemeClr val="dk1"/>
                </a:solidFill>
                <a:latin typeface="Calibri" pitchFamily="34" charset="0"/>
                <a:ea typeface="宋体" pitchFamily="2" charset="-122"/>
                <a:sym typeface="Symbol" pitchFamily="18" charset="2"/>
              </a:rPr>
              <a:t>当              时，</a:t>
            </a:r>
            <a:r>
              <a:rPr lang="en-US" altLang="zh-CN" sz="2000" dirty="0" smtClean="0">
                <a:solidFill>
                  <a:schemeClr val="dk1"/>
                </a:solidFill>
                <a:latin typeface="Calibri" pitchFamily="34" charset="0"/>
                <a:ea typeface="宋体" pitchFamily="2" charset="-122"/>
                <a:sym typeface="Symbol" pitchFamily="18" charset="2"/>
              </a:rPr>
              <a:t>Newton-Cotes </a:t>
            </a:r>
            <a:r>
              <a:rPr lang="zh-CN" altLang="en-US" sz="2000" dirty="0" smtClean="0">
                <a:solidFill>
                  <a:schemeClr val="dk1"/>
                </a:solidFill>
                <a:latin typeface="Calibri" pitchFamily="34" charset="0"/>
                <a:ea typeface="宋体" pitchFamily="2" charset="-122"/>
                <a:sym typeface="Symbol" pitchFamily="18" charset="2"/>
              </a:rPr>
              <a:t>求积公式还具有数值稳定性吗？</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可用增加求积节点数的方法来提高计算精度吗？</a:t>
            </a:r>
          </a:p>
        </p:txBody>
      </p:sp>
      <p:sp>
        <p:nvSpPr>
          <p:cNvPr id="24" name="TextBox 5"/>
          <p:cNvSpPr txBox="1">
            <a:spLocks noChangeArrowheads="1"/>
          </p:cNvSpPr>
          <p:nvPr/>
        </p:nvSpPr>
        <p:spPr bwMode="auto">
          <a:xfrm>
            <a:off x="625792" y="3195320"/>
            <a:ext cx="7563167" cy="1477328"/>
          </a:xfrm>
          <a:prstGeom prst="rect">
            <a:avLst/>
          </a:prstGeom>
          <a:ln>
            <a:headEnd/>
            <a:tailEnd/>
          </a:ln>
          <a:scene3d>
            <a:camera prst="orthographicFront"/>
            <a:lightRig rig="threePt" dir="t"/>
          </a:scene3d>
          <a:sp3d>
            <a:bevelT/>
          </a:sp3d>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在实际应用中，通常将积分区间分成若干小区间，将每个小区间上的计算结果加起来得到整个区间上的求积公式，这就是复化求积公式的基本思想</a:t>
            </a:r>
            <a:r>
              <a:rPr lang="en-US" altLang="zh-CN" sz="2000" dirty="0" smtClean="0">
                <a:solidFill>
                  <a:schemeClr val="dk1"/>
                </a:solidFill>
                <a:latin typeface="Calibri" pitchFamily="34" charset="0"/>
                <a:ea typeface="宋体" pitchFamily="2" charset="-122"/>
                <a:sym typeface="Symbol" pitchFamily="18" charset="2"/>
              </a:rPr>
              <a:t>.</a:t>
            </a: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59395" name="Object 2"/>
          <p:cNvGraphicFramePr>
            <a:graphicFrameLocks noChangeAspect="1"/>
          </p:cNvGraphicFramePr>
          <p:nvPr/>
        </p:nvGraphicFramePr>
        <p:xfrm>
          <a:off x="1767523" y="2115185"/>
          <a:ext cx="779462" cy="241300"/>
        </p:xfrm>
        <a:graphic>
          <a:graphicData uri="http://schemas.openxmlformats.org/presentationml/2006/ole">
            <mc:AlternateContent xmlns:mc="http://schemas.openxmlformats.org/markup-compatibility/2006">
              <mc:Choice xmlns:v="urn:schemas-microsoft-com:vml" Requires="v">
                <p:oleObj spid="_x0000_s59407" name="Equation" r:id="rId3" imgW="533160" imgH="241200" progId="Equation.DSMT4">
                  <p:embed/>
                </p:oleObj>
              </mc:Choice>
              <mc:Fallback>
                <p:oleObj name="Equation" r:id="rId3" imgW="533160" imgH="2412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7523" y="2115185"/>
                        <a:ext cx="779462"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blinds(horizontal)">
                                      <p:cBhvr>
                                        <p:cTn id="22" dur="500"/>
                                        <p:tgtEl>
                                          <p:spTgt spid="22"/>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animEffect transition="in" filter="blinds(horizontal)">
                                      <p:cBhvr>
                                        <p:cTn id="27" dur="500"/>
                                        <p:tgtEl>
                                          <p:spTgt spid="23"/>
                                        </p:tgtEl>
                                      </p:cBhvr>
                                    </p:animEffect>
                                  </p:childTnLst>
                                </p:cTn>
                              </p:par>
                              <p:par>
                                <p:cTn id="28" presetID="3" presetClass="entr" presetSubtype="10" fill="hold" nodeType="withEffect">
                                  <p:stCondLst>
                                    <p:cond delay="0"/>
                                  </p:stCondLst>
                                  <p:childTnLst>
                                    <p:set>
                                      <p:cBhvr>
                                        <p:cTn id="29" dur="1" fill="hold">
                                          <p:stCondLst>
                                            <p:cond delay="0"/>
                                          </p:stCondLst>
                                        </p:cTn>
                                        <p:tgtEl>
                                          <p:spTgt spid="59395"/>
                                        </p:tgtEl>
                                        <p:attrNameLst>
                                          <p:attrName>style.visibility</p:attrName>
                                        </p:attrNameLst>
                                      </p:cBhvr>
                                      <p:to>
                                        <p:strVal val="visible"/>
                                      </p:to>
                                    </p:set>
                                    <p:animEffect transition="in" filter="blinds(horizontal)">
                                      <p:cBhvr>
                                        <p:cTn id="30" dur="500"/>
                                        <p:tgtEl>
                                          <p:spTgt spid="59395"/>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animEffect transition="in" filter="blinds(horizontal)">
                                      <p:cBhvr>
                                        <p:cTn id="35"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2" grpId="0" animBg="1"/>
      <p:bldP spid="23" grpId="0" animBg="1"/>
      <p:bldP spid="24"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61696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273040" y="371476"/>
            <a:ext cx="3747135" cy="2476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23944" y="184785"/>
            <a:ext cx="1730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a:t>
            </a:r>
            <a:endParaRPr lang="zh-CN" altLang="en-US" sz="2000" b="1" dirty="0">
              <a:solidFill>
                <a:srgbClr val="314865"/>
              </a:solidFill>
              <a:latin typeface="+mj-ea"/>
            </a:endParaRPr>
          </a:p>
        </p:txBody>
      </p:sp>
      <p:sp>
        <p:nvSpPr>
          <p:cNvPr id="10" name="Text Box 26"/>
          <p:cNvSpPr txBox="1">
            <a:spLocks noChangeArrowheads="1"/>
          </p:cNvSpPr>
          <p:nvPr/>
        </p:nvSpPr>
        <p:spPr bwMode="auto">
          <a:xfrm>
            <a:off x="462456" y="534714"/>
            <a:ext cx="7987862" cy="1232260"/>
          </a:xfrm>
          <a:prstGeom prst="rect">
            <a:avLst/>
          </a:prstGeom>
          <a:noFill/>
          <a:ln w="9525">
            <a:noFill/>
            <a:miter lim="800000"/>
            <a:headEnd/>
            <a:tailEnd/>
          </a:ln>
        </p:spPr>
        <p:txBody>
          <a:bodyPr wrap="square">
            <a:spAutoFit/>
          </a:bodyPr>
          <a:lstStyle/>
          <a:p>
            <a:pPr algn="l">
              <a:lnSpc>
                <a:spcPct val="200000"/>
              </a:lnSpc>
            </a:pPr>
            <a:r>
              <a:rPr lang="zh-CN" altLang="en-US" sz="2000" dirty="0" smtClean="0">
                <a:solidFill>
                  <a:schemeClr val="dk1"/>
                </a:solidFill>
                <a:latin typeface="Calibri" pitchFamily="34" charset="0"/>
                <a:ea typeface="宋体" pitchFamily="2" charset="-122"/>
                <a:sym typeface="Symbol" pitchFamily="18" charset="2"/>
              </a:rPr>
              <a:t>在区间</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上，取等距节点                                                                 由定积分的区间可加性，有</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2" name="Object 37"/>
          <p:cNvGraphicFramePr>
            <a:graphicFrameLocks noChangeAspect="1"/>
          </p:cNvGraphicFramePr>
          <p:nvPr/>
        </p:nvGraphicFramePr>
        <p:xfrm>
          <a:off x="1338251" y="803133"/>
          <a:ext cx="514350" cy="293687"/>
        </p:xfrm>
        <a:graphic>
          <a:graphicData uri="http://schemas.openxmlformats.org/presentationml/2006/ole">
            <mc:AlternateContent xmlns:mc="http://schemas.openxmlformats.org/markup-compatibility/2006">
              <mc:Choice xmlns:v="urn:schemas-microsoft-com:vml" Requires="v">
                <p:oleObj spid="_x0000_s60517" name="Equation" r:id="rId3" imgW="533160" imgH="304560" progId="Equation.DSMT4">
                  <p:embed/>
                </p:oleObj>
              </mc:Choice>
              <mc:Fallback>
                <p:oleObj name="Equation" r:id="rId3" imgW="533160" imgH="304560" progId="Equation.DSMT4">
                  <p:embed/>
                  <p:pic>
                    <p:nvPicPr>
                      <p:cNvPr id="0" name="Object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8251" y="803133"/>
                        <a:ext cx="514350" cy="293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37"/>
          <p:cNvGraphicFramePr>
            <a:graphicFrameLocks noChangeAspect="1"/>
          </p:cNvGraphicFramePr>
          <p:nvPr/>
        </p:nvGraphicFramePr>
        <p:xfrm>
          <a:off x="3702652" y="641174"/>
          <a:ext cx="3511550" cy="587375"/>
        </p:xfrm>
        <a:graphic>
          <a:graphicData uri="http://schemas.openxmlformats.org/presentationml/2006/ole">
            <mc:AlternateContent xmlns:mc="http://schemas.openxmlformats.org/markup-compatibility/2006">
              <mc:Choice xmlns:v="urn:schemas-microsoft-com:vml" Requires="v">
                <p:oleObj spid="_x0000_s60518" name="Equation" r:id="rId5" imgW="3644640" imgH="609480" progId="Equation.DSMT4">
                  <p:embed/>
                </p:oleObj>
              </mc:Choice>
              <mc:Fallback>
                <p:oleObj name="Equation" r:id="rId5" imgW="3644640" imgH="60948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2652" y="641174"/>
                        <a:ext cx="3511550"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7"/>
          <p:cNvGraphicFramePr>
            <a:graphicFrameLocks noChangeAspect="1"/>
          </p:cNvGraphicFramePr>
          <p:nvPr/>
        </p:nvGraphicFramePr>
        <p:xfrm>
          <a:off x="2900746" y="1238108"/>
          <a:ext cx="3328988" cy="660400"/>
        </p:xfrm>
        <a:graphic>
          <a:graphicData uri="http://schemas.openxmlformats.org/presentationml/2006/ole">
            <mc:AlternateContent xmlns:mc="http://schemas.openxmlformats.org/markup-compatibility/2006">
              <mc:Choice xmlns:v="urn:schemas-microsoft-com:vml" Requires="v">
                <p:oleObj spid="_x0000_s60519" name="Equation" r:id="rId7" imgW="3454200" imgH="685800" progId="Equation.DSMT4">
                  <p:embed/>
                </p:oleObj>
              </mc:Choice>
              <mc:Fallback>
                <p:oleObj name="Equation" r:id="rId7" imgW="3454200" imgH="685800" progId="Equation.DSMT4">
                  <p:embed/>
                  <p:pic>
                    <p:nvPicPr>
                      <p:cNvPr id="0" name="Picture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00746" y="1238108"/>
                        <a:ext cx="3328988"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7"/>
          <p:cNvGraphicFramePr>
            <a:graphicFrameLocks noChangeAspect="1"/>
          </p:cNvGraphicFramePr>
          <p:nvPr/>
        </p:nvGraphicFramePr>
        <p:xfrm>
          <a:off x="2227110" y="2392264"/>
          <a:ext cx="3327400" cy="660400"/>
        </p:xfrm>
        <a:graphic>
          <a:graphicData uri="http://schemas.openxmlformats.org/presentationml/2006/ole">
            <mc:AlternateContent xmlns:mc="http://schemas.openxmlformats.org/markup-compatibility/2006">
              <mc:Choice xmlns:v="urn:schemas-microsoft-com:vml" Requires="v">
                <p:oleObj spid="_x0000_s60520" name="Equation" r:id="rId9" imgW="3454200" imgH="685800" progId="Equation.DSMT4">
                  <p:embed/>
                </p:oleObj>
              </mc:Choice>
              <mc:Fallback>
                <p:oleObj name="Equation" r:id="rId9" imgW="3454200" imgH="685800" progId="Equation.DSMT4">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27110" y="2392264"/>
                        <a:ext cx="33274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31" name="Object 39"/>
          <p:cNvGraphicFramePr>
            <a:graphicFrameLocks noChangeAspect="1"/>
          </p:cNvGraphicFramePr>
          <p:nvPr/>
        </p:nvGraphicFramePr>
        <p:xfrm>
          <a:off x="601028" y="2924810"/>
          <a:ext cx="7207250" cy="598488"/>
        </p:xfrm>
        <a:graphic>
          <a:graphicData uri="http://schemas.openxmlformats.org/presentationml/2006/ole">
            <mc:AlternateContent xmlns:mc="http://schemas.openxmlformats.org/markup-compatibility/2006">
              <mc:Choice xmlns:v="urn:schemas-microsoft-com:vml" Requires="v">
                <p:oleObj spid="_x0000_s60521" name="Equation" r:id="rId11" imgW="7327800" imgH="609480" progId="Equation.DSMT4">
                  <p:embed/>
                </p:oleObj>
              </mc:Choice>
              <mc:Fallback>
                <p:oleObj name="Equation" r:id="rId11" imgW="7327800" imgH="609480" progId="Equation.DSMT4">
                  <p:embed/>
                  <p:pic>
                    <p:nvPicPr>
                      <p:cNvPr id="0" name="Object 3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01028" y="2924810"/>
                        <a:ext cx="7207250" cy="59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32" name="Object 40"/>
          <p:cNvGraphicFramePr>
            <a:graphicFrameLocks noChangeAspect="1"/>
          </p:cNvGraphicFramePr>
          <p:nvPr/>
        </p:nvGraphicFramePr>
        <p:xfrm>
          <a:off x="3199765" y="3021648"/>
          <a:ext cx="3357563" cy="765175"/>
        </p:xfrm>
        <a:graphic>
          <a:graphicData uri="http://schemas.openxmlformats.org/presentationml/2006/ole">
            <mc:AlternateContent xmlns:mc="http://schemas.openxmlformats.org/markup-compatibility/2006">
              <mc:Choice xmlns:v="urn:schemas-microsoft-com:vml" Requires="v">
                <p:oleObj spid="_x0000_s60522" name="Equation" r:id="rId13" imgW="2730240" imgH="622080" progId="Equation.DSMT4">
                  <p:embed/>
                </p:oleObj>
              </mc:Choice>
              <mc:Fallback>
                <p:oleObj name="Equation" r:id="rId13" imgW="2730240" imgH="622080" progId="Equation.DSMT4">
                  <p:embed/>
                  <p:pic>
                    <p:nvPicPr>
                      <p:cNvPr id="0" name="Object 4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99765" y="3021648"/>
                        <a:ext cx="3357563"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30"/>
          <p:cNvSpPr txBox="1">
            <a:spLocks noChangeArrowheads="1"/>
          </p:cNvSpPr>
          <p:nvPr/>
        </p:nvSpPr>
        <p:spPr bwMode="auto">
          <a:xfrm>
            <a:off x="558800" y="3652520"/>
            <a:ext cx="7457440" cy="1260345"/>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称为复化梯形公式，记为</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  </a:t>
            </a:r>
          </a:p>
        </p:txBody>
      </p:sp>
      <p:sp>
        <p:nvSpPr>
          <p:cNvPr id="19" name="Text Box 26"/>
          <p:cNvSpPr txBox="1">
            <a:spLocks noChangeArrowheads="1"/>
          </p:cNvSpPr>
          <p:nvPr/>
        </p:nvSpPr>
        <p:spPr bwMode="auto">
          <a:xfrm>
            <a:off x="545836" y="2002308"/>
            <a:ext cx="7987862" cy="455125"/>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若在每个小区间                用梯形公式，则有</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7" name="Object 37"/>
          <p:cNvGraphicFramePr>
            <a:graphicFrameLocks noChangeAspect="1"/>
          </p:cNvGraphicFramePr>
          <p:nvPr/>
        </p:nvGraphicFramePr>
        <p:xfrm>
          <a:off x="2454910" y="2098040"/>
          <a:ext cx="844550" cy="319088"/>
        </p:xfrm>
        <a:graphic>
          <a:graphicData uri="http://schemas.openxmlformats.org/presentationml/2006/ole">
            <mc:AlternateContent xmlns:mc="http://schemas.openxmlformats.org/markup-compatibility/2006">
              <mc:Choice xmlns:v="urn:schemas-microsoft-com:vml" Requires="v">
                <p:oleObj spid="_x0000_s60523" name="Equation" r:id="rId15" imgW="876240" imgH="330120" progId="Equation.DSMT4">
                  <p:embed/>
                </p:oleObj>
              </mc:Choice>
              <mc:Fallback>
                <p:oleObj name="Equation" r:id="rId15" imgW="876240" imgH="330120" progId="Equation.DSMT4">
                  <p:embed/>
                  <p:pic>
                    <p:nvPicPr>
                      <p:cNvPr id="0" name="Picture 1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454910" y="2098040"/>
                        <a:ext cx="844550" cy="319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833" name="Object 41"/>
          <p:cNvGraphicFramePr>
            <a:graphicFrameLocks noChangeAspect="1"/>
          </p:cNvGraphicFramePr>
          <p:nvPr/>
        </p:nvGraphicFramePr>
        <p:xfrm>
          <a:off x="2000250" y="4007168"/>
          <a:ext cx="5418138" cy="765175"/>
        </p:xfrm>
        <a:graphic>
          <a:graphicData uri="http://schemas.openxmlformats.org/presentationml/2006/ole">
            <mc:AlternateContent xmlns:mc="http://schemas.openxmlformats.org/markup-compatibility/2006">
              <mc:Choice xmlns:v="urn:schemas-microsoft-com:vml" Requires="v">
                <p:oleObj spid="_x0000_s60524" name="Equation" r:id="rId17" imgW="4406760" imgH="622080" progId="Equation.DSMT4">
                  <p:embed/>
                </p:oleObj>
              </mc:Choice>
              <mc:Fallback>
                <p:oleObj name="Equation" r:id="rId17" imgW="4406760" imgH="622080" progId="Equation.DSMT4">
                  <p:embed/>
                  <p:pic>
                    <p:nvPicPr>
                      <p:cNvPr id="0" name="Object 4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000250" y="4007168"/>
                        <a:ext cx="5418138"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par>
                                <p:cTn id="23" presetID="3" presetClass="entr" presetSubtype="1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par>
                                <p:cTn id="26" presetID="3" presetClass="entr" presetSubtype="1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blinds(horizontal)">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blinds(horizontal)">
                                      <p:cBhvr>
                                        <p:cTn id="38" dur="500"/>
                                        <p:tgtEl>
                                          <p:spTgt spid="19"/>
                                        </p:tgtEl>
                                      </p:cBhvr>
                                    </p:animEffect>
                                  </p:childTnLst>
                                </p:cTn>
                              </p:par>
                              <p:par>
                                <p:cTn id="39" presetID="3" presetClass="entr" presetSubtype="10" fill="hold" nodeType="with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blinds(horizontal)">
                                      <p:cBhvr>
                                        <p:cTn id="41" dur="500"/>
                                        <p:tgtEl>
                                          <p:spTgt spid="7"/>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blinds(horizontal)">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nodeType="clickEffect">
                                  <p:stCondLst>
                                    <p:cond delay="0"/>
                                  </p:stCondLst>
                                  <p:childTnLst>
                                    <p:set>
                                      <p:cBhvr>
                                        <p:cTn id="50" dur="1" fill="hold">
                                          <p:stCondLst>
                                            <p:cond delay="0"/>
                                          </p:stCondLst>
                                        </p:cTn>
                                        <p:tgtEl>
                                          <p:spTgt spid="33831"/>
                                        </p:tgtEl>
                                        <p:attrNameLst>
                                          <p:attrName>style.visibility</p:attrName>
                                        </p:attrNameLst>
                                      </p:cBhvr>
                                      <p:to>
                                        <p:strVal val="visible"/>
                                      </p:to>
                                    </p:set>
                                    <p:anim calcmode="lin" valueType="num">
                                      <p:cBhvr additive="base">
                                        <p:cTn id="51" dur="500" fill="hold"/>
                                        <p:tgtEl>
                                          <p:spTgt spid="33831"/>
                                        </p:tgtEl>
                                        <p:attrNameLst>
                                          <p:attrName>ppt_x</p:attrName>
                                        </p:attrNameLst>
                                      </p:cBhvr>
                                      <p:tavLst>
                                        <p:tav tm="0">
                                          <p:val>
                                            <p:strVal val="#ppt_x"/>
                                          </p:val>
                                        </p:tav>
                                        <p:tav tm="100000">
                                          <p:val>
                                            <p:strVal val="#ppt_x"/>
                                          </p:val>
                                        </p:tav>
                                      </p:tavLst>
                                    </p:anim>
                                    <p:anim calcmode="lin" valueType="num">
                                      <p:cBhvr additive="base">
                                        <p:cTn id="52" dur="500" fill="hold"/>
                                        <p:tgtEl>
                                          <p:spTgt spid="3383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33831"/>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33832"/>
                                        </p:tgtEl>
                                        <p:attrNameLst>
                                          <p:attrName>style.visibility</p:attrName>
                                        </p:attrNameLst>
                                      </p:cBhvr>
                                      <p:to>
                                        <p:strVal val="visible"/>
                                      </p:to>
                                    </p:set>
                                    <p:animEffect transition="in" filter="blinds(horizontal)">
                                      <p:cBhvr>
                                        <p:cTn id="57" dur="500"/>
                                        <p:tgtEl>
                                          <p:spTgt spid="33832"/>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blinds(horizontal)">
                                      <p:cBhvr>
                                        <p:cTn id="62" dur="500"/>
                                        <p:tgtEl>
                                          <p:spTgt spid="18"/>
                                        </p:tgtEl>
                                      </p:cBhvr>
                                    </p:animEffect>
                                  </p:childTnLst>
                                </p:cTn>
                              </p:par>
                              <p:par>
                                <p:cTn id="63" presetID="3" presetClass="entr" presetSubtype="10" fill="hold" nodeType="withEffect">
                                  <p:stCondLst>
                                    <p:cond delay="0"/>
                                  </p:stCondLst>
                                  <p:childTnLst>
                                    <p:set>
                                      <p:cBhvr>
                                        <p:cTn id="64" dur="1" fill="hold">
                                          <p:stCondLst>
                                            <p:cond delay="0"/>
                                          </p:stCondLst>
                                        </p:cTn>
                                        <p:tgtEl>
                                          <p:spTgt spid="33833"/>
                                        </p:tgtEl>
                                        <p:attrNameLst>
                                          <p:attrName>style.visibility</p:attrName>
                                        </p:attrNameLst>
                                      </p:cBhvr>
                                      <p:to>
                                        <p:strVal val="visible"/>
                                      </p:to>
                                    </p:set>
                                    <p:animEffect transition="in" filter="blinds(horizontal)">
                                      <p:cBhvr>
                                        <p:cTn id="65" dur="500"/>
                                        <p:tgtEl>
                                          <p:spTgt spid="338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0" grpId="0"/>
      <p:bldP spid="18" grpId="0"/>
      <p:bldP spid="1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61696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273040" y="371476"/>
            <a:ext cx="3747135" cy="2476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23944" y="184785"/>
            <a:ext cx="1730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a:t>
            </a:r>
            <a:endParaRPr lang="zh-CN" altLang="en-US" sz="2000" b="1" dirty="0">
              <a:solidFill>
                <a:srgbClr val="314865"/>
              </a:solidFill>
              <a:latin typeface="+mj-ea"/>
            </a:endParaRPr>
          </a:p>
        </p:txBody>
      </p:sp>
      <p:pic>
        <p:nvPicPr>
          <p:cNvPr id="5" name="图片 1" descr="2.jpg"/>
          <p:cNvPicPr>
            <a:picLocks noChangeAspect="1"/>
          </p:cNvPicPr>
          <p:nvPr/>
        </p:nvPicPr>
        <p:blipFill>
          <a:blip r:embed="rId2" cstate="print"/>
          <a:srcRect/>
          <a:stretch>
            <a:fillRect/>
          </a:stretch>
        </p:blipFill>
        <p:spPr bwMode="auto">
          <a:xfrm>
            <a:off x="1578610" y="1294765"/>
            <a:ext cx="5600700" cy="3028950"/>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ox(in)">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61696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273040" y="371476"/>
            <a:ext cx="3747135" cy="2476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23944" y="184785"/>
            <a:ext cx="1730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a:t>
            </a:r>
            <a:endParaRPr lang="zh-CN" altLang="en-US" sz="2000" b="1" dirty="0">
              <a:solidFill>
                <a:srgbClr val="314865"/>
              </a:solidFill>
              <a:latin typeface="+mj-ea"/>
            </a:endParaRPr>
          </a:p>
        </p:txBody>
      </p:sp>
      <p:graphicFrame>
        <p:nvGraphicFramePr>
          <p:cNvPr id="34844" name="Object 28"/>
          <p:cNvGraphicFramePr>
            <a:graphicFrameLocks noChangeAspect="1"/>
          </p:cNvGraphicFramePr>
          <p:nvPr/>
        </p:nvGraphicFramePr>
        <p:xfrm>
          <a:off x="1222693" y="675957"/>
          <a:ext cx="6303962" cy="3616326"/>
        </p:xfrm>
        <a:graphic>
          <a:graphicData uri="http://schemas.openxmlformats.org/presentationml/2006/ole">
            <mc:AlternateContent xmlns:mc="http://schemas.openxmlformats.org/markup-compatibility/2006">
              <mc:Choice xmlns:v="urn:schemas-microsoft-com:vml" Requires="v">
                <p:oleObj spid="_x0000_s61454" name="Equation" r:id="rId3" imgW="5778360" imgH="3314520" progId="Equation.DSMT4">
                  <p:embed/>
                </p:oleObj>
              </mc:Choice>
              <mc:Fallback>
                <p:oleObj name="Equation" r:id="rId3" imgW="5778360" imgH="331452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2693" y="675957"/>
                        <a:ext cx="6303962" cy="36163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4844"/>
                                        </p:tgtEl>
                                        <p:attrNameLst>
                                          <p:attrName>style.visibility</p:attrName>
                                        </p:attrNameLst>
                                      </p:cBhvr>
                                      <p:to>
                                        <p:strVal val="visible"/>
                                      </p:to>
                                    </p:set>
                                    <p:animEffect transition="in" filter="wipe(left)">
                                      <p:cBhvr>
                                        <p:cTn id="22" dur="500"/>
                                        <p:tgtEl>
                                          <p:spTgt spid="34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61696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273040" y="371476"/>
            <a:ext cx="3747135" cy="2476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23944" y="184785"/>
            <a:ext cx="1730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a:t>
            </a:r>
            <a:endParaRPr lang="zh-CN" altLang="en-US" sz="2000" b="1" dirty="0">
              <a:solidFill>
                <a:srgbClr val="314865"/>
              </a:solidFill>
              <a:latin typeface="+mj-ea"/>
            </a:endParaRPr>
          </a:p>
        </p:txBody>
      </p:sp>
      <p:graphicFrame>
        <p:nvGraphicFramePr>
          <p:cNvPr id="35868" name="Object 28"/>
          <p:cNvGraphicFramePr>
            <a:graphicFrameLocks noChangeAspect="1"/>
          </p:cNvGraphicFramePr>
          <p:nvPr/>
        </p:nvGraphicFramePr>
        <p:xfrm>
          <a:off x="1557020" y="1030288"/>
          <a:ext cx="5449888" cy="3744912"/>
        </p:xfrm>
        <a:graphic>
          <a:graphicData uri="http://schemas.openxmlformats.org/presentationml/2006/ole">
            <mc:AlternateContent xmlns:mc="http://schemas.openxmlformats.org/markup-compatibility/2006">
              <mc:Choice xmlns:v="urn:schemas-microsoft-com:vml" Requires="v">
                <p:oleObj spid="_x0000_s62478" name="Equation" r:id="rId3" imgW="4431960" imgH="3047760" progId="Equation.DSMT4">
                  <p:embed/>
                </p:oleObj>
              </mc:Choice>
              <mc:Fallback>
                <p:oleObj name="Equation" r:id="rId3" imgW="4431960" imgH="304776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7020" y="1030288"/>
                        <a:ext cx="5449888" cy="3744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ext Box 26"/>
          <p:cNvSpPr txBox="1">
            <a:spLocks noChangeArrowheads="1"/>
          </p:cNvSpPr>
          <p:nvPr/>
        </p:nvSpPr>
        <p:spPr bwMode="auto">
          <a:xfrm>
            <a:off x="111760" y="544195"/>
            <a:ext cx="8798560" cy="492443"/>
          </a:xfrm>
          <a:prstGeom prst="rect">
            <a:avLst/>
          </a:prstGeom>
          <a:ln>
            <a:headEnd/>
            <a:tailEnd/>
          </a:ln>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若将</a:t>
            </a:r>
            <a:r>
              <a:rPr lang="en-US" altLang="zh-CN" sz="2000" dirty="0" smtClean="0">
                <a:solidFill>
                  <a:schemeClr val="dk1"/>
                </a:solidFill>
                <a:latin typeface="Calibri" pitchFamily="34" charset="0"/>
                <a:ea typeface="宋体" pitchFamily="2" charset="-122"/>
                <a:sym typeface="Symbol" pitchFamily="18" charset="2"/>
              </a:rPr>
              <a:t>(1)</a:t>
            </a:r>
            <a:r>
              <a:rPr lang="zh-CN" altLang="en-US" sz="2000" dirty="0" smtClean="0">
                <a:solidFill>
                  <a:schemeClr val="dk1"/>
                </a:solidFill>
                <a:latin typeface="Calibri" pitchFamily="34" charset="0"/>
                <a:ea typeface="宋体" pitchFamily="2" charset="-122"/>
                <a:sym typeface="Symbol" pitchFamily="18" charset="2"/>
              </a:rPr>
              <a:t>式中</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每个小区间上的积分采用</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则可得到复化</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a:t>
            </a:r>
            <a:r>
              <a:rPr lang="en-US" altLang="zh-CN" sz="2000" dirty="0" smtClean="0">
                <a:solidFill>
                  <a:schemeClr val="dk1"/>
                </a:solidFill>
                <a:latin typeface="Calibri" pitchFamily="34" charset="0"/>
                <a:ea typeface="宋体" pitchFamily="2" charset="-122"/>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 calcmode="lin" valueType="num">
                                      <p:cBhvr additive="base">
                                        <p:cTn id="22" dur="500" fill="hold"/>
                                        <p:tgtEl>
                                          <p:spTgt spid="6"/>
                                        </p:tgtEl>
                                        <p:attrNameLst>
                                          <p:attrName>ppt_x</p:attrName>
                                        </p:attrNameLst>
                                      </p:cBhvr>
                                      <p:tavLst>
                                        <p:tav tm="0">
                                          <p:val>
                                            <p:strVal val="#ppt_x"/>
                                          </p:val>
                                        </p:tav>
                                        <p:tav tm="100000">
                                          <p:val>
                                            <p:strVal val="#ppt_x"/>
                                          </p:val>
                                        </p:tav>
                                      </p:tavLst>
                                    </p:anim>
                                    <p:anim calcmode="lin" valueType="num">
                                      <p:cBhvr additive="base">
                                        <p:cTn id="23"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nodeType="clickEffect">
                                  <p:stCondLst>
                                    <p:cond delay="0"/>
                                  </p:stCondLst>
                                  <p:childTnLst>
                                    <p:set>
                                      <p:cBhvr>
                                        <p:cTn id="27" dur="1" fill="hold">
                                          <p:stCondLst>
                                            <p:cond delay="0"/>
                                          </p:stCondLst>
                                        </p:cTn>
                                        <p:tgtEl>
                                          <p:spTgt spid="35868"/>
                                        </p:tgtEl>
                                        <p:attrNameLst>
                                          <p:attrName>style.visibility</p:attrName>
                                        </p:attrNameLst>
                                      </p:cBhvr>
                                      <p:to>
                                        <p:strVal val="visible"/>
                                      </p:to>
                                    </p:set>
                                    <p:animEffect transition="in" filter="box(in)">
                                      <p:cBhvr>
                                        <p:cTn id="28" dur="500"/>
                                        <p:tgtEl>
                                          <p:spTgt spid="35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61696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273040" y="371476"/>
            <a:ext cx="3747135" cy="2476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23944" y="184785"/>
            <a:ext cx="1730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a:t>
            </a:r>
            <a:endParaRPr lang="zh-CN" altLang="en-US" sz="2000" b="1" dirty="0">
              <a:solidFill>
                <a:srgbClr val="314865"/>
              </a:solidFill>
              <a:latin typeface="+mj-ea"/>
            </a:endParaRPr>
          </a:p>
        </p:txBody>
      </p:sp>
      <p:graphicFrame>
        <p:nvGraphicFramePr>
          <p:cNvPr id="35868" name="Object 28"/>
          <p:cNvGraphicFramePr>
            <a:graphicFrameLocks noChangeAspect="1"/>
          </p:cNvGraphicFramePr>
          <p:nvPr/>
        </p:nvGraphicFramePr>
        <p:xfrm>
          <a:off x="761048" y="600393"/>
          <a:ext cx="6105525" cy="1108075"/>
        </p:xfrm>
        <a:graphic>
          <a:graphicData uri="http://schemas.openxmlformats.org/presentationml/2006/ole">
            <mc:AlternateContent xmlns:mc="http://schemas.openxmlformats.org/markup-compatibility/2006">
              <mc:Choice xmlns:v="urn:schemas-microsoft-com:vml" Requires="v">
                <p:oleObj spid="_x0000_s63515" name="Equation" r:id="rId3" imgW="4965480" imgH="901440" progId="Equation.DSMT4">
                  <p:embed/>
                </p:oleObj>
              </mc:Choice>
              <mc:Fallback>
                <p:oleObj name="Equation" r:id="rId3" imgW="4965480" imgH="90144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1048" y="600393"/>
                        <a:ext cx="6105525" cy="1108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28"/>
          <p:cNvGraphicFramePr>
            <a:graphicFrameLocks noChangeAspect="1"/>
          </p:cNvGraphicFramePr>
          <p:nvPr/>
        </p:nvGraphicFramePr>
        <p:xfrm>
          <a:off x="800922" y="1993354"/>
          <a:ext cx="4983162" cy="2435225"/>
        </p:xfrm>
        <a:graphic>
          <a:graphicData uri="http://schemas.openxmlformats.org/presentationml/2006/ole">
            <mc:AlternateContent xmlns:mc="http://schemas.openxmlformats.org/markup-compatibility/2006">
              <mc:Choice xmlns:v="urn:schemas-microsoft-com:vml" Requires="v">
                <p:oleObj spid="_x0000_s63516" name="Equation" r:id="rId5" imgW="4051080" imgH="1981080" progId="Equation.DSMT4">
                  <p:embed/>
                </p:oleObj>
              </mc:Choice>
              <mc:Fallback>
                <p:oleObj name="Equation" r:id="rId5" imgW="4051080" imgH="198108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00922" y="1993354"/>
                        <a:ext cx="4983162" cy="2435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868"/>
                                        </p:tgtEl>
                                        <p:attrNameLst>
                                          <p:attrName>style.visibility</p:attrName>
                                        </p:attrNameLst>
                                      </p:cBhvr>
                                      <p:to>
                                        <p:strVal val="visible"/>
                                      </p:to>
                                    </p:set>
                                    <p:animEffect transition="in" filter="wipe(left)">
                                      <p:cBhvr>
                                        <p:cTn id="22" dur="500"/>
                                        <p:tgtEl>
                                          <p:spTgt spid="3586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61696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273040" y="371476"/>
            <a:ext cx="3747135" cy="2476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23944" y="184785"/>
            <a:ext cx="1730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a:t>
            </a:r>
            <a:endParaRPr lang="zh-CN" altLang="en-US" sz="2000" b="1" dirty="0">
              <a:solidFill>
                <a:srgbClr val="314865"/>
              </a:solidFill>
              <a:latin typeface="+mj-ea"/>
            </a:endParaRPr>
          </a:p>
        </p:txBody>
      </p:sp>
      <p:graphicFrame>
        <p:nvGraphicFramePr>
          <p:cNvPr id="35868" name="Object 28"/>
          <p:cNvGraphicFramePr>
            <a:graphicFrameLocks noChangeAspect="1"/>
          </p:cNvGraphicFramePr>
          <p:nvPr/>
        </p:nvGraphicFramePr>
        <p:xfrm>
          <a:off x="808355" y="1018858"/>
          <a:ext cx="5843588" cy="2900362"/>
        </p:xfrm>
        <a:graphic>
          <a:graphicData uri="http://schemas.openxmlformats.org/presentationml/2006/ole">
            <mc:AlternateContent xmlns:mc="http://schemas.openxmlformats.org/markup-compatibility/2006">
              <mc:Choice xmlns:v="urn:schemas-microsoft-com:vml" Requires="v">
                <p:oleObj spid="_x0000_s64526" name="Equation" r:id="rId3" imgW="4749480" imgH="2361960" progId="Equation.DSMT4">
                  <p:embed/>
                </p:oleObj>
              </mc:Choice>
              <mc:Fallback>
                <p:oleObj name="Equation" r:id="rId3" imgW="4749480" imgH="236196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8355" y="1018858"/>
                        <a:ext cx="5843588" cy="290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5868"/>
                                        </p:tgtEl>
                                        <p:attrNameLst>
                                          <p:attrName>style.visibility</p:attrName>
                                        </p:attrNameLst>
                                      </p:cBhvr>
                                      <p:to>
                                        <p:strVal val="visible"/>
                                      </p:to>
                                    </p:set>
                                    <p:animEffect transition="in" filter="wipe(left)">
                                      <p:cBhvr>
                                        <p:cTn id="22" dur="500"/>
                                        <p:tgtEl>
                                          <p:spTgt spid="35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复化求积公式的应用</a:t>
            </a:r>
            <a:endParaRPr lang="zh-CN" altLang="en-US" sz="2000" b="1" dirty="0">
              <a:solidFill>
                <a:srgbClr val="314865"/>
              </a:solidFill>
              <a:latin typeface="+mj-ea"/>
            </a:endParaRPr>
          </a:p>
        </p:txBody>
      </p:sp>
      <p:sp>
        <p:nvSpPr>
          <p:cNvPr id="5" name="Text Box 1027"/>
          <p:cNvSpPr txBox="1">
            <a:spLocks noChangeArrowheads="1"/>
          </p:cNvSpPr>
          <p:nvPr/>
        </p:nvSpPr>
        <p:spPr bwMode="auto">
          <a:xfrm>
            <a:off x="365760" y="635953"/>
            <a:ext cx="7061200" cy="369332"/>
          </a:xfrm>
          <a:prstGeom prst="rect">
            <a:avLst/>
          </a:prstGeom>
          <a:noFill/>
          <a:ln w="9525">
            <a:noFill/>
            <a:miter lim="800000"/>
            <a:headEnd/>
            <a:tailEnd/>
          </a:ln>
        </p:spPr>
        <p:txBody>
          <a:bodyPr wrap="square">
            <a:spAutoFit/>
          </a:bodyPr>
          <a:lstStyle/>
          <a:p>
            <a:pPr algn="l">
              <a:lnSpc>
                <a:spcPct val="90000"/>
              </a:lnSpc>
            </a:pPr>
            <a:r>
              <a:rPr lang="zh-CN" altLang="en-US" sz="2000" dirty="0" smtClean="0">
                <a:solidFill>
                  <a:schemeClr val="dk1"/>
                </a:solidFill>
                <a:latin typeface="Calibri" pitchFamily="34" charset="0"/>
                <a:ea typeface="宋体" pitchFamily="2" charset="-122"/>
                <a:sym typeface="Symbol" pitchFamily="18" charset="2"/>
              </a:rPr>
              <a:t>例</a:t>
            </a:r>
            <a:r>
              <a:rPr lang="en-US" altLang="zh-CN" sz="2000" dirty="0" smtClean="0">
                <a:solidFill>
                  <a:schemeClr val="dk1"/>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已知函数                         的数据表</a:t>
            </a:r>
          </a:p>
        </p:txBody>
      </p:sp>
      <p:graphicFrame>
        <p:nvGraphicFramePr>
          <p:cNvPr id="6" name="Group 1158"/>
          <p:cNvGraphicFramePr>
            <a:graphicFrameLocks noGrp="1"/>
          </p:cNvGraphicFramePr>
          <p:nvPr/>
        </p:nvGraphicFramePr>
        <p:xfrm>
          <a:off x="406400" y="1183640"/>
          <a:ext cx="7792721" cy="2087563"/>
        </p:xfrm>
        <a:graphic>
          <a:graphicData uri="http://schemas.openxmlformats.org/drawingml/2006/table">
            <a:tbl>
              <a:tblPr/>
              <a:tblGrid>
                <a:gridCol w="865858"/>
                <a:gridCol w="1731716"/>
                <a:gridCol w="865858"/>
                <a:gridCol w="1731716"/>
                <a:gridCol w="932462"/>
                <a:gridCol w="1665111"/>
              </a:tblGrid>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25000" dirty="0" smtClean="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25000" dirty="0" smtClean="0">
                        <a:ln>
                          <a:noFill/>
                        </a:ln>
                        <a:solidFill>
                          <a:schemeClr val="accent2"/>
                        </a:solidFill>
                        <a:effectLst/>
                        <a:latin typeface="Times New Roman" pitchFamily="18" charset="0"/>
                        <a:ea typeface="宋体" pitchFamily="2" charset="-122"/>
                      </a:endParaRP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5302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0</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1</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rPr>
                        <a:t>3/8</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rPr>
                        <a:t>0.9767267</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3/4</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0.9088517</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51752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1/8</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0.9973978</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rPr>
                        <a:t>1/2</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0.9588511</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7/8</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0.8771926</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r h="5222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1/4</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0.9896158</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rPr>
                        <a:t>5/8</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rPr>
                        <a:t>0.9361556</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accent2"/>
                          </a:solidFill>
                          <a:effectLst/>
                          <a:latin typeface="Times New Roman" pitchFamily="18" charset="0"/>
                          <a:ea typeface="宋体" pitchFamily="2" charset="-122"/>
                        </a:rPr>
                        <a:t>1</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accent2"/>
                          </a:solidFill>
                          <a:effectLst/>
                          <a:latin typeface="Times New Roman" pitchFamily="18" charset="0"/>
                          <a:ea typeface="宋体" pitchFamily="2" charset="-122"/>
                        </a:rPr>
                        <a:t>0.8414710</a:t>
                      </a:r>
                    </a:p>
                  </a:txBody>
                  <a:tcPr horzOverflow="overflow">
                    <a:lnL w="12700" cap="flat" cmpd="sng" algn="ctr">
                      <a:solidFill>
                        <a:schemeClr val="accent2"/>
                      </a:solidFill>
                      <a:prstDash val="solid"/>
                      <a:round/>
                      <a:headEnd type="none" w="med" len="med"/>
                      <a:tailEnd type="none" w="med" len="med"/>
                    </a:lnL>
                    <a:lnR w="12700" cap="flat" cmpd="sng" algn="ctr">
                      <a:solidFill>
                        <a:schemeClr val="accent2"/>
                      </a:solidFill>
                      <a:prstDash val="solid"/>
                      <a:round/>
                      <a:headEnd type="none" w="med" len="med"/>
                      <a:tailEnd type="none" w="med" len="med"/>
                    </a:lnR>
                    <a:lnT w="12700" cap="flat" cmpd="sng" algn="ctr">
                      <a:solidFill>
                        <a:schemeClr val="accent2"/>
                      </a:solidFill>
                      <a:prstDash val="solid"/>
                      <a:round/>
                      <a:headEnd type="none" w="med" len="med"/>
                      <a:tailEnd type="none" w="med" len="med"/>
                    </a:lnT>
                    <a:lnB w="12700" cap="flat" cmpd="sng" algn="ctr">
                      <a:solidFill>
                        <a:schemeClr val="accent2"/>
                      </a:solidFill>
                      <a:prstDash val="solid"/>
                      <a:round/>
                      <a:headEnd type="none" w="med" len="med"/>
                      <a:tailEnd type="none" w="med" len="med"/>
                    </a:lnB>
                    <a:lnTlToBr>
                      <a:noFill/>
                    </a:lnTlToBr>
                    <a:lnBlToTr>
                      <a:noFill/>
                    </a:lnBlToTr>
                    <a:noFill/>
                  </a:tcPr>
                </a:tc>
              </a:tr>
            </a:tbl>
          </a:graphicData>
        </a:graphic>
      </p:graphicFrame>
      <p:sp>
        <p:nvSpPr>
          <p:cNvPr id="7" name="Text Box 1036"/>
          <p:cNvSpPr txBox="1">
            <a:spLocks noChangeArrowheads="1"/>
          </p:cNvSpPr>
          <p:nvPr/>
        </p:nvSpPr>
        <p:spPr bwMode="auto">
          <a:xfrm>
            <a:off x="264160" y="3474720"/>
            <a:ext cx="8026400" cy="1015663"/>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  分别用复化梯形公式、复化</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公式和复化</a:t>
            </a:r>
            <a:r>
              <a:rPr lang="en-US" altLang="zh-CN" sz="2000" dirty="0" smtClean="0">
                <a:solidFill>
                  <a:schemeClr val="dk1"/>
                </a:solidFill>
                <a:latin typeface="Calibri" pitchFamily="34" charset="0"/>
                <a:ea typeface="宋体" pitchFamily="2" charset="-122"/>
                <a:sym typeface="Symbol" pitchFamily="18" charset="2"/>
              </a:rPr>
              <a:t>Cotes</a:t>
            </a:r>
            <a:r>
              <a:rPr lang="zh-CN" altLang="en-US" sz="2000" dirty="0" smtClean="0">
                <a:solidFill>
                  <a:schemeClr val="dk1"/>
                </a:solidFill>
                <a:latin typeface="Calibri" pitchFamily="34" charset="0"/>
                <a:ea typeface="宋体" pitchFamily="2" charset="-122"/>
                <a:sym typeface="Symbol" pitchFamily="18" charset="2"/>
              </a:rPr>
              <a:t>公式计算积分</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                              的近似值</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77907" name="Object 1107"/>
          <p:cNvGraphicFramePr>
            <a:graphicFrameLocks noChangeAspect="1"/>
          </p:cNvGraphicFramePr>
          <p:nvPr/>
        </p:nvGraphicFramePr>
        <p:xfrm>
          <a:off x="490855" y="3911283"/>
          <a:ext cx="1546225" cy="701675"/>
        </p:xfrm>
        <a:graphic>
          <a:graphicData uri="http://schemas.openxmlformats.org/presentationml/2006/ole">
            <mc:AlternateContent xmlns:mc="http://schemas.openxmlformats.org/markup-compatibility/2006">
              <mc:Choice xmlns:v="urn:schemas-microsoft-com:vml" Requires="v">
                <p:oleObj spid="_x0000_s66658" name="Equation" r:id="rId3" imgW="1257120" imgH="571320" progId="Equation.DSMT4">
                  <p:embed/>
                </p:oleObj>
              </mc:Choice>
              <mc:Fallback>
                <p:oleObj name="Equation" r:id="rId3" imgW="1257120" imgH="571320" progId="Equation.DSMT4">
                  <p:embed/>
                  <p:pic>
                    <p:nvPicPr>
                      <p:cNvPr id="0" name="Object 110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0855" y="3911283"/>
                        <a:ext cx="1546225"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846" name="Object 1046"/>
          <p:cNvGraphicFramePr>
            <a:graphicFrameLocks noChangeAspect="1"/>
          </p:cNvGraphicFramePr>
          <p:nvPr/>
        </p:nvGraphicFramePr>
        <p:xfrm>
          <a:off x="2114550" y="534353"/>
          <a:ext cx="1155700" cy="571500"/>
        </p:xfrm>
        <a:graphic>
          <a:graphicData uri="http://schemas.openxmlformats.org/presentationml/2006/ole">
            <mc:AlternateContent xmlns:mc="http://schemas.openxmlformats.org/markup-compatibility/2006">
              <mc:Choice xmlns:v="urn:schemas-microsoft-com:vml" Requires="v">
                <p:oleObj spid="_x0000_s66659" name="Equation" r:id="rId5" imgW="1155600" imgH="571320" progId="Equation.DSMT4">
                  <p:embed/>
                </p:oleObj>
              </mc:Choice>
              <mc:Fallback>
                <p:oleObj name="Equation" r:id="rId5" imgW="1155600" imgH="571320" progId="Equation.DSMT4">
                  <p:embed/>
                  <p:pic>
                    <p:nvPicPr>
                      <p:cNvPr id="0" name="Object 10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14550" y="534353"/>
                        <a:ext cx="11557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046"/>
          <p:cNvGraphicFramePr>
            <a:graphicFrameLocks noChangeAspect="1"/>
          </p:cNvGraphicFramePr>
          <p:nvPr/>
        </p:nvGraphicFramePr>
        <p:xfrm>
          <a:off x="715328" y="1268413"/>
          <a:ext cx="241300" cy="330200"/>
        </p:xfrm>
        <a:graphic>
          <a:graphicData uri="http://schemas.openxmlformats.org/presentationml/2006/ole">
            <mc:AlternateContent xmlns:mc="http://schemas.openxmlformats.org/markup-compatibility/2006">
              <mc:Choice xmlns:v="urn:schemas-microsoft-com:vml" Requires="v">
                <p:oleObj spid="_x0000_s66660" name="Equation" r:id="rId7" imgW="241200" imgH="330120" progId="Equation.DSMT4">
                  <p:embed/>
                </p:oleObj>
              </mc:Choice>
              <mc:Fallback>
                <p:oleObj name="Equation" r:id="rId7" imgW="241200" imgH="33012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5328" y="1268413"/>
                        <a:ext cx="2413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1046"/>
          <p:cNvGraphicFramePr>
            <a:graphicFrameLocks noChangeAspect="1"/>
          </p:cNvGraphicFramePr>
          <p:nvPr/>
        </p:nvGraphicFramePr>
        <p:xfrm>
          <a:off x="1881505" y="1287145"/>
          <a:ext cx="571500" cy="292100"/>
        </p:xfrm>
        <a:graphic>
          <a:graphicData uri="http://schemas.openxmlformats.org/presentationml/2006/ole">
            <mc:AlternateContent xmlns:mc="http://schemas.openxmlformats.org/markup-compatibility/2006">
              <mc:Choice xmlns:v="urn:schemas-microsoft-com:vml" Requires="v">
                <p:oleObj spid="_x0000_s66661" name="Equation" r:id="rId9" imgW="571320" imgH="291960" progId="Equation.DSMT4">
                  <p:embed/>
                </p:oleObj>
              </mc:Choice>
              <mc:Fallback>
                <p:oleObj name="Equation" r:id="rId9" imgW="571320" imgH="29196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81505" y="1287145"/>
                        <a:ext cx="5715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1046"/>
          <p:cNvGraphicFramePr>
            <a:graphicFrameLocks noChangeAspect="1"/>
          </p:cNvGraphicFramePr>
          <p:nvPr/>
        </p:nvGraphicFramePr>
        <p:xfrm>
          <a:off x="3339783" y="1301433"/>
          <a:ext cx="241300" cy="330200"/>
        </p:xfrm>
        <a:graphic>
          <a:graphicData uri="http://schemas.openxmlformats.org/presentationml/2006/ole">
            <mc:AlternateContent xmlns:mc="http://schemas.openxmlformats.org/markup-compatibility/2006">
              <mc:Choice xmlns:v="urn:schemas-microsoft-com:vml" Requires="v">
                <p:oleObj spid="_x0000_s66662" name="Equation" r:id="rId11" imgW="241200" imgH="330120" progId="Equation.DSMT4">
                  <p:embed/>
                </p:oleObj>
              </mc:Choice>
              <mc:Fallback>
                <p:oleObj name="Equation" r:id="rId11" imgW="241200" imgH="33012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39783" y="1301433"/>
                        <a:ext cx="2413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1046"/>
          <p:cNvGraphicFramePr>
            <a:graphicFrameLocks noChangeAspect="1"/>
          </p:cNvGraphicFramePr>
          <p:nvPr/>
        </p:nvGraphicFramePr>
        <p:xfrm>
          <a:off x="5940743" y="1260793"/>
          <a:ext cx="241300" cy="330200"/>
        </p:xfrm>
        <a:graphic>
          <a:graphicData uri="http://schemas.openxmlformats.org/presentationml/2006/ole">
            <mc:AlternateContent xmlns:mc="http://schemas.openxmlformats.org/markup-compatibility/2006">
              <mc:Choice xmlns:v="urn:schemas-microsoft-com:vml" Requires="v">
                <p:oleObj spid="_x0000_s66663" name="Equation" r:id="rId13" imgW="241200" imgH="330120" progId="Equation.DSMT4">
                  <p:embed/>
                </p:oleObj>
              </mc:Choice>
              <mc:Fallback>
                <p:oleObj name="Equation" r:id="rId13" imgW="241200" imgH="33012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40743" y="1260793"/>
                        <a:ext cx="24130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046"/>
          <p:cNvGraphicFramePr>
            <a:graphicFrameLocks noChangeAspect="1"/>
          </p:cNvGraphicFramePr>
          <p:nvPr/>
        </p:nvGraphicFramePr>
        <p:xfrm>
          <a:off x="7065328" y="1290003"/>
          <a:ext cx="571500" cy="292100"/>
        </p:xfrm>
        <a:graphic>
          <a:graphicData uri="http://schemas.openxmlformats.org/presentationml/2006/ole">
            <mc:AlternateContent xmlns:mc="http://schemas.openxmlformats.org/markup-compatibility/2006">
              <mc:Choice xmlns:v="urn:schemas-microsoft-com:vml" Requires="v">
                <p:oleObj spid="_x0000_s66664" name="Equation" r:id="rId15" imgW="571320" imgH="291960" progId="Equation.DSMT4">
                  <p:embed/>
                </p:oleObj>
              </mc:Choice>
              <mc:Fallback>
                <p:oleObj name="Equation" r:id="rId15" imgW="571320" imgH="29196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065328" y="1290003"/>
                        <a:ext cx="5715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046"/>
          <p:cNvGraphicFramePr>
            <a:graphicFrameLocks noChangeAspect="1"/>
          </p:cNvGraphicFramePr>
          <p:nvPr/>
        </p:nvGraphicFramePr>
        <p:xfrm>
          <a:off x="4426268" y="1292543"/>
          <a:ext cx="571500" cy="292100"/>
        </p:xfrm>
        <a:graphic>
          <a:graphicData uri="http://schemas.openxmlformats.org/presentationml/2006/ole">
            <mc:AlternateContent xmlns:mc="http://schemas.openxmlformats.org/markup-compatibility/2006">
              <mc:Choice xmlns:v="urn:schemas-microsoft-com:vml" Requires="v">
                <p:oleObj spid="_x0000_s66665" name="Equation" r:id="rId17" imgW="571320" imgH="291960" progId="Equation.DSMT4">
                  <p:embed/>
                </p:oleObj>
              </mc:Choice>
              <mc:Fallback>
                <p:oleObj name="Equation" r:id="rId17" imgW="571320" imgH="291960" progId="Equation.DSMT4">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426268" y="1292543"/>
                        <a:ext cx="5715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77846"/>
                                        </p:tgtEl>
                                        <p:attrNameLst>
                                          <p:attrName>style.visibility</p:attrName>
                                        </p:attrNameLst>
                                      </p:cBhvr>
                                      <p:to>
                                        <p:strVal val="visible"/>
                                      </p:to>
                                    </p:set>
                                    <p:animEffect transition="in" filter="blinds(horizontal)">
                                      <p:cBhvr>
                                        <p:cTn id="25" dur="500"/>
                                        <p:tgtEl>
                                          <p:spTgt spid="77846"/>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linds(horizontal)">
                                      <p:cBhvr>
                                        <p:cTn id="30" dur="500"/>
                                        <p:tgtEl>
                                          <p:spTgt spid="6"/>
                                        </p:tgtEl>
                                      </p:cBhvr>
                                    </p:animEffect>
                                  </p:childTnLst>
                                </p:cTn>
                              </p:par>
                              <p:par>
                                <p:cTn id="31" presetID="3" presetClass="entr" presetSubtype="1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par>
                                <p:cTn id="34" presetID="3" presetClass="entr" presetSubtype="1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par>
                                <p:cTn id="37" presetID="3" presetClass="entr" presetSubtype="1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linds(horizontal)">
                                      <p:cBhvr>
                                        <p:cTn id="39" dur="500"/>
                                        <p:tgtEl>
                                          <p:spTgt spid="4"/>
                                        </p:tgtEl>
                                      </p:cBhvr>
                                    </p:animEffect>
                                  </p:childTnLst>
                                </p:cTn>
                              </p:par>
                              <p:par>
                                <p:cTn id="40" presetID="3" presetClass="entr" presetSubtype="10" fill="hold" nodeType="with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blinds(horizontal)">
                                      <p:cBhvr>
                                        <p:cTn id="42" dur="500"/>
                                        <p:tgtEl>
                                          <p:spTgt spid="10"/>
                                        </p:tgtEl>
                                      </p:cBhvr>
                                    </p:animEffect>
                                  </p:childTnLst>
                                </p:cTn>
                              </p:par>
                              <p:par>
                                <p:cTn id="43" presetID="3" presetClass="entr" presetSubtype="1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linds(horizontal)">
                                      <p:cBhvr>
                                        <p:cTn id="45" dur="500"/>
                                        <p:tgtEl>
                                          <p:spTgt spid="8"/>
                                        </p:tgtEl>
                                      </p:cBhvr>
                                    </p:animEffect>
                                  </p:childTnLst>
                                </p:cTn>
                              </p:par>
                              <p:par>
                                <p:cTn id="46" presetID="3" presetClass="entr" presetSubtype="10" fill="hold" nodeType="with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blinds(horizontal)">
                                      <p:cBhvr>
                                        <p:cTn id="48" dur="500"/>
                                        <p:tgtEl>
                                          <p:spTgt spid="9"/>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blinds(horizontal)">
                                      <p:cBhvr>
                                        <p:cTn id="53" dur="500"/>
                                        <p:tgtEl>
                                          <p:spTgt spid="7"/>
                                        </p:tgtEl>
                                      </p:cBhvr>
                                    </p:animEffect>
                                  </p:childTnLst>
                                </p:cTn>
                              </p:par>
                              <p:par>
                                <p:cTn id="54" presetID="3" presetClass="entr" presetSubtype="10" fill="hold" nodeType="withEffect">
                                  <p:stCondLst>
                                    <p:cond delay="0"/>
                                  </p:stCondLst>
                                  <p:childTnLst>
                                    <p:set>
                                      <p:cBhvr>
                                        <p:cTn id="55" dur="1" fill="hold">
                                          <p:stCondLst>
                                            <p:cond delay="0"/>
                                          </p:stCondLst>
                                        </p:cTn>
                                        <p:tgtEl>
                                          <p:spTgt spid="77907"/>
                                        </p:tgtEl>
                                        <p:attrNameLst>
                                          <p:attrName>style.visibility</p:attrName>
                                        </p:attrNameLst>
                                      </p:cBhvr>
                                      <p:to>
                                        <p:strVal val="visible"/>
                                      </p:to>
                                    </p:set>
                                    <p:animEffect transition="in" filter="blinds(horizontal)">
                                      <p:cBhvr>
                                        <p:cTn id="56" dur="500"/>
                                        <p:tgtEl>
                                          <p:spTgt spid="779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7"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复化求积公式的应用</a:t>
            </a:r>
            <a:endParaRPr lang="zh-CN" altLang="en-US" sz="2000" b="1" dirty="0">
              <a:solidFill>
                <a:srgbClr val="314865"/>
              </a:solidFill>
              <a:latin typeface="+mj-ea"/>
            </a:endParaRPr>
          </a:p>
        </p:txBody>
      </p:sp>
      <p:sp>
        <p:nvSpPr>
          <p:cNvPr id="12" name="TextBox 13"/>
          <p:cNvSpPr txBox="1">
            <a:spLocks noChangeArrowheads="1"/>
          </p:cNvSpPr>
          <p:nvPr/>
        </p:nvSpPr>
        <p:spPr bwMode="auto">
          <a:xfrm>
            <a:off x="712152" y="638810"/>
            <a:ext cx="7659687" cy="707886"/>
          </a:xfrm>
          <a:prstGeom prst="rect">
            <a:avLst/>
          </a:prstGeom>
          <a:noFill/>
          <a:ln w="9525">
            <a:noFill/>
            <a:miter lim="800000"/>
            <a:headEnd/>
            <a:tailEnd/>
          </a:ln>
        </p:spPr>
        <p:txBody>
          <a:bodyPr wrap="square">
            <a:spAutoFit/>
          </a:bodyPr>
          <a:lstStyle/>
          <a:p>
            <a:r>
              <a:rPr lang="zh-CN" altLang="en-US" sz="2000" dirty="0" smtClean="0">
                <a:solidFill>
                  <a:schemeClr val="dk1"/>
                </a:solidFill>
                <a:latin typeface="Calibri" pitchFamily="34" charset="0"/>
                <a:ea typeface="宋体" pitchFamily="2" charset="-122"/>
                <a:sym typeface="Symbol" pitchFamily="18" charset="2"/>
              </a:rPr>
              <a:t>复化梯形公式</a:t>
            </a:r>
            <a:endParaRPr lang="en-US" altLang="zh-CN" sz="2000" dirty="0" smtClean="0">
              <a:solidFill>
                <a:schemeClr val="dk1"/>
              </a:solidFill>
              <a:latin typeface="Calibri" pitchFamily="34" charset="0"/>
              <a:ea typeface="宋体" pitchFamily="2" charset="-122"/>
              <a:sym typeface="Symbol" pitchFamily="18" charset="2"/>
            </a:endParaRPr>
          </a:p>
          <a:p>
            <a:endParaRPr lang="en-US" altLang="zh-CN" sz="2000" dirty="0" smtClean="0">
              <a:solidFill>
                <a:schemeClr val="dk1"/>
              </a:solidFill>
              <a:latin typeface="Calibri" pitchFamily="34" charset="0"/>
              <a:ea typeface="宋体" pitchFamily="2" charset="-122"/>
              <a:sym typeface="Symbol" pitchFamily="18" charset="2"/>
            </a:endParaRPr>
          </a:p>
        </p:txBody>
      </p:sp>
      <p:sp>
        <p:nvSpPr>
          <p:cNvPr id="13" name="TextBox 13"/>
          <p:cNvSpPr txBox="1">
            <a:spLocks noChangeArrowheads="1"/>
          </p:cNvSpPr>
          <p:nvPr/>
        </p:nvSpPr>
        <p:spPr bwMode="auto">
          <a:xfrm>
            <a:off x="92393" y="638810"/>
            <a:ext cx="517207" cy="400110"/>
          </a:xfrm>
          <a:prstGeom prst="rect">
            <a:avLst/>
          </a:prstGeom>
          <a:ln>
            <a:headEnd/>
            <a:tailEnd/>
          </a:ln>
          <a:effectLst>
            <a:glow rad="101600">
              <a:schemeClr val="accent6">
                <a:satMod val="175000"/>
                <a:alpha val="40000"/>
              </a:schemeClr>
            </a:glow>
          </a:effectLst>
        </p:spPr>
        <p:style>
          <a:lnRef idx="3">
            <a:schemeClr val="lt1"/>
          </a:lnRef>
          <a:fillRef idx="1">
            <a:schemeClr val="accent2"/>
          </a:fillRef>
          <a:effectRef idx="1">
            <a:schemeClr val="accent2"/>
          </a:effectRef>
          <a:fontRef idx="minor">
            <a:schemeClr val="lt1"/>
          </a:fontRef>
        </p:style>
        <p:txBody>
          <a:bodyPr wrap="square">
            <a:spAutoFit/>
          </a:bodyPr>
          <a:lstStyle/>
          <a:p>
            <a:r>
              <a:rPr lang="zh-CN" altLang="en-US" sz="2000" dirty="0" smtClean="0">
                <a:solidFill>
                  <a:schemeClr val="dk1"/>
                </a:solidFill>
                <a:latin typeface="Calibri" pitchFamily="34" charset="0"/>
                <a:ea typeface="宋体" pitchFamily="2" charset="-122"/>
                <a:sym typeface="Symbol" pitchFamily="18" charset="2"/>
              </a:rPr>
              <a:t>解：                  </a:t>
            </a:r>
          </a:p>
        </p:txBody>
      </p:sp>
      <p:graphicFrame>
        <p:nvGraphicFramePr>
          <p:cNvPr id="2" name="Object 40"/>
          <p:cNvGraphicFramePr>
            <a:graphicFrameLocks noChangeAspect="1"/>
          </p:cNvGraphicFramePr>
          <p:nvPr/>
        </p:nvGraphicFramePr>
        <p:xfrm>
          <a:off x="2620963" y="495935"/>
          <a:ext cx="5011737" cy="765175"/>
        </p:xfrm>
        <a:graphic>
          <a:graphicData uri="http://schemas.openxmlformats.org/presentationml/2006/ole">
            <mc:AlternateContent xmlns:mc="http://schemas.openxmlformats.org/markup-compatibility/2006">
              <mc:Choice xmlns:v="urn:schemas-microsoft-com:vml" Requires="v">
                <p:oleObj spid="_x0000_s65588" name="Equation" r:id="rId3" imgW="4076640" imgH="622080" progId="Equation.DSMT4">
                  <p:embed/>
                </p:oleObj>
              </mc:Choice>
              <mc:Fallback>
                <p:oleObj name="Equation" r:id="rId3" imgW="4076640" imgH="622080" progId="Equation.DSMT4">
                  <p:embed/>
                  <p:pic>
                    <p:nvPicPr>
                      <p:cNvPr id="0" name="Object 4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20963" y="495935"/>
                        <a:ext cx="5011737" cy="765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7910" name="Object 1110"/>
          <p:cNvGraphicFramePr>
            <a:graphicFrameLocks noChangeAspect="1"/>
          </p:cNvGraphicFramePr>
          <p:nvPr/>
        </p:nvGraphicFramePr>
        <p:xfrm>
          <a:off x="948373" y="1237933"/>
          <a:ext cx="5654675" cy="1416050"/>
        </p:xfrm>
        <a:graphic>
          <a:graphicData uri="http://schemas.openxmlformats.org/presentationml/2006/ole">
            <mc:AlternateContent xmlns:mc="http://schemas.openxmlformats.org/markup-compatibility/2006">
              <mc:Choice xmlns:v="urn:schemas-microsoft-com:vml" Requires="v">
                <p:oleObj spid="_x0000_s65589" name="Equation" r:id="rId5" imgW="4711680" imgH="1180800" progId="Equation.DSMT4">
                  <p:embed/>
                </p:oleObj>
              </mc:Choice>
              <mc:Fallback>
                <p:oleObj name="Equation" r:id="rId5" imgW="4711680" imgH="1180800" progId="Equation.DSMT4">
                  <p:embed/>
                  <p:pic>
                    <p:nvPicPr>
                      <p:cNvPr id="0" name="Object 11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48373" y="1237933"/>
                        <a:ext cx="5654675" cy="141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15"/>
          <p:cNvSpPr txBox="1">
            <a:spLocks noChangeArrowheads="1"/>
          </p:cNvSpPr>
          <p:nvPr/>
        </p:nvSpPr>
        <p:spPr bwMode="auto">
          <a:xfrm>
            <a:off x="153353" y="2954020"/>
            <a:ext cx="8746807" cy="400110"/>
          </a:xfrm>
          <a:prstGeom prst="rect">
            <a:avLst/>
          </a:prstGeom>
          <a:noFill/>
          <a:ln w="9525">
            <a:noFill/>
            <a:miter lim="800000"/>
            <a:headEnd/>
            <a:tailEnd/>
          </a:ln>
        </p:spPr>
        <p:txBody>
          <a:bodyPr wrap="square">
            <a:spAutoFit/>
          </a:bodyPr>
          <a:lstStyle/>
          <a:p>
            <a:r>
              <a:rPr lang="zh-CN" altLang="en-US" sz="2000" dirty="0" smtClean="0">
                <a:solidFill>
                  <a:schemeClr val="dk1"/>
                </a:solidFill>
                <a:latin typeface="Calibri" pitchFamily="34" charset="0"/>
                <a:ea typeface="宋体" pitchFamily="2" charset="-122"/>
                <a:sym typeface="Symbol" pitchFamily="18" charset="2"/>
              </a:rPr>
              <a:t>复化辛普森公式：                  </a:t>
            </a:r>
          </a:p>
        </p:txBody>
      </p:sp>
      <p:graphicFrame>
        <p:nvGraphicFramePr>
          <p:cNvPr id="35869" name="Object 29"/>
          <p:cNvGraphicFramePr>
            <a:graphicFrameLocks noChangeAspect="1"/>
          </p:cNvGraphicFramePr>
          <p:nvPr/>
        </p:nvGraphicFramePr>
        <p:xfrm>
          <a:off x="2222818" y="2788920"/>
          <a:ext cx="6545262" cy="763588"/>
        </p:xfrm>
        <a:graphic>
          <a:graphicData uri="http://schemas.openxmlformats.org/presentationml/2006/ole">
            <mc:AlternateContent xmlns:mc="http://schemas.openxmlformats.org/markup-compatibility/2006">
              <mc:Choice xmlns:v="urn:schemas-microsoft-com:vml" Requires="v">
                <p:oleObj spid="_x0000_s65590" name="Equation" r:id="rId7" imgW="5321160" imgH="622080" progId="Equation.DSMT4">
                  <p:embed/>
                </p:oleObj>
              </mc:Choice>
              <mc:Fallback>
                <p:oleObj name="Equation" r:id="rId7" imgW="5321160" imgH="622080" progId="Equation.DSMT4">
                  <p:embed/>
                  <p:pic>
                    <p:nvPicPr>
                      <p:cNvPr id="0" name="Object 2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2818" y="2788920"/>
                        <a:ext cx="6545262" cy="763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45" name="Object 33"/>
          <p:cNvGraphicFramePr>
            <a:graphicFrameLocks noChangeAspect="1"/>
          </p:cNvGraphicFramePr>
          <p:nvPr/>
        </p:nvGraphicFramePr>
        <p:xfrm>
          <a:off x="978853" y="3417888"/>
          <a:ext cx="5653087" cy="1416050"/>
        </p:xfrm>
        <a:graphic>
          <a:graphicData uri="http://schemas.openxmlformats.org/presentationml/2006/ole">
            <mc:AlternateContent xmlns:mc="http://schemas.openxmlformats.org/markup-compatibility/2006">
              <mc:Choice xmlns:v="urn:schemas-microsoft-com:vml" Requires="v">
                <p:oleObj spid="_x0000_s65591" name="Equation" r:id="rId9" imgW="4711680" imgH="1180800" progId="Equation.DSMT4">
                  <p:embed/>
                </p:oleObj>
              </mc:Choice>
              <mc:Fallback>
                <p:oleObj name="Equation" r:id="rId9" imgW="4711680" imgH="1180800" progId="Equation.DSMT4">
                  <p:embed/>
                  <p:pic>
                    <p:nvPicPr>
                      <p:cNvPr id="0" name="Object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8853" y="3417888"/>
                        <a:ext cx="5653087" cy="141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linds(horizontal)">
                                      <p:cBhvr>
                                        <p:cTn id="28" dur="500"/>
                                        <p:tgtEl>
                                          <p:spTgt spid="12"/>
                                        </p:tgtEl>
                                      </p:cBhvr>
                                    </p:animEffect>
                                  </p:childTnLst>
                                </p:cTn>
                              </p:par>
                              <p:par>
                                <p:cTn id="29" presetID="3" presetClass="entr" presetSubtype="1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77910"/>
                                        </p:tgtEl>
                                        <p:attrNameLst>
                                          <p:attrName>style.visibility</p:attrName>
                                        </p:attrNameLst>
                                      </p:cBhvr>
                                      <p:to>
                                        <p:strVal val="visible"/>
                                      </p:to>
                                    </p:set>
                                    <p:anim calcmode="lin" valueType="num">
                                      <p:cBhvr additive="base">
                                        <p:cTn id="36" dur="500" fill="hold"/>
                                        <p:tgtEl>
                                          <p:spTgt spid="77910"/>
                                        </p:tgtEl>
                                        <p:attrNameLst>
                                          <p:attrName>ppt_x</p:attrName>
                                        </p:attrNameLst>
                                      </p:cBhvr>
                                      <p:tavLst>
                                        <p:tav tm="0">
                                          <p:val>
                                            <p:strVal val="#ppt_x"/>
                                          </p:val>
                                        </p:tav>
                                        <p:tav tm="100000">
                                          <p:val>
                                            <p:strVal val="#ppt_x"/>
                                          </p:val>
                                        </p:tav>
                                      </p:tavLst>
                                    </p:anim>
                                    <p:anim calcmode="lin" valueType="num">
                                      <p:cBhvr additive="base">
                                        <p:cTn id="37" dur="500" fill="hold"/>
                                        <p:tgtEl>
                                          <p:spTgt spid="77910"/>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blinds(horizontal)">
                                      <p:cBhvr>
                                        <p:cTn id="42" dur="500"/>
                                        <p:tgtEl>
                                          <p:spTgt spid="17"/>
                                        </p:tgtEl>
                                      </p:cBhvr>
                                    </p:animEffect>
                                  </p:childTnLst>
                                </p:cTn>
                              </p:par>
                              <p:par>
                                <p:cTn id="43" presetID="3" presetClass="entr" presetSubtype="10" fill="hold" nodeType="withEffect">
                                  <p:stCondLst>
                                    <p:cond delay="0"/>
                                  </p:stCondLst>
                                  <p:childTnLst>
                                    <p:set>
                                      <p:cBhvr>
                                        <p:cTn id="44" dur="1" fill="hold">
                                          <p:stCondLst>
                                            <p:cond delay="0"/>
                                          </p:stCondLst>
                                        </p:cTn>
                                        <p:tgtEl>
                                          <p:spTgt spid="35869"/>
                                        </p:tgtEl>
                                        <p:attrNameLst>
                                          <p:attrName>style.visibility</p:attrName>
                                        </p:attrNameLst>
                                      </p:cBhvr>
                                      <p:to>
                                        <p:strVal val="visible"/>
                                      </p:to>
                                    </p:set>
                                    <p:animEffect transition="in" filter="blinds(horizontal)">
                                      <p:cBhvr>
                                        <p:cTn id="45" dur="500"/>
                                        <p:tgtEl>
                                          <p:spTgt spid="35869"/>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38945"/>
                                        </p:tgtEl>
                                        <p:attrNameLst>
                                          <p:attrName>style.visibility</p:attrName>
                                        </p:attrNameLst>
                                      </p:cBhvr>
                                      <p:to>
                                        <p:strVal val="visible"/>
                                      </p:to>
                                    </p:set>
                                    <p:anim calcmode="lin" valueType="num">
                                      <p:cBhvr additive="base">
                                        <p:cTn id="50" dur="500" fill="hold"/>
                                        <p:tgtEl>
                                          <p:spTgt spid="38945"/>
                                        </p:tgtEl>
                                        <p:attrNameLst>
                                          <p:attrName>ppt_x</p:attrName>
                                        </p:attrNameLst>
                                      </p:cBhvr>
                                      <p:tavLst>
                                        <p:tav tm="0">
                                          <p:val>
                                            <p:strVal val="#ppt_x"/>
                                          </p:val>
                                        </p:tav>
                                        <p:tav tm="100000">
                                          <p:val>
                                            <p:strVal val="#ppt_x"/>
                                          </p:val>
                                        </p:tav>
                                      </p:tavLst>
                                    </p:anim>
                                    <p:anim calcmode="lin" valueType="num">
                                      <p:cBhvr additive="base">
                                        <p:cTn id="51" dur="500" fill="hold"/>
                                        <p:tgtEl>
                                          <p:spTgt spid="389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2" grpId="0"/>
      <p:bldP spid="13" grpId="0" animBg="1"/>
      <p:bldP spid="17"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复化求积公式的应用</a:t>
            </a:r>
            <a:endParaRPr lang="zh-CN" altLang="en-US" sz="2000" b="1" dirty="0">
              <a:solidFill>
                <a:srgbClr val="314865"/>
              </a:solidFill>
              <a:latin typeface="+mj-ea"/>
            </a:endParaRPr>
          </a:p>
        </p:txBody>
      </p:sp>
      <p:sp>
        <p:nvSpPr>
          <p:cNvPr id="5" name="TextBox 12"/>
          <p:cNvSpPr txBox="1">
            <a:spLocks noChangeArrowheads="1"/>
          </p:cNvSpPr>
          <p:nvPr/>
        </p:nvSpPr>
        <p:spPr bwMode="auto">
          <a:xfrm>
            <a:off x="443548" y="941070"/>
            <a:ext cx="1964372" cy="400110"/>
          </a:xfrm>
          <a:prstGeom prst="rect">
            <a:avLst/>
          </a:prstGeom>
          <a:noFill/>
          <a:ln w="9525">
            <a:noFill/>
            <a:miter lim="800000"/>
            <a:headEnd/>
            <a:tailEnd/>
          </a:ln>
        </p:spPr>
        <p:txBody>
          <a:bodyPr wrap="square">
            <a:spAutoFit/>
          </a:bodyPr>
          <a:lstStyle/>
          <a:p>
            <a:r>
              <a:rPr lang="zh-CN" altLang="en-US" sz="2000" dirty="0" smtClean="0">
                <a:solidFill>
                  <a:schemeClr val="dk1"/>
                </a:solidFill>
                <a:latin typeface="Calibri" pitchFamily="34" charset="0"/>
                <a:ea typeface="宋体" pitchFamily="2" charset="-122"/>
                <a:sym typeface="Symbol" pitchFamily="18" charset="2"/>
              </a:rPr>
              <a:t>复化</a:t>
            </a:r>
            <a:r>
              <a:rPr lang="en-US" altLang="zh-CN" sz="2000" dirty="0" smtClean="0">
                <a:solidFill>
                  <a:schemeClr val="dk1"/>
                </a:solidFill>
                <a:latin typeface="Calibri" pitchFamily="34" charset="0"/>
                <a:ea typeface="宋体" pitchFamily="2" charset="-122"/>
                <a:sym typeface="Symbol" pitchFamily="18" charset="2"/>
              </a:rPr>
              <a:t>Cotes</a:t>
            </a:r>
            <a:r>
              <a:rPr lang="zh-CN" altLang="en-US" sz="2000" dirty="0" smtClean="0">
                <a:solidFill>
                  <a:schemeClr val="dk1"/>
                </a:solidFill>
                <a:latin typeface="Calibri" pitchFamily="34" charset="0"/>
                <a:ea typeface="宋体" pitchFamily="2" charset="-122"/>
                <a:sym typeface="Symbol" pitchFamily="18" charset="2"/>
              </a:rPr>
              <a:t>公式：                  </a:t>
            </a:r>
          </a:p>
        </p:txBody>
      </p:sp>
      <p:graphicFrame>
        <p:nvGraphicFramePr>
          <p:cNvPr id="35868" name="Object 28"/>
          <p:cNvGraphicFramePr>
            <a:graphicFrameLocks noChangeAspect="1"/>
          </p:cNvGraphicFramePr>
          <p:nvPr/>
        </p:nvGraphicFramePr>
        <p:xfrm>
          <a:off x="2392363" y="827723"/>
          <a:ext cx="5561012" cy="1638300"/>
        </p:xfrm>
        <a:graphic>
          <a:graphicData uri="http://schemas.openxmlformats.org/presentationml/2006/ole">
            <mc:AlternateContent xmlns:mc="http://schemas.openxmlformats.org/markup-compatibility/2006">
              <mc:Choice xmlns:v="urn:schemas-microsoft-com:vml" Requires="v">
                <p:oleObj spid="_x0000_s67623" name="Equation" r:id="rId3" imgW="4520880" imgH="1333440" progId="Equation.DSMT4">
                  <p:embed/>
                </p:oleObj>
              </mc:Choice>
              <mc:Fallback>
                <p:oleObj name="Equation" r:id="rId3" imgW="4520880" imgH="133344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2363" y="827723"/>
                        <a:ext cx="5561012" cy="163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8946" name="Object 34"/>
          <p:cNvGraphicFramePr>
            <a:graphicFrameLocks noChangeAspect="1"/>
          </p:cNvGraphicFramePr>
          <p:nvPr/>
        </p:nvGraphicFramePr>
        <p:xfrm>
          <a:off x="2349500" y="2639695"/>
          <a:ext cx="6126163" cy="1416050"/>
        </p:xfrm>
        <a:graphic>
          <a:graphicData uri="http://schemas.openxmlformats.org/presentationml/2006/ole">
            <mc:AlternateContent xmlns:mc="http://schemas.openxmlformats.org/markup-compatibility/2006">
              <mc:Choice xmlns:v="urn:schemas-microsoft-com:vml" Requires="v">
                <p:oleObj spid="_x0000_s67624" name="Equation" r:id="rId5" imgW="5105160" imgH="1180800" progId="Equation.DSMT4">
                  <p:embed/>
                </p:oleObj>
              </mc:Choice>
              <mc:Fallback>
                <p:oleObj name="Equation" r:id="rId5" imgW="5105160" imgH="1180800" progId="Equation.DSMT4">
                  <p:embed/>
                  <p:pic>
                    <p:nvPicPr>
                      <p:cNvPr id="0" name="Object 3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49500" y="2639695"/>
                        <a:ext cx="6126163" cy="1416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25"/>
          <p:cNvSpPr>
            <a:spLocks noChangeArrowheads="1"/>
          </p:cNvSpPr>
          <p:nvPr/>
        </p:nvSpPr>
        <p:spPr bwMode="auto">
          <a:xfrm>
            <a:off x="436880" y="4116705"/>
            <a:ext cx="8046720" cy="492443"/>
          </a:xfrm>
          <a:prstGeom prst="rect">
            <a:avLst/>
          </a:prstGeom>
          <a:ln>
            <a:headEnd/>
            <a:tailEnd/>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定积分</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精确到小数点后</a:t>
            </a:r>
            <a:r>
              <a:rPr lang="en-US" altLang="zh-CN" sz="2000" dirty="0" smtClean="0">
                <a:solidFill>
                  <a:schemeClr val="dk1"/>
                </a:solidFill>
                <a:latin typeface="Calibri" pitchFamily="34" charset="0"/>
                <a:ea typeface="宋体" pitchFamily="2" charset="-122"/>
                <a:sym typeface="Symbol" pitchFamily="18" charset="2"/>
              </a:rPr>
              <a:t>7</a:t>
            </a:r>
            <a:r>
              <a:rPr lang="zh-CN" altLang="en-US" sz="2000" dirty="0" smtClean="0">
                <a:solidFill>
                  <a:schemeClr val="dk1"/>
                </a:solidFill>
                <a:latin typeface="Calibri" pitchFamily="34" charset="0"/>
                <a:ea typeface="宋体" pitchFamily="2" charset="-122"/>
                <a:sym typeface="Symbol" pitchFamily="18" charset="2"/>
              </a:rPr>
              <a:t>位的值是</a:t>
            </a:r>
            <a:r>
              <a:rPr lang="en-US" altLang="zh-CN" sz="2000" dirty="0" smtClean="0">
                <a:solidFill>
                  <a:schemeClr val="dk1"/>
                </a:solidFill>
                <a:latin typeface="Calibri" pitchFamily="34" charset="0"/>
                <a:ea typeface="宋体" pitchFamily="2" charset="-122"/>
                <a:sym typeface="Symbol" pitchFamily="18" charset="2"/>
              </a:rPr>
              <a:t>0.9460831.</a:t>
            </a: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2" name="Object 28"/>
          <p:cNvGraphicFramePr>
            <a:graphicFrameLocks noChangeAspect="1"/>
          </p:cNvGraphicFramePr>
          <p:nvPr/>
        </p:nvGraphicFramePr>
        <p:xfrm>
          <a:off x="1304290" y="4249103"/>
          <a:ext cx="187325" cy="266700"/>
        </p:xfrm>
        <a:graphic>
          <a:graphicData uri="http://schemas.openxmlformats.org/presentationml/2006/ole">
            <mc:AlternateContent xmlns:mc="http://schemas.openxmlformats.org/markup-compatibility/2006">
              <mc:Choice xmlns:v="urn:schemas-microsoft-com:vml" Requires="v">
                <p:oleObj spid="_x0000_s67625" name="Equation" r:id="rId7" imgW="152280" imgH="215640" progId="Equation.DSMT4">
                  <p:embed/>
                </p:oleObj>
              </mc:Choice>
              <mc:Fallback>
                <p:oleObj name="Equation" r:id="rId7" imgW="152280" imgH="21564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04290" y="4249103"/>
                        <a:ext cx="187325"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35868"/>
                                        </p:tgtEl>
                                        <p:attrNameLst>
                                          <p:attrName>style.visibility</p:attrName>
                                        </p:attrNameLst>
                                      </p:cBhvr>
                                      <p:to>
                                        <p:strVal val="visible"/>
                                      </p:to>
                                    </p:set>
                                    <p:anim calcmode="lin" valueType="num">
                                      <p:cBhvr additive="base">
                                        <p:cTn id="26" dur="500" fill="hold"/>
                                        <p:tgtEl>
                                          <p:spTgt spid="35868"/>
                                        </p:tgtEl>
                                        <p:attrNameLst>
                                          <p:attrName>ppt_x</p:attrName>
                                        </p:attrNameLst>
                                      </p:cBhvr>
                                      <p:tavLst>
                                        <p:tav tm="0">
                                          <p:val>
                                            <p:strVal val="#ppt_x"/>
                                          </p:val>
                                        </p:tav>
                                        <p:tav tm="100000">
                                          <p:val>
                                            <p:strVal val="#ppt_x"/>
                                          </p:val>
                                        </p:tav>
                                      </p:tavLst>
                                    </p:anim>
                                    <p:anim calcmode="lin" valueType="num">
                                      <p:cBhvr additive="base">
                                        <p:cTn id="27" dur="500" fill="hold"/>
                                        <p:tgtEl>
                                          <p:spTgt spid="35868"/>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8946"/>
                                        </p:tgtEl>
                                        <p:attrNameLst>
                                          <p:attrName>style.visibility</p:attrName>
                                        </p:attrNameLst>
                                      </p:cBhvr>
                                      <p:to>
                                        <p:strVal val="visible"/>
                                      </p:to>
                                    </p:set>
                                    <p:animEffect transition="in" filter="wipe(left)">
                                      <p:cBhvr>
                                        <p:cTn id="32" dur="500"/>
                                        <p:tgtEl>
                                          <p:spTgt spid="38946"/>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dissolve">
                                      <p:cBhvr>
                                        <p:cTn id="37" dur="300"/>
                                        <p:tgtEl>
                                          <p:spTgt spid="9"/>
                                        </p:tgtEl>
                                      </p:cBhvr>
                                    </p:animEffect>
                                  </p:childTnLst>
                                </p:cTn>
                              </p:par>
                              <p:par>
                                <p:cTn id="38" presetID="22" presetClass="entr" presetSubtype="8" fill="hold" nodeType="with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left)">
                                      <p:cBhvr>
                                        <p:cTn id="4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9" grpId="0" animBg="1"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复化求积公式的应用</a:t>
            </a:r>
            <a:endParaRPr lang="zh-CN" altLang="en-US" sz="2000" b="1" dirty="0">
              <a:solidFill>
                <a:srgbClr val="314865"/>
              </a:solidFill>
              <a:latin typeface="+mj-ea"/>
            </a:endParaRPr>
          </a:p>
        </p:txBody>
      </p:sp>
      <p:sp>
        <p:nvSpPr>
          <p:cNvPr id="5" name="Rectangle 26"/>
          <p:cNvSpPr>
            <a:spLocks noChangeArrowheads="1"/>
          </p:cNvSpPr>
          <p:nvPr/>
        </p:nvSpPr>
        <p:spPr bwMode="auto">
          <a:xfrm>
            <a:off x="182880" y="618490"/>
            <a:ext cx="8290560" cy="1015663"/>
          </a:xfrm>
          <a:prstGeom prst="rect">
            <a:avLst/>
          </a:prstGeom>
          <a:ln>
            <a:headEnd/>
            <a:tailEnd/>
          </a:ln>
          <a:scene3d>
            <a:camera prst="orthographicFront"/>
            <a:lightRig rig="threePt" dir="t"/>
          </a:scene3d>
          <a:sp3d>
            <a:bevel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例</a:t>
            </a:r>
            <a:r>
              <a:rPr lang="en-US" altLang="zh-CN" sz="2000" dirty="0" smtClean="0">
                <a:solidFill>
                  <a:schemeClr val="dk1"/>
                </a:solidFill>
                <a:latin typeface="Calibri" pitchFamily="34" charset="0"/>
                <a:ea typeface="宋体" pitchFamily="2" charset="-122"/>
                <a:sym typeface="Symbol" pitchFamily="18" charset="2"/>
              </a:rPr>
              <a:t>2  </a:t>
            </a:r>
            <a:r>
              <a:rPr lang="zh-CN" altLang="en-US" sz="2000" dirty="0" smtClean="0">
                <a:solidFill>
                  <a:schemeClr val="dk1"/>
                </a:solidFill>
                <a:latin typeface="Calibri" pitchFamily="34" charset="0"/>
                <a:ea typeface="宋体" pitchFamily="2" charset="-122"/>
                <a:sym typeface="Symbol" pitchFamily="18" charset="2"/>
              </a:rPr>
              <a:t>利用复化梯形公式和复化</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公式分别计算上例中定积分，若使精度                 ，问各需取</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为多少</a:t>
            </a:r>
            <a:r>
              <a:rPr lang="en-US" altLang="zh-CN" sz="2000" dirty="0" smtClean="0">
                <a:solidFill>
                  <a:schemeClr val="dk1"/>
                </a:solidFill>
                <a:latin typeface="Calibri" pitchFamily="34" charset="0"/>
                <a:ea typeface="宋体" pitchFamily="2" charset="-122"/>
                <a:sym typeface="Symbol" pitchFamily="18" charset="2"/>
              </a:rPr>
              <a:t>?</a:t>
            </a:r>
          </a:p>
        </p:txBody>
      </p:sp>
      <p:sp>
        <p:nvSpPr>
          <p:cNvPr id="6" name="Text Box 7"/>
          <p:cNvSpPr txBox="1">
            <a:spLocks noChangeArrowheads="1"/>
          </p:cNvSpPr>
          <p:nvPr/>
        </p:nvSpPr>
        <p:spPr bwMode="auto">
          <a:xfrm>
            <a:off x="162560" y="1781493"/>
            <a:ext cx="788416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解  复化梯形公式要使                        ，只要</a:t>
            </a:r>
          </a:p>
        </p:txBody>
      </p:sp>
      <p:graphicFrame>
        <p:nvGraphicFramePr>
          <p:cNvPr id="35868" name="Object 28"/>
          <p:cNvGraphicFramePr>
            <a:graphicFrameLocks noChangeAspect="1"/>
          </p:cNvGraphicFramePr>
          <p:nvPr/>
        </p:nvGraphicFramePr>
        <p:xfrm>
          <a:off x="875030" y="1182370"/>
          <a:ext cx="904875" cy="346075"/>
        </p:xfrm>
        <a:graphic>
          <a:graphicData uri="http://schemas.openxmlformats.org/presentationml/2006/ole">
            <mc:AlternateContent xmlns:mc="http://schemas.openxmlformats.org/markup-compatibility/2006">
              <mc:Choice xmlns:v="urn:schemas-microsoft-com:vml" Requires="v">
                <p:oleObj spid="_x0000_s68730" name="Equation" r:id="rId3" imgW="736560" imgH="279360" progId="Equation.DSMT4">
                  <p:embed/>
                </p:oleObj>
              </mc:Choice>
              <mc:Fallback>
                <p:oleObj name="Equation" r:id="rId3" imgW="736560" imgH="27936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5030" y="1182370"/>
                        <a:ext cx="904875" cy="346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28"/>
          <p:cNvGraphicFramePr>
            <a:graphicFrameLocks noChangeAspect="1"/>
          </p:cNvGraphicFramePr>
          <p:nvPr/>
        </p:nvGraphicFramePr>
        <p:xfrm>
          <a:off x="3076575" y="1266190"/>
          <a:ext cx="201613" cy="219075"/>
        </p:xfrm>
        <a:graphic>
          <a:graphicData uri="http://schemas.openxmlformats.org/presentationml/2006/ole">
            <mc:AlternateContent xmlns:mc="http://schemas.openxmlformats.org/markup-compatibility/2006">
              <mc:Choice xmlns:v="urn:schemas-microsoft-com:vml" Requires="v">
                <p:oleObj spid="_x0000_s68731" name="Equation" r:id="rId5" imgW="164880" imgH="177480" progId="Equation.DSMT4">
                  <p:embed/>
                </p:oleObj>
              </mc:Choice>
              <mc:Fallback>
                <p:oleObj name="Equation" r:id="rId5" imgW="164880" imgH="17748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76575" y="1266190"/>
                        <a:ext cx="201613" cy="219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28"/>
          <p:cNvGraphicFramePr>
            <a:graphicFrameLocks noChangeAspect="1"/>
          </p:cNvGraphicFramePr>
          <p:nvPr/>
        </p:nvGraphicFramePr>
        <p:xfrm>
          <a:off x="2703513" y="1878648"/>
          <a:ext cx="1216025" cy="361950"/>
        </p:xfrm>
        <a:graphic>
          <a:graphicData uri="http://schemas.openxmlformats.org/presentationml/2006/ole">
            <mc:AlternateContent xmlns:mc="http://schemas.openxmlformats.org/markup-compatibility/2006">
              <mc:Choice xmlns:v="urn:schemas-microsoft-com:vml" Requires="v">
                <p:oleObj spid="_x0000_s68732" name="Equation" r:id="rId7" imgW="990360" imgH="291960" progId="Equation.DSMT4">
                  <p:embed/>
                </p:oleObj>
              </mc:Choice>
              <mc:Fallback>
                <p:oleObj name="Equation" r:id="rId7" imgW="990360" imgH="2919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3513" y="1878648"/>
                        <a:ext cx="1216025"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80" name="Object 40"/>
          <p:cNvGraphicFramePr>
            <a:graphicFrameLocks noChangeAspect="1"/>
          </p:cNvGraphicFramePr>
          <p:nvPr/>
        </p:nvGraphicFramePr>
        <p:xfrm>
          <a:off x="1143953" y="2204720"/>
          <a:ext cx="1566862" cy="650875"/>
        </p:xfrm>
        <a:graphic>
          <a:graphicData uri="http://schemas.openxmlformats.org/presentationml/2006/ole">
            <mc:AlternateContent xmlns:mc="http://schemas.openxmlformats.org/markup-compatibility/2006">
              <mc:Choice xmlns:v="urn:schemas-microsoft-com:vml" Requires="v">
                <p:oleObj spid="_x0000_s68733" name="Equation" r:id="rId9" imgW="1434960" imgH="596880" progId="Equation.DSMT4">
                  <p:embed/>
                </p:oleObj>
              </mc:Choice>
              <mc:Fallback>
                <p:oleObj name="Equation" r:id="rId9" imgW="1434960" imgH="596880" progId="Equation.DSMT4">
                  <p:embed/>
                  <p:pic>
                    <p:nvPicPr>
                      <p:cNvPr id="0" name="Object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43953" y="2204720"/>
                        <a:ext cx="1566862" cy="650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81" name="Object 41"/>
          <p:cNvGraphicFramePr>
            <a:graphicFrameLocks noChangeAspect="1"/>
          </p:cNvGraphicFramePr>
          <p:nvPr/>
        </p:nvGraphicFramePr>
        <p:xfrm>
          <a:off x="3166745" y="2172653"/>
          <a:ext cx="2605088" cy="763587"/>
        </p:xfrm>
        <a:graphic>
          <a:graphicData uri="http://schemas.openxmlformats.org/presentationml/2006/ole">
            <mc:AlternateContent xmlns:mc="http://schemas.openxmlformats.org/markup-compatibility/2006">
              <mc:Choice xmlns:v="urn:schemas-microsoft-com:vml" Requires="v">
                <p:oleObj spid="_x0000_s68734" name="Equation" r:id="rId11" imgW="2387520" imgH="698400" progId="Equation.DSMT4">
                  <p:embed/>
                </p:oleObj>
              </mc:Choice>
              <mc:Fallback>
                <p:oleObj name="Equation" r:id="rId11" imgW="2387520" imgH="698400" progId="Equation.DSMT4">
                  <p:embed/>
                  <p:pic>
                    <p:nvPicPr>
                      <p:cNvPr id="0" name="Object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166745" y="2172653"/>
                        <a:ext cx="2605088"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32"/>
          <p:cNvSpPr>
            <a:spLocks noChangeArrowheads="1"/>
          </p:cNvSpPr>
          <p:nvPr/>
        </p:nvSpPr>
        <p:spPr bwMode="auto">
          <a:xfrm>
            <a:off x="200025" y="2946083"/>
            <a:ext cx="8375015" cy="492443"/>
          </a:xfrm>
          <a:prstGeom prst="rect">
            <a:avLst/>
          </a:prstGeom>
          <a:noFill/>
          <a:ln w="9525">
            <a:noFill/>
            <a:miter lim="800000"/>
            <a:headEnd/>
            <a:tailEnd/>
          </a:ln>
        </p:spPr>
        <p:txBody>
          <a:bodyPr wrap="square">
            <a:spAutoFit/>
          </a:bodyPr>
          <a:lstStyle/>
          <a:p>
            <a:pPr algn="l">
              <a:lnSpc>
                <a:spcPct val="13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因为                                         ，所以有</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4" name="Object 36"/>
          <p:cNvGraphicFramePr>
            <a:graphicFrameLocks noChangeAspect="1"/>
          </p:cNvGraphicFramePr>
          <p:nvPr/>
        </p:nvGraphicFramePr>
        <p:xfrm>
          <a:off x="1221423" y="2936875"/>
          <a:ext cx="2214562" cy="557213"/>
        </p:xfrm>
        <a:graphic>
          <a:graphicData uri="http://schemas.openxmlformats.org/presentationml/2006/ole">
            <mc:AlternateContent xmlns:mc="http://schemas.openxmlformats.org/markup-compatibility/2006">
              <mc:Choice xmlns:v="urn:schemas-microsoft-com:vml" Requires="v">
                <p:oleObj spid="_x0000_s68735" name="Equation" r:id="rId13" imgW="2260440" imgH="571320" progId="Equation.DSMT4">
                  <p:embed/>
                </p:oleObj>
              </mc:Choice>
              <mc:Fallback>
                <p:oleObj name="Equation" r:id="rId13" imgW="2260440" imgH="571320" progId="Equation.DSMT4">
                  <p:embed/>
                  <p:pic>
                    <p:nvPicPr>
                      <p:cNvPr id="0" name="Object 3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21423" y="2936875"/>
                        <a:ext cx="2214562"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8"/>
          <p:cNvGraphicFramePr>
            <a:graphicFrameLocks noChangeAspect="1"/>
          </p:cNvGraphicFramePr>
          <p:nvPr/>
        </p:nvGraphicFramePr>
        <p:xfrm>
          <a:off x="1050925" y="3454400"/>
          <a:ext cx="2192338" cy="544513"/>
        </p:xfrm>
        <a:graphic>
          <a:graphicData uri="http://schemas.openxmlformats.org/presentationml/2006/ole">
            <mc:AlternateContent xmlns:mc="http://schemas.openxmlformats.org/markup-compatibility/2006">
              <mc:Choice xmlns:v="urn:schemas-microsoft-com:vml" Requires="v">
                <p:oleObj spid="_x0000_s68736" name="Equation" r:id="rId15" imgW="1688760" imgH="419040" progId="Equation.DSMT4">
                  <p:embed/>
                </p:oleObj>
              </mc:Choice>
              <mc:Fallback>
                <p:oleObj name="Equation" r:id="rId15" imgW="1688760" imgH="419040" progId="Equation.DSMT4">
                  <p:embed/>
                  <p:pic>
                    <p:nvPicPr>
                      <p:cNvPr id="0" name="Object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050925" y="3454400"/>
                        <a:ext cx="2192338" cy="544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39"/>
          <p:cNvGraphicFramePr>
            <a:graphicFrameLocks noChangeAspect="1"/>
          </p:cNvGraphicFramePr>
          <p:nvPr/>
        </p:nvGraphicFramePr>
        <p:xfrm>
          <a:off x="4002088" y="3557905"/>
          <a:ext cx="2374900" cy="541338"/>
        </p:xfrm>
        <a:graphic>
          <a:graphicData uri="http://schemas.openxmlformats.org/presentationml/2006/ole">
            <mc:AlternateContent xmlns:mc="http://schemas.openxmlformats.org/markup-compatibility/2006">
              <mc:Choice xmlns:v="urn:schemas-microsoft-com:vml" Requires="v">
                <p:oleObj spid="_x0000_s68737" name="Equation" r:id="rId17" imgW="1828800" imgH="419040" progId="Equation.DSMT4">
                  <p:embed/>
                </p:oleObj>
              </mc:Choice>
              <mc:Fallback>
                <p:oleObj name="Equation" r:id="rId17" imgW="1828800" imgH="419040" progId="Equation.DSMT4">
                  <p:embed/>
                  <p:pic>
                    <p:nvPicPr>
                      <p:cNvPr id="0" name="Object 3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002088" y="3557905"/>
                        <a:ext cx="2374900" cy="541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78" name="Object 2"/>
          <p:cNvGraphicFramePr>
            <a:graphicFrameLocks noChangeAspect="1"/>
          </p:cNvGraphicFramePr>
          <p:nvPr/>
        </p:nvGraphicFramePr>
        <p:xfrm>
          <a:off x="1028065" y="4164013"/>
          <a:ext cx="2209800" cy="544512"/>
        </p:xfrm>
        <a:graphic>
          <a:graphicData uri="http://schemas.openxmlformats.org/presentationml/2006/ole">
            <mc:AlternateContent xmlns:mc="http://schemas.openxmlformats.org/markup-compatibility/2006">
              <mc:Choice xmlns:v="urn:schemas-microsoft-com:vml" Requires="v">
                <p:oleObj spid="_x0000_s68738" name="Equation" r:id="rId19" imgW="1701720" imgH="419040" progId="Equation.DSMT4">
                  <p:embed/>
                </p:oleObj>
              </mc:Choice>
              <mc:Fallback>
                <p:oleObj name="Equation" r:id="rId19" imgW="1701720" imgH="419040" progId="Equation.DSMT4">
                  <p:embed/>
                  <p:pic>
                    <p:nvPicPr>
                      <p:cNvPr id="0" name="Object 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28065" y="4164013"/>
                        <a:ext cx="2209800" cy="544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79" name="Object 3"/>
          <p:cNvGraphicFramePr>
            <a:graphicFrameLocks noChangeAspect="1"/>
          </p:cNvGraphicFramePr>
          <p:nvPr/>
        </p:nvGraphicFramePr>
        <p:xfrm>
          <a:off x="4035425" y="4197668"/>
          <a:ext cx="2341563" cy="542925"/>
        </p:xfrm>
        <a:graphic>
          <a:graphicData uri="http://schemas.openxmlformats.org/presentationml/2006/ole">
            <mc:AlternateContent xmlns:mc="http://schemas.openxmlformats.org/markup-compatibility/2006">
              <mc:Choice xmlns:v="urn:schemas-microsoft-com:vml" Requires="v">
                <p:oleObj spid="_x0000_s68739" name="Equation" r:id="rId21" imgW="1803240" imgH="419040" progId="Equation.DSMT4">
                  <p:embed/>
                </p:oleObj>
              </mc:Choice>
              <mc:Fallback>
                <p:oleObj name="Equation" r:id="rId21" imgW="1803240" imgH="419040" progId="Equation.DSMT4">
                  <p:embed/>
                  <p:pic>
                    <p:nvPicPr>
                      <p:cNvPr id="0" name="Object 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35425" y="4197668"/>
                        <a:ext cx="2341563"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35868"/>
                                        </p:tgtEl>
                                        <p:attrNameLst>
                                          <p:attrName>style.visibility</p:attrName>
                                        </p:attrNameLst>
                                      </p:cBhvr>
                                      <p:to>
                                        <p:strVal val="visible"/>
                                      </p:to>
                                    </p:set>
                                    <p:animEffect transition="in" filter="blinds(horizontal)">
                                      <p:cBhvr>
                                        <p:cTn id="25" dur="500"/>
                                        <p:tgtEl>
                                          <p:spTgt spid="35868"/>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blinds(horizontal)">
                                      <p:cBhvr>
                                        <p:cTn id="33" dur="500"/>
                                        <p:tgtEl>
                                          <p:spTgt spid="6"/>
                                        </p:tgtEl>
                                      </p:cBhvr>
                                    </p:animEffect>
                                  </p:childTnLst>
                                </p:cTn>
                              </p:par>
                              <p:par>
                                <p:cTn id="34" presetID="3" presetClass="entr" presetSubtype="1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8" fill="hold" nodeType="clickEffect">
                                  <p:stCondLst>
                                    <p:cond delay="0"/>
                                  </p:stCondLst>
                                  <p:childTnLst>
                                    <p:set>
                                      <p:cBhvr>
                                        <p:cTn id="40" dur="1" fill="hold">
                                          <p:stCondLst>
                                            <p:cond delay="0"/>
                                          </p:stCondLst>
                                        </p:cTn>
                                        <p:tgtEl>
                                          <p:spTgt spid="35880"/>
                                        </p:tgtEl>
                                        <p:attrNameLst>
                                          <p:attrName>style.visibility</p:attrName>
                                        </p:attrNameLst>
                                      </p:cBhvr>
                                      <p:to>
                                        <p:strVal val="visible"/>
                                      </p:to>
                                    </p:set>
                                    <p:anim calcmode="lin" valueType="num">
                                      <p:cBhvr additive="base">
                                        <p:cTn id="41" dur="500" fill="hold"/>
                                        <p:tgtEl>
                                          <p:spTgt spid="35880"/>
                                        </p:tgtEl>
                                        <p:attrNameLst>
                                          <p:attrName>ppt_x</p:attrName>
                                        </p:attrNameLst>
                                      </p:cBhvr>
                                      <p:tavLst>
                                        <p:tav tm="0">
                                          <p:val>
                                            <p:strVal val="0-#ppt_w/2"/>
                                          </p:val>
                                        </p:tav>
                                        <p:tav tm="100000">
                                          <p:val>
                                            <p:strVal val="#ppt_x"/>
                                          </p:val>
                                        </p:tav>
                                      </p:tavLst>
                                    </p:anim>
                                    <p:anim calcmode="lin" valueType="num">
                                      <p:cBhvr additive="base">
                                        <p:cTn id="42" dur="500" fill="hold"/>
                                        <p:tgtEl>
                                          <p:spTgt spid="35880"/>
                                        </p:tgtEl>
                                        <p:attrNameLst>
                                          <p:attrName>ppt_y</p:attrName>
                                        </p:attrNameLst>
                                      </p:cBhvr>
                                      <p:tavLst>
                                        <p:tav tm="0">
                                          <p:val>
                                            <p:strVal val="#ppt_y"/>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2" fill="hold" nodeType="clickEffect">
                                  <p:stCondLst>
                                    <p:cond delay="0"/>
                                  </p:stCondLst>
                                  <p:childTnLst>
                                    <p:set>
                                      <p:cBhvr>
                                        <p:cTn id="46" dur="1" fill="hold">
                                          <p:stCondLst>
                                            <p:cond delay="0"/>
                                          </p:stCondLst>
                                        </p:cTn>
                                        <p:tgtEl>
                                          <p:spTgt spid="35881"/>
                                        </p:tgtEl>
                                        <p:attrNameLst>
                                          <p:attrName>style.visibility</p:attrName>
                                        </p:attrNameLst>
                                      </p:cBhvr>
                                      <p:to>
                                        <p:strVal val="visible"/>
                                      </p:to>
                                    </p:set>
                                    <p:anim calcmode="lin" valueType="num">
                                      <p:cBhvr additive="base">
                                        <p:cTn id="47" dur="500" fill="hold"/>
                                        <p:tgtEl>
                                          <p:spTgt spid="35881"/>
                                        </p:tgtEl>
                                        <p:attrNameLst>
                                          <p:attrName>ppt_x</p:attrName>
                                        </p:attrNameLst>
                                      </p:cBhvr>
                                      <p:tavLst>
                                        <p:tav tm="0">
                                          <p:val>
                                            <p:strVal val="1+#ppt_w/2"/>
                                          </p:val>
                                        </p:tav>
                                        <p:tav tm="100000">
                                          <p:val>
                                            <p:strVal val="#ppt_x"/>
                                          </p:val>
                                        </p:tav>
                                      </p:tavLst>
                                    </p:anim>
                                    <p:anim calcmode="lin" valueType="num">
                                      <p:cBhvr additive="base">
                                        <p:cTn id="48" dur="500" fill="hold"/>
                                        <p:tgtEl>
                                          <p:spTgt spid="35881"/>
                                        </p:tgtEl>
                                        <p:attrNameLst>
                                          <p:attrName>ppt_y</p:attrName>
                                        </p:attrNameLst>
                                      </p:cBhvr>
                                      <p:tavLst>
                                        <p:tav tm="0">
                                          <p:val>
                                            <p:strVal val="#ppt_y"/>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grpId="0" nodeType="click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blinds(horizontal)">
                                      <p:cBhvr>
                                        <p:cTn id="53" dur="500"/>
                                        <p:tgtEl>
                                          <p:spTgt spid="12"/>
                                        </p:tgtEl>
                                      </p:cBhvr>
                                    </p:animEffect>
                                  </p:childTnLst>
                                </p:cTn>
                              </p:par>
                              <p:par>
                                <p:cTn id="54" presetID="3" presetClass="entr" presetSubtype="10" fill="hold" nodeType="withEffect">
                                  <p:stCondLst>
                                    <p:cond delay="0"/>
                                  </p:stCondLst>
                                  <p:childTnLst>
                                    <p:set>
                                      <p:cBhvr>
                                        <p:cTn id="55" dur="1" fill="hold">
                                          <p:stCondLst>
                                            <p:cond delay="0"/>
                                          </p:stCondLst>
                                        </p:cTn>
                                        <p:tgtEl>
                                          <p:spTgt spid="4"/>
                                        </p:tgtEl>
                                        <p:attrNameLst>
                                          <p:attrName>style.visibility</p:attrName>
                                        </p:attrNameLst>
                                      </p:cBhvr>
                                      <p:to>
                                        <p:strVal val="visible"/>
                                      </p:to>
                                    </p:set>
                                    <p:animEffect transition="in" filter="blinds(horizontal)">
                                      <p:cBhvr>
                                        <p:cTn id="56" dur="500"/>
                                        <p:tgtEl>
                                          <p:spTgt spid="4"/>
                                        </p:tgtEl>
                                      </p:cBhvr>
                                    </p:animEffect>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7"/>
                                        </p:tgtEl>
                                        <p:attrNameLst>
                                          <p:attrName>style.visibility</p:attrName>
                                        </p:attrNameLst>
                                      </p:cBhvr>
                                      <p:to>
                                        <p:strVal val="visible"/>
                                      </p:to>
                                    </p:set>
                                    <p:anim calcmode="lin" valueType="num">
                                      <p:cBhvr additive="base">
                                        <p:cTn id="61" dur="500" fill="hold"/>
                                        <p:tgtEl>
                                          <p:spTgt spid="7"/>
                                        </p:tgtEl>
                                        <p:attrNameLst>
                                          <p:attrName>ppt_x</p:attrName>
                                        </p:attrNameLst>
                                      </p:cBhvr>
                                      <p:tavLst>
                                        <p:tav tm="0">
                                          <p:val>
                                            <p:strVal val="#ppt_x"/>
                                          </p:val>
                                        </p:tav>
                                        <p:tav tm="100000">
                                          <p:val>
                                            <p:strVal val="#ppt_x"/>
                                          </p:val>
                                        </p:tav>
                                      </p:tavLst>
                                    </p:anim>
                                    <p:anim calcmode="lin" valueType="num">
                                      <p:cBhvr additive="base">
                                        <p:cTn id="6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8"/>
                                        </p:tgtEl>
                                        <p:attrNameLst>
                                          <p:attrName>style.visibility</p:attrName>
                                        </p:attrNameLst>
                                      </p:cBhvr>
                                      <p:to>
                                        <p:strVal val="visible"/>
                                      </p:to>
                                    </p:set>
                                    <p:anim calcmode="lin" valueType="num">
                                      <p:cBhvr additive="base">
                                        <p:cTn id="67" dur="500" fill="hold"/>
                                        <p:tgtEl>
                                          <p:spTgt spid="8"/>
                                        </p:tgtEl>
                                        <p:attrNameLst>
                                          <p:attrName>ppt_x</p:attrName>
                                        </p:attrNameLst>
                                      </p:cBhvr>
                                      <p:tavLst>
                                        <p:tav tm="0">
                                          <p:val>
                                            <p:strVal val="#ppt_x"/>
                                          </p:val>
                                        </p:tav>
                                        <p:tav tm="100000">
                                          <p:val>
                                            <p:strVal val="#ppt_x"/>
                                          </p:val>
                                        </p:tav>
                                      </p:tavLst>
                                    </p:anim>
                                    <p:anim calcmode="lin" valueType="num">
                                      <p:cBhvr additive="base">
                                        <p:cTn id="6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126978"/>
                                        </p:tgtEl>
                                        <p:attrNameLst>
                                          <p:attrName>style.visibility</p:attrName>
                                        </p:attrNameLst>
                                      </p:cBhvr>
                                      <p:to>
                                        <p:strVal val="visible"/>
                                      </p:to>
                                    </p:set>
                                    <p:anim calcmode="lin" valueType="num">
                                      <p:cBhvr additive="base">
                                        <p:cTn id="73" dur="500" fill="hold"/>
                                        <p:tgtEl>
                                          <p:spTgt spid="126978"/>
                                        </p:tgtEl>
                                        <p:attrNameLst>
                                          <p:attrName>ppt_x</p:attrName>
                                        </p:attrNameLst>
                                      </p:cBhvr>
                                      <p:tavLst>
                                        <p:tav tm="0">
                                          <p:val>
                                            <p:strVal val="#ppt_x"/>
                                          </p:val>
                                        </p:tav>
                                        <p:tav tm="100000">
                                          <p:val>
                                            <p:strVal val="#ppt_x"/>
                                          </p:val>
                                        </p:tav>
                                      </p:tavLst>
                                    </p:anim>
                                    <p:anim calcmode="lin" valueType="num">
                                      <p:cBhvr additive="base">
                                        <p:cTn id="74" dur="500" fill="hold"/>
                                        <p:tgtEl>
                                          <p:spTgt spid="126978"/>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126979"/>
                                        </p:tgtEl>
                                        <p:attrNameLst>
                                          <p:attrName>style.visibility</p:attrName>
                                        </p:attrNameLst>
                                      </p:cBhvr>
                                      <p:to>
                                        <p:strVal val="visible"/>
                                      </p:to>
                                    </p:set>
                                    <p:anim calcmode="lin" valueType="num">
                                      <p:cBhvr additive="base">
                                        <p:cTn id="79" dur="500" fill="hold"/>
                                        <p:tgtEl>
                                          <p:spTgt spid="126979"/>
                                        </p:tgtEl>
                                        <p:attrNameLst>
                                          <p:attrName>ppt_x</p:attrName>
                                        </p:attrNameLst>
                                      </p:cBhvr>
                                      <p:tavLst>
                                        <p:tav tm="0">
                                          <p:val>
                                            <p:strVal val="#ppt_x"/>
                                          </p:val>
                                        </p:tav>
                                        <p:tav tm="100000">
                                          <p:val>
                                            <p:strVal val="#ppt_x"/>
                                          </p:val>
                                        </p:tav>
                                      </p:tavLst>
                                    </p:anim>
                                    <p:anim calcmode="lin" valueType="num">
                                      <p:cBhvr additive="base">
                                        <p:cTn id="80" dur="500" fill="hold"/>
                                        <p:tgtEl>
                                          <p:spTgt spid="1269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复化求积公式的应用</a:t>
            </a:r>
            <a:endParaRPr lang="zh-CN" altLang="en-US" sz="2000" b="1" dirty="0">
              <a:solidFill>
                <a:srgbClr val="314865"/>
              </a:solidFill>
              <a:latin typeface="+mj-ea"/>
            </a:endParaRPr>
          </a:p>
        </p:txBody>
      </p:sp>
      <p:sp>
        <p:nvSpPr>
          <p:cNvPr id="5" name="Rectangle 40"/>
          <p:cNvSpPr>
            <a:spLocks noChangeArrowheads="1"/>
          </p:cNvSpPr>
          <p:nvPr/>
        </p:nvSpPr>
        <p:spPr bwMode="auto">
          <a:xfrm>
            <a:off x="314960" y="706120"/>
            <a:ext cx="8615680" cy="553998"/>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于是有                                                                ，                                                                 </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126980" name="Object 4"/>
          <p:cNvGraphicFramePr>
            <a:graphicFrameLocks noChangeAspect="1"/>
          </p:cNvGraphicFramePr>
          <p:nvPr/>
        </p:nvGraphicFramePr>
        <p:xfrm>
          <a:off x="1282383" y="680403"/>
          <a:ext cx="3529012" cy="658812"/>
        </p:xfrm>
        <a:graphic>
          <a:graphicData uri="http://schemas.openxmlformats.org/presentationml/2006/ole">
            <mc:AlternateContent xmlns:mc="http://schemas.openxmlformats.org/markup-compatibility/2006">
              <mc:Choice xmlns:v="urn:schemas-microsoft-com:vml" Requires="v">
                <p:oleObj spid="_x0000_s69742" name="Equation" r:id="rId3" imgW="2717640" imgH="507960" progId="Equation.DSMT4">
                  <p:embed/>
                </p:oleObj>
              </mc:Choice>
              <mc:Fallback>
                <p:oleObj name="Equation" r:id="rId3" imgW="2717640" imgH="50796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2383" y="680403"/>
                        <a:ext cx="3529012" cy="658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81" name="Object 5"/>
          <p:cNvGraphicFramePr>
            <a:graphicFrameLocks noChangeAspect="1"/>
          </p:cNvGraphicFramePr>
          <p:nvPr/>
        </p:nvGraphicFramePr>
        <p:xfrm>
          <a:off x="5091113" y="691198"/>
          <a:ext cx="3678237" cy="658812"/>
        </p:xfrm>
        <a:graphic>
          <a:graphicData uri="http://schemas.openxmlformats.org/presentationml/2006/ole">
            <mc:AlternateContent xmlns:mc="http://schemas.openxmlformats.org/markup-compatibility/2006">
              <mc:Choice xmlns:v="urn:schemas-microsoft-com:vml" Requires="v">
                <p:oleObj spid="_x0000_s69743" name="Equation" r:id="rId5" imgW="2831760" imgH="507960" progId="Equation.DSMT4">
                  <p:embed/>
                </p:oleObj>
              </mc:Choice>
              <mc:Fallback>
                <p:oleObj name="Equation" r:id="rId5" imgW="2831760" imgH="50796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1113" y="691198"/>
                        <a:ext cx="3678237" cy="658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42"/>
          <p:cNvSpPr>
            <a:spLocks noChangeArrowheads="1"/>
          </p:cNvSpPr>
          <p:nvPr/>
        </p:nvSpPr>
        <p:spPr bwMode="auto">
          <a:xfrm>
            <a:off x="528320" y="4158933"/>
            <a:ext cx="4495800" cy="494238"/>
          </a:xfrm>
          <a:prstGeom prst="rect">
            <a:avLst/>
          </a:prstGeom>
          <a:noFill/>
          <a:ln w="9525">
            <a:noFill/>
            <a:miter lim="800000"/>
            <a:headEnd/>
            <a:tailEnd/>
          </a:ln>
        </p:spPr>
        <p:txBody>
          <a:bodyPr>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实际上，</a:t>
            </a:r>
            <a:endParaRPr lang="en-US" altLang="zh-CN" dirty="0" smtClean="0">
              <a:sym typeface="Symbol" pitchFamily="18" charset="2"/>
            </a:endParaRPr>
          </a:p>
        </p:txBody>
      </p:sp>
      <p:graphicFrame>
        <p:nvGraphicFramePr>
          <p:cNvPr id="2" name="Object 4"/>
          <p:cNvGraphicFramePr>
            <a:graphicFrameLocks noChangeAspect="1"/>
          </p:cNvGraphicFramePr>
          <p:nvPr/>
        </p:nvGraphicFramePr>
        <p:xfrm>
          <a:off x="1549083" y="4285933"/>
          <a:ext cx="1681162" cy="361950"/>
        </p:xfrm>
        <a:graphic>
          <a:graphicData uri="http://schemas.openxmlformats.org/presentationml/2006/ole">
            <mc:AlternateContent xmlns:mc="http://schemas.openxmlformats.org/markup-compatibility/2006">
              <mc:Choice xmlns:v="urn:schemas-microsoft-com:vml" Requires="v">
                <p:oleObj spid="_x0000_s69744" name="Equation" r:id="rId7" imgW="1295280" imgH="279360" progId="Equation.DSMT4">
                  <p:embed/>
                </p:oleObj>
              </mc:Choice>
              <mc:Fallback>
                <p:oleObj name="Equation" r:id="rId7" imgW="1295280" imgH="2793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9083" y="4285933"/>
                        <a:ext cx="1681162"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41"/>
          <p:cNvSpPr>
            <a:spLocks noChangeArrowheads="1"/>
          </p:cNvSpPr>
          <p:nvPr/>
        </p:nvSpPr>
        <p:spPr bwMode="auto">
          <a:xfrm>
            <a:off x="325120" y="1503680"/>
            <a:ext cx="8615680" cy="553998"/>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对复化梯形公式，若使</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，只要</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35868" name="Object 28"/>
          <p:cNvGraphicFramePr>
            <a:graphicFrameLocks noChangeAspect="1"/>
          </p:cNvGraphicFramePr>
          <p:nvPr/>
        </p:nvGraphicFramePr>
        <p:xfrm>
          <a:off x="3020378" y="1579880"/>
          <a:ext cx="1497012" cy="409575"/>
        </p:xfrm>
        <a:graphic>
          <a:graphicData uri="http://schemas.openxmlformats.org/presentationml/2006/ole">
            <mc:AlternateContent xmlns:mc="http://schemas.openxmlformats.org/markup-compatibility/2006">
              <mc:Choice xmlns:v="urn:schemas-microsoft-com:vml" Requires="v">
                <p:oleObj spid="_x0000_s69745" name="Equation" r:id="rId9" imgW="1218960" imgH="330120" progId="Equation.DSMT4">
                  <p:embed/>
                </p:oleObj>
              </mc:Choice>
              <mc:Fallback>
                <p:oleObj name="Equation" r:id="rId9" imgW="1218960" imgH="330120" progId="Equation.DSMT4">
                  <p:embed/>
                  <p:pic>
                    <p:nvPicPr>
                      <p:cNvPr id="0" name="Object 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20378" y="1579880"/>
                        <a:ext cx="1497012"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82" name="Object 6"/>
          <p:cNvGraphicFramePr>
            <a:graphicFrameLocks noChangeAspect="1"/>
          </p:cNvGraphicFramePr>
          <p:nvPr/>
        </p:nvGraphicFramePr>
        <p:xfrm>
          <a:off x="448945" y="2170748"/>
          <a:ext cx="3008313" cy="684212"/>
        </p:xfrm>
        <a:graphic>
          <a:graphicData uri="http://schemas.openxmlformats.org/presentationml/2006/ole">
            <mc:AlternateContent xmlns:mc="http://schemas.openxmlformats.org/markup-compatibility/2006">
              <mc:Choice xmlns:v="urn:schemas-microsoft-com:vml" Requires="v">
                <p:oleObj spid="_x0000_s69746" name="Equation" r:id="rId11" imgW="2514600" imgH="571320" progId="Equation.DSMT4">
                  <p:embed/>
                </p:oleObj>
              </mc:Choice>
              <mc:Fallback>
                <p:oleObj name="Equation" r:id="rId11" imgW="2514600" imgH="57132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8945" y="2170748"/>
                        <a:ext cx="3008313" cy="684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48"/>
          <p:cNvSpPr>
            <a:spLocks noChangeArrowheads="1"/>
          </p:cNvSpPr>
          <p:nvPr/>
        </p:nvSpPr>
        <p:spPr bwMode="auto">
          <a:xfrm>
            <a:off x="399392" y="2238528"/>
            <a:ext cx="8313683" cy="553998"/>
          </a:xfrm>
          <a:prstGeom prst="rect">
            <a:avLst/>
          </a:prstGeom>
          <a:noFill/>
          <a:ln w="9525">
            <a:noFill/>
            <a:miter lim="800000"/>
            <a:headEnd/>
            <a:tailEnd/>
          </a:ln>
        </p:spPr>
        <p:txBody>
          <a:bodyPr wrap="square">
            <a:spAutoFit/>
          </a:bodyPr>
          <a:lstStyle/>
          <a:p>
            <a:pPr algn="l">
              <a:lnSpc>
                <a:spcPct val="15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故应取</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3" name="Object 6"/>
          <p:cNvGraphicFramePr>
            <a:graphicFrameLocks noChangeAspect="1"/>
          </p:cNvGraphicFramePr>
          <p:nvPr/>
        </p:nvGraphicFramePr>
        <p:xfrm>
          <a:off x="4349093" y="2436758"/>
          <a:ext cx="806450" cy="242888"/>
        </p:xfrm>
        <a:graphic>
          <a:graphicData uri="http://schemas.openxmlformats.org/presentationml/2006/ole">
            <mc:AlternateContent xmlns:mc="http://schemas.openxmlformats.org/markup-compatibility/2006">
              <mc:Choice xmlns:v="urn:schemas-microsoft-com:vml" Requires="v">
                <p:oleObj spid="_x0000_s69747" name="Equation" r:id="rId13" imgW="672840" imgH="203040" progId="Equation.DSMT4">
                  <p:embed/>
                </p:oleObj>
              </mc:Choice>
              <mc:Fallback>
                <p:oleObj name="Equation" r:id="rId13" imgW="672840" imgH="20304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349093" y="2436758"/>
                        <a:ext cx="806450"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54"/>
          <p:cNvSpPr>
            <a:spLocks noChangeArrowheads="1"/>
          </p:cNvSpPr>
          <p:nvPr/>
        </p:nvSpPr>
        <p:spPr bwMode="auto">
          <a:xfrm>
            <a:off x="325120" y="2905760"/>
            <a:ext cx="8605520" cy="553998"/>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对复化</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公式，若使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只要   </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4" name="Object 28"/>
          <p:cNvGraphicFramePr>
            <a:graphicFrameLocks noChangeAspect="1"/>
          </p:cNvGraphicFramePr>
          <p:nvPr/>
        </p:nvGraphicFramePr>
        <p:xfrm>
          <a:off x="3362643" y="3004820"/>
          <a:ext cx="1528762" cy="409575"/>
        </p:xfrm>
        <a:graphic>
          <a:graphicData uri="http://schemas.openxmlformats.org/presentationml/2006/ole">
            <mc:AlternateContent xmlns:mc="http://schemas.openxmlformats.org/markup-compatibility/2006">
              <mc:Choice xmlns:v="urn:schemas-microsoft-com:vml" Requires="v">
                <p:oleObj spid="_x0000_s69748" name="Equation" r:id="rId15" imgW="1244520" imgH="330120" progId="Equation.DSMT4">
                  <p:embed/>
                </p:oleObj>
              </mc:Choice>
              <mc:Fallback>
                <p:oleObj name="Equation" r:id="rId15" imgW="1244520" imgH="33012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362643" y="3004820"/>
                        <a:ext cx="1528762"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6983" name="Object 7"/>
          <p:cNvGraphicFramePr>
            <a:graphicFrameLocks noChangeAspect="1"/>
          </p:cNvGraphicFramePr>
          <p:nvPr/>
        </p:nvGraphicFramePr>
        <p:xfrm>
          <a:off x="429578" y="3463290"/>
          <a:ext cx="2871787" cy="746125"/>
        </p:xfrm>
        <a:graphic>
          <a:graphicData uri="http://schemas.openxmlformats.org/presentationml/2006/ole">
            <mc:AlternateContent xmlns:mc="http://schemas.openxmlformats.org/markup-compatibility/2006">
              <mc:Choice xmlns:v="urn:schemas-microsoft-com:vml" Requires="v">
                <p:oleObj spid="_x0000_s69749" name="Equation" r:id="rId17" imgW="2400120" imgH="622080" progId="Equation.DSMT4">
                  <p:embed/>
                </p:oleObj>
              </mc:Choice>
              <mc:Fallback>
                <p:oleObj name="Equation" r:id="rId17" imgW="2400120" imgH="622080" progId="Equation.DSMT4">
                  <p:embed/>
                  <p:pic>
                    <p:nvPicPr>
                      <p:cNvPr id="0" name="Object 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29578" y="3463290"/>
                        <a:ext cx="2871787" cy="74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48"/>
          <p:cNvSpPr>
            <a:spLocks noChangeArrowheads="1"/>
          </p:cNvSpPr>
          <p:nvPr/>
        </p:nvSpPr>
        <p:spPr bwMode="auto">
          <a:xfrm>
            <a:off x="470512" y="3599968"/>
            <a:ext cx="8313683" cy="553998"/>
          </a:xfrm>
          <a:prstGeom prst="rect">
            <a:avLst/>
          </a:prstGeom>
          <a:noFill/>
          <a:ln w="9525">
            <a:noFill/>
            <a:miter lim="800000"/>
            <a:headEnd/>
            <a:tailEnd/>
          </a:ln>
        </p:spPr>
        <p:txBody>
          <a:bodyPr wrap="square">
            <a:spAutoFit/>
          </a:bodyPr>
          <a:lstStyle/>
          <a:p>
            <a:pPr algn="l">
              <a:lnSpc>
                <a:spcPct val="15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故应取</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6" name="Object 6"/>
          <p:cNvGraphicFramePr>
            <a:graphicFrameLocks noChangeAspect="1"/>
          </p:cNvGraphicFramePr>
          <p:nvPr/>
        </p:nvGraphicFramePr>
        <p:xfrm>
          <a:off x="4537393" y="3760788"/>
          <a:ext cx="577850" cy="242887"/>
        </p:xfrm>
        <a:graphic>
          <a:graphicData uri="http://schemas.openxmlformats.org/presentationml/2006/ole">
            <mc:AlternateContent xmlns:mc="http://schemas.openxmlformats.org/markup-compatibility/2006">
              <mc:Choice xmlns:v="urn:schemas-microsoft-com:vml" Requires="v">
                <p:oleObj spid="_x0000_s69750" name="Equation" r:id="rId19" imgW="482400" imgH="203040" progId="Equation.DSMT4">
                  <p:embed/>
                </p:oleObj>
              </mc:Choice>
              <mc:Fallback>
                <p:oleObj name="Equation" r:id="rId19" imgW="482400" imgH="203040" progId="Equation.DSMT4">
                  <p:embed/>
                  <p:pic>
                    <p:nvPicPr>
                      <p:cNvPr id="0" name="Picture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37393" y="3760788"/>
                        <a:ext cx="577850" cy="242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126980"/>
                                        </p:tgtEl>
                                        <p:attrNameLst>
                                          <p:attrName>style.visibility</p:attrName>
                                        </p:attrNameLst>
                                      </p:cBhvr>
                                      <p:to>
                                        <p:strVal val="visible"/>
                                      </p:to>
                                    </p:set>
                                    <p:anim calcmode="lin" valueType="num">
                                      <p:cBhvr additive="base">
                                        <p:cTn id="26" dur="500" fill="hold"/>
                                        <p:tgtEl>
                                          <p:spTgt spid="126980"/>
                                        </p:tgtEl>
                                        <p:attrNameLst>
                                          <p:attrName>ppt_x</p:attrName>
                                        </p:attrNameLst>
                                      </p:cBhvr>
                                      <p:tavLst>
                                        <p:tav tm="0">
                                          <p:val>
                                            <p:strVal val="#ppt_x"/>
                                          </p:val>
                                        </p:tav>
                                        <p:tav tm="100000">
                                          <p:val>
                                            <p:strVal val="#ppt_x"/>
                                          </p:val>
                                        </p:tav>
                                      </p:tavLst>
                                    </p:anim>
                                    <p:anim calcmode="lin" valueType="num">
                                      <p:cBhvr additive="base">
                                        <p:cTn id="27" dur="500" fill="hold"/>
                                        <p:tgtEl>
                                          <p:spTgt spid="126980"/>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126981"/>
                                        </p:tgtEl>
                                        <p:attrNameLst>
                                          <p:attrName>style.visibility</p:attrName>
                                        </p:attrNameLst>
                                      </p:cBhvr>
                                      <p:to>
                                        <p:strVal val="visible"/>
                                      </p:to>
                                    </p:set>
                                    <p:anim calcmode="lin" valueType="num">
                                      <p:cBhvr additive="base">
                                        <p:cTn id="30" dur="500" fill="hold"/>
                                        <p:tgtEl>
                                          <p:spTgt spid="126981"/>
                                        </p:tgtEl>
                                        <p:attrNameLst>
                                          <p:attrName>ppt_x</p:attrName>
                                        </p:attrNameLst>
                                      </p:cBhvr>
                                      <p:tavLst>
                                        <p:tav tm="0">
                                          <p:val>
                                            <p:strVal val="#ppt_x"/>
                                          </p:val>
                                        </p:tav>
                                        <p:tav tm="100000">
                                          <p:val>
                                            <p:strVal val="#ppt_x"/>
                                          </p:val>
                                        </p:tav>
                                      </p:tavLst>
                                    </p:anim>
                                    <p:anim calcmode="lin" valueType="num">
                                      <p:cBhvr additive="base">
                                        <p:cTn id="31" dur="500" fill="hold"/>
                                        <p:tgtEl>
                                          <p:spTgt spid="126981"/>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5868"/>
                                        </p:tgtEl>
                                        <p:attrNameLst>
                                          <p:attrName>style.visibility</p:attrName>
                                        </p:attrNameLst>
                                      </p:cBhvr>
                                      <p:to>
                                        <p:strVal val="visible"/>
                                      </p:to>
                                    </p:set>
                                    <p:anim calcmode="lin" valueType="num">
                                      <p:cBhvr additive="base">
                                        <p:cTn id="40" dur="500" fill="hold"/>
                                        <p:tgtEl>
                                          <p:spTgt spid="35868"/>
                                        </p:tgtEl>
                                        <p:attrNameLst>
                                          <p:attrName>ppt_x</p:attrName>
                                        </p:attrNameLst>
                                      </p:cBhvr>
                                      <p:tavLst>
                                        <p:tav tm="0">
                                          <p:val>
                                            <p:strVal val="#ppt_x"/>
                                          </p:val>
                                        </p:tav>
                                        <p:tav tm="100000">
                                          <p:val>
                                            <p:strVal val="#ppt_x"/>
                                          </p:val>
                                        </p:tav>
                                      </p:tavLst>
                                    </p:anim>
                                    <p:anim calcmode="lin" valueType="num">
                                      <p:cBhvr additive="base">
                                        <p:cTn id="41" dur="500" fill="hold"/>
                                        <p:tgtEl>
                                          <p:spTgt spid="35868"/>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00" fill="hold"/>
                                        <p:tgtEl>
                                          <p:spTgt spid="13"/>
                                        </p:tgtEl>
                                        <p:attrNameLst>
                                          <p:attrName>ppt_x</p:attrName>
                                        </p:attrNameLst>
                                      </p:cBhvr>
                                      <p:tavLst>
                                        <p:tav tm="0">
                                          <p:val>
                                            <p:strVal val="#ppt_x"/>
                                          </p:val>
                                        </p:tav>
                                        <p:tav tm="100000">
                                          <p:val>
                                            <p:strVal val="#ppt_x"/>
                                          </p:val>
                                        </p:tav>
                                      </p:tavLst>
                                    </p:anim>
                                    <p:anim calcmode="lin" valueType="num">
                                      <p:cBhvr additive="base">
                                        <p:cTn id="47" dur="500" fill="hold"/>
                                        <p:tgtEl>
                                          <p:spTgt spid="13"/>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126982"/>
                                        </p:tgtEl>
                                        <p:attrNameLst>
                                          <p:attrName>style.visibility</p:attrName>
                                        </p:attrNameLst>
                                      </p:cBhvr>
                                      <p:to>
                                        <p:strVal val="visible"/>
                                      </p:to>
                                    </p:set>
                                    <p:anim calcmode="lin" valueType="num">
                                      <p:cBhvr additive="base">
                                        <p:cTn id="50" dur="500" fill="hold"/>
                                        <p:tgtEl>
                                          <p:spTgt spid="126982"/>
                                        </p:tgtEl>
                                        <p:attrNameLst>
                                          <p:attrName>ppt_x</p:attrName>
                                        </p:attrNameLst>
                                      </p:cBhvr>
                                      <p:tavLst>
                                        <p:tav tm="0">
                                          <p:val>
                                            <p:strVal val="#ppt_x"/>
                                          </p:val>
                                        </p:tav>
                                        <p:tav tm="100000">
                                          <p:val>
                                            <p:strVal val="#ppt_x"/>
                                          </p:val>
                                        </p:tav>
                                      </p:tavLst>
                                    </p:anim>
                                    <p:anim calcmode="lin" valueType="num">
                                      <p:cBhvr additive="base">
                                        <p:cTn id="51" dur="500" fill="hold"/>
                                        <p:tgtEl>
                                          <p:spTgt spid="126982"/>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3"/>
                                        </p:tgtEl>
                                        <p:attrNameLst>
                                          <p:attrName>style.visibility</p:attrName>
                                        </p:attrNameLst>
                                      </p:cBhvr>
                                      <p:to>
                                        <p:strVal val="visible"/>
                                      </p:to>
                                    </p:set>
                                    <p:anim calcmode="lin" valueType="num">
                                      <p:cBhvr additive="base">
                                        <p:cTn id="54" dur="500" fill="hold"/>
                                        <p:tgtEl>
                                          <p:spTgt spid="3"/>
                                        </p:tgtEl>
                                        <p:attrNameLst>
                                          <p:attrName>ppt_x</p:attrName>
                                        </p:attrNameLst>
                                      </p:cBhvr>
                                      <p:tavLst>
                                        <p:tav tm="0">
                                          <p:val>
                                            <p:strVal val="#ppt_x"/>
                                          </p:val>
                                        </p:tav>
                                        <p:tav tm="100000">
                                          <p:val>
                                            <p:strVal val="#ppt_x"/>
                                          </p:val>
                                        </p:tav>
                                      </p:tavLst>
                                    </p:anim>
                                    <p:anim calcmode="lin" valueType="num">
                                      <p:cBhvr additive="base">
                                        <p:cTn id="5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00" fill="hold"/>
                                        <p:tgtEl>
                                          <p:spTgt spid="17"/>
                                        </p:tgtEl>
                                        <p:attrNameLst>
                                          <p:attrName>ppt_x</p:attrName>
                                        </p:attrNameLst>
                                      </p:cBhvr>
                                      <p:tavLst>
                                        <p:tav tm="0">
                                          <p:val>
                                            <p:strVal val="#ppt_x"/>
                                          </p:val>
                                        </p:tav>
                                        <p:tav tm="100000">
                                          <p:val>
                                            <p:strVal val="#ppt_x"/>
                                          </p:val>
                                        </p:tav>
                                      </p:tavLst>
                                    </p:anim>
                                    <p:anim calcmode="lin" valueType="num">
                                      <p:cBhvr additive="base">
                                        <p:cTn id="61" dur="500" fill="hold"/>
                                        <p:tgtEl>
                                          <p:spTgt spid="17"/>
                                        </p:tgtEl>
                                        <p:attrNameLst>
                                          <p:attrName>ppt_y</p:attrName>
                                        </p:attrNameLst>
                                      </p:cBhvr>
                                      <p:tavLst>
                                        <p:tav tm="0">
                                          <p:val>
                                            <p:strVal val="1+#ppt_h/2"/>
                                          </p:val>
                                        </p:tav>
                                        <p:tav tm="100000">
                                          <p:val>
                                            <p:strVal val="#ppt_y"/>
                                          </p:val>
                                        </p:tav>
                                      </p:tavLst>
                                    </p:anim>
                                  </p:childTnLst>
                                </p:cTn>
                              </p:par>
                              <p:par>
                                <p:cTn id="62" presetID="2" presetClass="entr" presetSubtype="4" fill="hold" nodeType="withEffect">
                                  <p:stCondLst>
                                    <p:cond delay="0"/>
                                  </p:stCondLst>
                                  <p:childTnLst>
                                    <p:set>
                                      <p:cBhvr>
                                        <p:cTn id="63" dur="1" fill="hold">
                                          <p:stCondLst>
                                            <p:cond delay="0"/>
                                          </p:stCondLst>
                                        </p:cTn>
                                        <p:tgtEl>
                                          <p:spTgt spid="4"/>
                                        </p:tgtEl>
                                        <p:attrNameLst>
                                          <p:attrName>style.visibility</p:attrName>
                                        </p:attrNameLst>
                                      </p:cBhvr>
                                      <p:to>
                                        <p:strVal val="visible"/>
                                      </p:to>
                                    </p:set>
                                    <p:anim calcmode="lin" valueType="num">
                                      <p:cBhvr additive="base">
                                        <p:cTn id="64" dur="500" fill="hold"/>
                                        <p:tgtEl>
                                          <p:spTgt spid="4"/>
                                        </p:tgtEl>
                                        <p:attrNameLst>
                                          <p:attrName>ppt_x</p:attrName>
                                        </p:attrNameLst>
                                      </p:cBhvr>
                                      <p:tavLst>
                                        <p:tav tm="0">
                                          <p:val>
                                            <p:strVal val="#ppt_x"/>
                                          </p:val>
                                        </p:tav>
                                        <p:tav tm="100000">
                                          <p:val>
                                            <p:strVal val="#ppt_x"/>
                                          </p:val>
                                        </p:tav>
                                      </p:tavLst>
                                    </p:anim>
                                    <p:anim calcmode="lin" valueType="num">
                                      <p:cBhvr additive="base">
                                        <p:cTn id="65"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grpId="0" nodeType="clickEffect">
                                  <p:stCondLst>
                                    <p:cond delay="0"/>
                                  </p:stCondLst>
                                  <p:childTnLst>
                                    <p:set>
                                      <p:cBhvr>
                                        <p:cTn id="69" dur="1" fill="hold">
                                          <p:stCondLst>
                                            <p:cond delay="0"/>
                                          </p:stCondLst>
                                        </p:cTn>
                                        <p:tgtEl>
                                          <p:spTgt spid="18"/>
                                        </p:tgtEl>
                                        <p:attrNameLst>
                                          <p:attrName>style.visibility</p:attrName>
                                        </p:attrNameLst>
                                      </p:cBhvr>
                                      <p:to>
                                        <p:strVal val="visible"/>
                                      </p:to>
                                    </p:set>
                                    <p:anim calcmode="lin" valueType="num">
                                      <p:cBhvr additive="base">
                                        <p:cTn id="70" dur="500" fill="hold"/>
                                        <p:tgtEl>
                                          <p:spTgt spid="18"/>
                                        </p:tgtEl>
                                        <p:attrNameLst>
                                          <p:attrName>ppt_x</p:attrName>
                                        </p:attrNameLst>
                                      </p:cBhvr>
                                      <p:tavLst>
                                        <p:tav tm="0">
                                          <p:val>
                                            <p:strVal val="#ppt_x"/>
                                          </p:val>
                                        </p:tav>
                                        <p:tav tm="100000">
                                          <p:val>
                                            <p:strVal val="#ppt_x"/>
                                          </p:val>
                                        </p:tav>
                                      </p:tavLst>
                                    </p:anim>
                                    <p:anim calcmode="lin" valueType="num">
                                      <p:cBhvr additive="base">
                                        <p:cTn id="71" dur="500" fill="hold"/>
                                        <p:tgtEl>
                                          <p:spTgt spid="18"/>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126983"/>
                                        </p:tgtEl>
                                        <p:attrNameLst>
                                          <p:attrName>style.visibility</p:attrName>
                                        </p:attrNameLst>
                                      </p:cBhvr>
                                      <p:to>
                                        <p:strVal val="visible"/>
                                      </p:to>
                                    </p:set>
                                    <p:anim calcmode="lin" valueType="num">
                                      <p:cBhvr additive="base">
                                        <p:cTn id="74" dur="500" fill="hold"/>
                                        <p:tgtEl>
                                          <p:spTgt spid="126983"/>
                                        </p:tgtEl>
                                        <p:attrNameLst>
                                          <p:attrName>ppt_x</p:attrName>
                                        </p:attrNameLst>
                                      </p:cBhvr>
                                      <p:tavLst>
                                        <p:tav tm="0">
                                          <p:val>
                                            <p:strVal val="#ppt_x"/>
                                          </p:val>
                                        </p:tav>
                                        <p:tav tm="100000">
                                          <p:val>
                                            <p:strVal val="#ppt_x"/>
                                          </p:val>
                                        </p:tav>
                                      </p:tavLst>
                                    </p:anim>
                                    <p:anim calcmode="lin" valueType="num">
                                      <p:cBhvr additive="base">
                                        <p:cTn id="75" dur="500" fill="hold"/>
                                        <p:tgtEl>
                                          <p:spTgt spid="126983"/>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6"/>
                                        </p:tgtEl>
                                        <p:attrNameLst>
                                          <p:attrName>style.visibility</p:attrName>
                                        </p:attrNameLst>
                                      </p:cBhvr>
                                      <p:to>
                                        <p:strVal val="visible"/>
                                      </p:to>
                                    </p:set>
                                    <p:anim calcmode="lin" valueType="num">
                                      <p:cBhvr additive="base">
                                        <p:cTn id="78" dur="500" fill="hold"/>
                                        <p:tgtEl>
                                          <p:spTgt spid="6"/>
                                        </p:tgtEl>
                                        <p:attrNameLst>
                                          <p:attrName>ppt_x</p:attrName>
                                        </p:attrNameLst>
                                      </p:cBhvr>
                                      <p:tavLst>
                                        <p:tav tm="0">
                                          <p:val>
                                            <p:strVal val="#ppt_x"/>
                                          </p:val>
                                        </p:tav>
                                        <p:tav tm="100000">
                                          <p:val>
                                            <p:strVal val="#ppt_x"/>
                                          </p:val>
                                        </p:tav>
                                      </p:tavLst>
                                    </p:anim>
                                    <p:anim calcmode="lin" valueType="num">
                                      <p:cBhvr additive="base">
                                        <p:cTn id="79"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3" presetClass="entr" presetSubtype="10" fill="hold" grpId="0" nodeType="clickEffect">
                                  <p:stCondLst>
                                    <p:cond delay="0"/>
                                  </p:stCondLst>
                                  <p:childTnLst>
                                    <p:set>
                                      <p:cBhvr>
                                        <p:cTn id="83" dur="1" fill="hold">
                                          <p:stCondLst>
                                            <p:cond delay="0"/>
                                          </p:stCondLst>
                                        </p:cTn>
                                        <p:tgtEl>
                                          <p:spTgt spid="8"/>
                                        </p:tgtEl>
                                        <p:attrNameLst>
                                          <p:attrName>style.visibility</p:attrName>
                                        </p:attrNameLst>
                                      </p:cBhvr>
                                      <p:to>
                                        <p:strVal val="visible"/>
                                      </p:to>
                                    </p:set>
                                    <p:animEffect transition="in" filter="blinds(horizontal)">
                                      <p:cBhvr>
                                        <p:cTn id="84" dur="500"/>
                                        <p:tgtEl>
                                          <p:spTgt spid="8"/>
                                        </p:tgtEl>
                                      </p:cBhvr>
                                    </p:animEffect>
                                  </p:childTnLst>
                                </p:cTn>
                              </p:par>
                              <p:par>
                                <p:cTn id="85" presetID="3" presetClass="entr" presetSubtype="10" fill="hold" nodeType="withEffect">
                                  <p:stCondLst>
                                    <p:cond delay="0"/>
                                  </p:stCondLst>
                                  <p:childTnLst>
                                    <p:set>
                                      <p:cBhvr>
                                        <p:cTn id="86" dur="1" fill="hold">
                                          <p:stCondLst>
                                            <p:cond delay="0"/>
                                          </p:stCondLst>
                                        </p:cTn>
                                        <p:tgtEl>
                                          <p:spTgt spid="2"/>
                                        </p:tgtEl>
                                        <p:attrNameLst>
                                          <p:attrName>style.visibility</p:attrName>
                                        </p:attrNameLst>
                                      </p:cBhvr>
                                      <p:to>
                                        <p:strVal val="visible"/>
                                      </p:to>
                                    </p:set>
                                    <p:animEffect transition="in" filter="blinds(horizontal)">
                                      <p:cBhvr>
                                        <p:cTn id="8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8" grpId="0"/>
      <p:bldP spid="10" grpId="0"/>
      <p:bldP spid="13" grpId="0"/>
      <p:bldP spid="17" grpId="0"/>
      <p:bldP spid="18"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5" name="TextBox 2"/>
          <p:cNvSpPr txBox="1">
            <a:spLocks noChangeArrowheads="1"/>
          </p:cNvSpPr>
          <p:nvPr/>
        </p:nvSpPr>
        <p:spPr bwMode="auto">
          <a:xfrm>
            <a:off x="641350" y="719138"/>
            <a:ext cx="7730490" cy="1938992"/>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复化求积公式对提高积分精度是可行的方法，但在使用求积公式前需要给出合适的步长，步长取得太大精度难以保证，步长太小又会导致计算量大大增加</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为了克服这些困难，我们来介绍</a:t>
            </a:r>
            <a:r>
              <a:rPr lang="en-US" altLang="zh-CN" sz="2000" dirty="0" smtClean="0">
                <a:solidFill>
                  <a:schemeClr val="dk1"/>
                </a:solidFill>
                <a:latin typeface="Calibri" pitchFamily="34" charset="0"/>
                <a:ea typeface="宋体" pitchFamily="2" charset="-122"/>
                <a:sym typeface="Symbol" pitchFamily="18" charset="2"/>
              </a:rPr>
              <a:t>Romberg</a:t>
            </a:r>
            <a:r>
              <a:rPr lang="zh-CN" altLang="en-US" sz="2000" dirty="0" smtClean="0">
                <a:solidFill>
                  <a:schemeClr val="dk1"/>
                </a:solidFill>
                <a:latin typeface="Calibri" pitchFamily="34" charset="0"/>
                <a:ea typeface="宋体" pitchFamily="2" charset="-122"/>
                <a:sym typeface="Symbol" pitchFamily="18" charset="2"/>
              </a:rPr>
              <a:t>求积公式，以及相关算法</a:t>
            </a:r>
            <a:r>
              <a:rPr lang="en-US" altLang="zh-CN" sz="2000" dirty="0" smtClean="0">
                <a:solidFill>
                  <a:schemeClr val="dk1"/>
                </a:solidFill>
                <a:latin typeface="Calibri" pitchFamily="34" charset="0"/>
                <a:ea typeface="宋体" pitchFamily="2" charset="-122"/>
                <a:sym typeface="Symbol" pitchFamily="18" charset="2"/>
              </a:rPr>
              <a:t>.</a:t>
            </a:r>
            <a:endParaRPr lang="zh-CN" altLang="en-US" sz="2000" dirty="0" smtClean="0">
              <a:solidFill>
                <a:schemeClr val="dk1"/>
              </a:solidFill>
              <a:latin typeface="Calibri" pitchFamily="34" charset="0"/>
              <a:ea typeface="宋体" pitchFamily="2" charset="-122"/>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6" name="Text Box 37"/>
          <p:cNvSpPr txBox="1">
            <a:spLocks noChangeArrowheads="1"/>
          </p:cNvSpPr>
          <p:nvPr/>
        </p:nvSpPr>
        <p:spPr bwMode="auto">
          <a:xfrm>
            <a:off x="254000" y="680720"/>
            <a:ext cx="8219440" cy="1477328"/>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由于</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42027" name="Object 43"/>
          <p:cNvGraphicFramePr>
            <a:graphicFrameLocks noChangeAspect="1"/>
          </p:cNvGraphicFramePr>
          <p:nvPr/>
        </p:nvGraphicFramePr>
        <p:xfrm>
          <a:off x="1358900" y="673100"/>
          <a:ext cx="3911600" cy="660400"/>
        </p:xfrm>
        <a:graphic>
          <a:graphicData uri="http://schemas.openxmlformats.org/presentationml/2006/ole">
            <mc:AlternateContent xmlns:mc="http://schemas.openxmlformats.org/markup-compatibility/2006">
              <mc:Choice xmlns:v="urn:schemas-microsoft-com:vml" Requires="v">
                <p:oleObj spid="_x0000_s70778" name="Equation" r:id="rId3" imgW="3530520" imgH="596880" progId="Equation.DSMT4">
                  <p:embed/>
                </p:oleObj>
              </mc:Choice>
              <mc:Fallback>
                <p:oleObj name="Equation" r:id="rId3" imgW="3530520" imgH="596880" progId="Equation.DSMT4">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58900" y="673100"/>
                        <a:ext cx="3911600" cy="660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028" name="Object 44"/>
          <p:cNvGraphicFramePr>
            <a:graphicFrameLocks noChangeAspect="1"/>
          </p:cNvGraphicFramePr>
          <p:nvPr/>
        </p:nvGraphicFramePr>
        <p:xfrm>
          <a:off x="1345883" y="1472403"/>
          <a:ext cx="4010025" cy="703262"/>
        </p:xfrm>
        <a:graphic>
          <a:graphicData uri="http://schemas.openxmlformats.org/presentationml/2006/ole">
            <mc:AlternateContent xmlns:mc="http://schemas.openxmlformats.org/markup-compatibility/2006">
              <mc:Choice xmlns:v="urn:schemas-microsoft-com:vml" Requires="v">
                <p:oleObj spid="_x0000_s70779" name="Equation" r:id="rId5" imgW="3619440" imgH="634680" progId="Equation.DSMT4">
                  <p:embed/>
                </p:oleObj>
              </mc:Choice>
              <mc:Fallback>
                <p:oleObj name="Equation" r:id="rId5" imgW="3619440" imgH="634680" progId="Equation.DSMT4">
                  <p:embed/>
                  <p:pic>
                    <p:nvPicPr>
                      <p:cNvPr id="0" name="Object 4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5883" y="1472403"/>
                        <a:ext cx="4010025" cy="703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42"/>
          <p:cNvSpPr txBox="1">
            <a:spLocks noChangeArrowheads="1"/>
          </p:cNvSpPr>
          <p:nvPr/>
        </p:nvSpPr>
        <p:spPr bwMode="auto">
          <a:xfrm>
            <a:off x="233680" y="2301240"/>
            <a:ext cx="2377440" cy="553998"/>
          </a:xfrm>
          <a:prstGeom prst="rect">
            <a:avLst/>
          </a:prstGeom>
          <a:noFill/>
          <a:ln w="9525">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所以有   </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42029" name="Object 45"/>
          <p:cNvGraphicFramePr>
            <a:graphicFrameLocks noChangeAspect="1"/>
          </p:cNvGraphicFramePr>
          <p:nvPr/>
        </p:nvGraphicFramePr>
        <p:xfrm>
          <a:off x="1269048" y="2340928"/>
          <a:ext cx="1112837" cy="687387"/>
        </p:xfrm>
        <a:graphic>
          <a:graphicData uri="http://schemas.openxmlformats.org/presentationml/2006/ole">
            <mc:AlternateContent xmlns:mc="http://schemas.openxmlformats.org/markup-compatibility/2006">
              <mc:Choice xmlns:v="urn:schemas-microsoft-com:vml" Requires="v">
                <p:oleObj spid="_x0000_s70780" name="Equation" r:id="rId7" imgW="1002960" imgH="622080" progId="Equation.DSMT4">
                  <p:embed/>
                </p:oleObj>
              </mc:Choice>
              <mc:Fallback>
                <p:oleObj name="Equation" r:id="rId7" imgW="1002960" imgH="622080" progId="Equation.DSMT4">
                  <p:embed/>
                  <p:pic>
                    <p:nvPicPr>
                      <p:cNvPr id="0" name="Object 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9048" y="2340928"/>
                        <a:ext cx="1112837" cy="687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34"/>
          <p:cNvSpPr txBox="1">
            <a:spLocks noChangeArrowheads="1"/>
          </p:cNvSpPr>
          <p:nvPr/>
        </p:nvSpPr>
        <p:spPr bwMode="auto">
          <a:xfrm>
            <a:off x="2712720" y="2392680"/>
            <a:ext cx="6000356" cy="553998"/>
          </a:xfrm>
          <a:prstGeom prst="rect">
            <a:avLst/>
          </a:prstGeom>
          <a:noFill/>
          <a:ln w="9525">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由此得</a:t>
            </a:r>
          </a:p>
        </p:txBody>
      </p:sp>
      <p:graphicFrame>
        <p:nvGraphicFramePr>
          <p:cNvPr id="42030" name="Object 46"/>
          <p:cNvGraphicFramePr>
            <a:graphicFrameLocks noChangeAspect="1"/>
          </p:cNvGraphicFramePr>
          <p:nvPr/>
        </p:nvGraphicFramePr>
        <p:xfrm>
          <a:off x="3849688" y="2454275"/>
          <a:ext cx="1322387" cy="631825"/>
        </p:xfrm>
        <a:graphic>
          <a:graphicData uri="http://schemas.openxmlformats.org/presentationml/2006/ole">
            <mc:AlternateContent xmlns:mc="http://schemas.openxmlformats.org/markup-compatibility/2006">
              <mc:Choice xmlns:v="urn:schemas-microsoft-com:vml" Requires="v">
                <p:oleObj spid="_x0000_s70781" name="Equation" r:id="rId9" imgW="1193760" imgH="571320" progId="Equation.DSMT4">
                  <p:embed/>
                </p:oleObj>
              </mc:Choice>
              <mc:Fallback>
                <p:oleObj name="Equation" r:id="rId9" imgW="1193760" imgH="571320" progId="Equation.DSMT4">
                  <p:embed/>
                  <p:pic>
                    <p:nvPicPr>
                      <p:cNvPr id="0" name="Object 4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49688" y="2454275"/>
                        <a:ext cx="1322387"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2031" name="Object 47"/>
          <p:cNvGraphicFramePr>
            <a:graphicFrameLocks noChangeAspect="1"/>
          </p:cNvGraphicFramePr>
          <p:nvPr/>
        </p:nvGraphicFramePr>
        <p:xfrm>
          <a:off x="5676900" y="2357438"/>
          <a:ext cx="2786063" cy="633412"/>
        </p:xfrm>
        <a:graphic>
          <a:graphicData uri="http://schemas.openxmlformats.org/presentationml/2006/ole">
            <mc:AlternateContent xmlns:mc="http://schemas.openxmlformats.org/markup-compatibility/2006">
              <mc:Choice xmlns:v="urn:schemas-microsoft-com:vml" Requires="v">
                <p:oleObj spid="_x0000_s70782" name="Equation" r:id="rId11" imgW="2514600" imgH="571320" progId="Equation.DSMT4">
                  <p:embed/>
                </p:oleObj>
              </mc:Choice>
              <mc:Fallback>
                <p:oleObj name="Equation" r:id="rId11" imgW="2514600" imgH="571320" progId="Equation.DSMT4">
                  <p:embed/>
                  <p:pic>
                    <p:nvPicPr>
                      <p:cNvPr id="0" name="Object 4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76900" y="2357438"/>
                        <a:ext cx="2786063" cy="633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40"/>
          <p:cNvSpPr>
            <a:spLocks noChangeArrowheads="1"/>
          </p:cNvSpPr>
          <p:nvPr/>
        </p:nvSpPr>
        <p:spPr bwMode="auto">
          <a:xfrm>
            <a:off x="254000" y="3180080"/>
            <a:ext cx="7203440" cy="553998"/>
          </a:xfrm>
          <a:prstGeom prst="rect">
            <a:avLst/>
          </a:prstGeom>
          <a:noFill/>
          <a:ln w="9525">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一方面，若</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，则有近似误差</a:t>
            </a:r>
            <a:r>
              <a:rPr lang="en-US" altLang="zh-CN" sz="2000" dirty="0" smtClean="0">
                <a:solidFill>
                  <a:schemeClr val="dk1"/>
                </a:solidFill>
                <a:latin typeface="Calibri" pitchFamily="34" charset="0"/>
                <a:ea typeface="宋体" pitchFamily="2" charset="-122"/>
                <a:sym typeface="Symbol" pitchFamily="18" charset="2"/>
              </a:rPr>
              <a:t> </a:t>
            </a:r>
          </a:p>
        </p:txBody>
      </p:sp>
      <p:sp>
        <p:nvSpPr>
          <p:cNvPr id="18" name="Rectangle 48"/>
          <p:cNvSpPr>
            <a:spLocks noChangeArrowheads="1"/>
          </p:cNvSpPr>
          <p:nvPr/>
        </p:nvSpPr>
        <p:spPr bwMode="auto">
          <a:xfrm>
            <a:off x="258908" y="3937000"/>
            <a:ext cx="7928654"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另一方面，</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应比</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和</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的近似程度更好</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2" name="Object 46"/>
          <p:cNvGraphicFramePr>
            <a:graphicFrameLocks noChangeAspect="1"/>
          </p:cNvGraphicFramePr>
          <p:nvPr/>
        </p:nvGraphicFramePr>
        <p:xfrm>
          <a:off x="1653540" y="3362325"/>
          <a:ext cx="1392238" cy="322263"/>
        </p:xfrm>
        <a:graphic>
          <a:graphicData uri="http://schemas.openxmlformats.org/presentationml/2006/ole">
            <mc:AlternateContent xmlns:mc="http://schemas.openxmlformats.org/markup-compatibility/2006">
              <mc:Choice xmlns:v="urn:schemas-microsoft-com:vml" Requires="v">
                <p:oleObj spid="_x0000_s70783" name="Equation" r:id="rId13" imgW="1257120" imgH="291960" progId="Equation.DSMT4">
                  <p:embed/>
                </p:oleObj>
              </mc:Choice>
              <mc:Fallback>
                <p:oleObj name="Equation" r:id="rId13" imgW="1257120" imgH="29196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53540" y="3362325"/>
                        <a:ext cx="1392238" cy="32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6"/>
          <p:cNvGraphicFramePr>
            <a:graphicFrameLocks noChangeAspect="1"/>
          </p:cNvGraphicFramePr>
          <p:nvPr/>
        </p:nvGraphicFramePr>
        <p:xfrm>
          <a:off x="4900930" y="3314065"/>
          <a:ext cx="1182688" cy="322263"/>
        </p:xfrm>
        <a:graphic>
          <a:graphicData uri="http://schemas.openxmlformats.org/presentationml/2006/ole">
            <mc:AlternateContent xmlns:mc="http://schemas.openxmlformats.org/markup-compatibility/2006">
              <mc:Choice xmlns:v="urn:schemas-microsoft-com:vml" Requires="v">
                <p:oleObj spid="_x0000_s70784" name="Equation" r:id="rId15" imgW="1066680" imgH="291960" progId="Equation.DSMT4">
                  <p:embed/>
                </p:oleObj>
              </mc:Choice>
              <mc:Fallback>
                <p:oleObj name="Equation" r:id="rId15" imgW="1066680" imgH="29196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00930" y="3314065"/>
                        <a:ext cx="1182688" cy="322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6"/>
          <p:cNvGraphicFramePr>
            <a:graphicFrameLocks noChangeAspect="1"/>
          </p:cNvGraphicFramePr>
          <p:nvPr/>
        </p:nvGraphicFramePr>
        <p:xfrm>
          <a:off x="1646073" y="3897422"/>
          <a:ext cx="955675" cy="631825"/>
        </p:xfrm>
        <a:graphic>
          <a:graphicData uri="http://schemas.openxmlformats.org/presentationml/2006/ole">
            <mc:AlternateContent xmlns:mc="http://schemas.openxmlformats.org/markup-compatibility/2006">
              <mc:Choice xmlns:v="urn:schemas-microsoft-com:vml" Requires="v">
                <p:oleObj spid="_x0000_s70785" name="Equation" r:id="rId17" imgW="863280" imgH="571320" progId="Equation.DSMT4">
                  <p:embed/>
                </p:oleObj>
              </mc:Choice>
              <mc:Fallback>
                <p:oleObj name="Equation" r:id="rId17" imgW="863280" imgH="571320" progId="Equation.DSMT4">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46073" y="3897422"/>
                        <a:ext cx="955675"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6"/>
          <p:cNvGraphicFramePr>
            <a:graphicFrameLocks noChangeAspect="1"/>
          </p:cNvGraphicFramePr>
          <p:nvPr/>
        </p:nvGraphicFramePr>
        <p:xfrm>
          <a:off x="3314536" y="4025462"/>
          <a:ext cx="238125" cy="323850"/>
        </p:xfrm>
        <a:graphic>
          <a:graphicData uri="http://schemas.openxmlformats.org/presentationml/2006/ole">
            <mc:AlternateContent xmlns:mc="http://schemas.openxmlformats.org/markup-compatibility/2006">
              <mc:Choice xmlns:v="urn:schemas-microsoft-com:vml" Requires="v">
                <p:oleObj spid="_x0000_s70786" name="Equation" r:id="rId19" imgW="215640" imgH="291960" progId="Equation.DSMT4">
                  <p:embed/>
                </p:oleObj>
              </mc:Choice>
              <mc:Fallback>
                <p:oleObj name="Equation" r:id="rId19" imgW="215640" imgH="291960" progId="Equation.DSMT4">
                  <p:embed/>
                  <p:pic>
                    <p:nvPicPr>
                      <p:cNvPr id="0" name="Picture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314536" y="4025462"/>
                        <a:ext cx="238125"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46"/>
          <p:cNvGraphicFramePr>
            <a:graphicFrameLocks noChangeAspect="1"/>
          </p:cNvGraphicFramePr>
          <p:nvPr/>
        </p:nvGraphicFramePr>
        <p:xfrm>
          <a:off x="3920467" y="4041174"/>
          <a:ext cx="322263" cy="323850"/>
        </p:xfrm>
        <a:graphic>
          <a:graphicData uri="http://schemas.openxmlformats.org/presentationml/2006/ole">
            <mc:AlternateContent xmlns:mc="http://schemas.openxmlformats.org/markup-compatibility/2006">
              <mc:Choice xmlns:v="urn:schemas-microsoft-com:vml" Requires="v">
                <p:oleObj spid="_x0000_s70787" name="Equation" r:id="rId21" imgW="291960" imgH="291960" progId="Equation.DSMT4">
                  <p:embed/>
                </p:oleObj>
              </mc:Choice>
              <mc:Fallback>
                <p:oleObj name="Equation" r:id="rId21" imgW="291960" imgH="291960" progId="Equation.DSMT4">
                  <p:embed/>
                  <p:pic>
                    <p:nvPicPr>
                      <p:cNvPr id="0" name="Picture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920467" y="4041174"/>
                        <a:ext cx="322263"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par>
                                <p:cTn id="23" presetID="3" presetClass="entr" presetSubtype="10" fill="hold" nodeType="withEffect">
                                  <p:stCondLst>
                                    <p:cond delay="0"/>
                                  </p:stCondLst>
                                  <p:childTnLst>
                                    <p:set>
                                      <p:cBhvr>
                                        <p:cTn id="24" dur="1" fill="hold">
                                          <p:stCondLst>
                                            <p:cond delay="0"/>
                                          </p:stCondLst>
                                        </p:cTn>
                                        <p:tgtEl>
                                          <p:spTgt spid="42027"/>
                                        </p:tgtEl>
                                        <p:attrNameLst>
                                          <p:attrName>style.visibility</p:attrName>
                                        </p:attrNameLst>
                                      </p:cBhvr>
                                      <p:to>
                                        <p:strVal val="visible"/>
                                      </p:to>
                                    </p:set>
                                    <p:animEffect transition="in" filter="blinds(horizontal)">
                                      <p:cBhvr>
                                        <p:cTn id="25" dur="500"/>
                                        <p:tgtEl>
                                          <p:spTgt spid="42027"/>
                                        </p:tgtEl>
                                      </p:cBhvr>
                                    </p:animEffect>
                                  </p:childTnLst>
                                </p:cTn>
                              </p:par>
                              <p:par>
                                <p:cTn id="26" presetID="3" presetClass="entr" presetSubtype="10" fill="hold" nodeType="withEffect">
                                  <p:stCondLst>
                                    <p:cond delay="0"/>
                                  </p:stCondLst>
                                  <p:childTnLst>
                                    <p:set>
                                      <p:cBhvr>
                                        <p:cTn id="27" dur="1" fill="hold">
                                          <p:stCondLst>
                                            <p:cond delay="0"/>
                                          </p:stCondLst>
                                        </p:cTn>
                                        <p:tgtEl>
                                          <p:spTgt spid="42028"/>
                                        </p:tgtEl>
                                        <p:attrNameLst>
                                          <p:attrName>style.visibility</p:attrName>
                                        </p:attrNameLst>
                                      </p:cBhvr>
                                      <p:to>
                                        <p:strVal val="visible"/>
                                      </p:to>
                                    </p:set>
                                    <p:animEffect transition="in" filter="blinds(horizontal)">
                                      <p:cBhvr>
                                        <p:cTn id="28" dur="500"/>
                                        <p:tgtEl>
                                          <p:spTgt spid="42028"/>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blinds(horizontal)">
                                      <p:cBhvr>
                                        <p:cTn id="33" dur="500"/>
                                        <p:tgtEl>
                                          <p:spTgt spid="9"/>
                                        </p:tgtEl>
                                      </p:cBhvr>
                                    </p:animEffect>
                                  </p:childTnLst>
                                </p:cTn>
                              </p:par>
                              <p:par>
                                <p:cTn id="34" presetID="3" presetClass="entr" presetSubtype="10" fill="hold" nodeType="withEffect">
                                  <p:stCondLst>
                                    <p:cond delay="0"/>
                                  </p:stCondLst>
                                  <p:childTnLst>
                                    <p:set>
                                      <p:cBhvr>
                                        <p:cTn id="35" dur="1" fill="hold">
                                          <p:stCondLst>
                                            <p:cond delay="0"/>
                                          </p:stCondLst>
                                        </p:cTn>
                                        <p:tgtEl>
                                          <p:spTgt spid="42029"/>
                                        </p:tgtEl>
                                        <p:attrNameLst>
                                          <p:attrName>style.visibility</p:attrName>
                                        </p:attrNameLst>
                                      </p:cBhvr>
                                      <p:to>
                                        <p:strVal val="visible"/>
                                      </p:to>
                                    </p:set>
                                    <p:animEffect transition="in" filter="blinds(horizontal)">
                                      <p:cBhvr>
                                        <p:cTn id="36" dur="500"/>
                                        <p:tgtEl>
                                          <p:spTgt spid="42029"/>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blinds(horizontal)">
                                      <p:cBhvr>
                                        <p:cTn id="41" dur="500"/>
                                        <p:tgtEl>
                                          <p:spTgt spid="11"/>
                                        </p:tgtEl>
                                      </p:cBhvr>
                                    </p:animEffect>
                                  </p:childTnLst>
                                </p:cTn>
                              </p:par>
                              <p:par>
                                <p:cTn id="42" presetID="3" presetClass="entr" presetSubtype="10" fill="hold" nodeType="withEffect">
                                  <p:stCondLst>
                                    <p:cond delay="0"/>
                                  </p:stCondLst>
                                  <p:childTnLst>
                                    <p:set>
                                      <p:cBhvr>
                                        <p:cTn id="43" dur="1" fill="hold">
                                          <p:stCondLst>
                                            <p:cond delay="0"/>
                                          </p:stCondLst>
                                        </p:cTn>
                                        <p:tgtEl>
                                          <p:spTgt spid="42030"/>
                                        </p:tgtEl>
                                        <p:attrNameLst>
                                          <p:attrName>style.visibility</p:attrName>
                                        </p:attrNameLst>
                                      </p:cBhvr>
                                      <p:to>
                                        <p:strVal val="visible"/>
                                      </p:to>
                                    </p:set>
                                    <p:animEffect transition="in" filter="blinds(horizontal)">
                                      <p:cBhvr>
                                        <p:cTn id="44" dur="500"/>
                                        <p:tgtEl>
                                          <p:spTgt spid="42030"/>
                                        </p:tgtEl>
                                      </p:cBhvr>
                                    </p:animEffect>
                                  </p:childTnLst>
                                </p:cTn>
                              </p:par>
                              <p:par>
                                <p:cTn id="45" presetID="3" presetClass="entr" presetSubtype="10" fill="hold" nodeType="withEffect">
                                  <p:stCondLst>
                                    <p:cond delay="0"/>
                                  </p:stCondLst>
                                  <p:childTnLst>
                                    <p:set>
                                      <p:cBhvr>
                                        <p:cTn id="46" dur="1" fill="hold">
                                          <p:stCondLst>
                                            <p:cond delay="0"/>
                                          </p:stCondLst>
                                        </p:cTn>
                                        <p:tgtEl>
                                          <p:spTgt spid="42031"/>
                                        </p:tgtEl>
                                        <p:attrNameLst>
                                          <p:attrName>style.visibility</p:attrName>
                                        </p:attrNameLst>
                                      </p:cBhvr>
                                      <p:to>
                                        <p:strVal val="visible"/>
                                      </p:to>
                                    </p:set>
                                    <p:animEffect transition="in" filter="blinds(horizontal)">
                                      <p:cBhvr>
                                        <p:cTn id="47" dur="500"/>
                                        <p:tgtEl>
                                          <p:spTgt spid="42031"/>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17"/>
                                        </p:tgtEl>
                                        <p:attrNameLst>
                                          <p:attrName>style.visibility</p:attrName>
                                        </p:attrNameLst>
                                      </p:cBhvr>
                                      <p:to>
                                        <p:strVal val="visible"/>
                                      </p:to>
                                    </p:set>
                                    <p:anim calcmode="lin" valueType="num">
                                      <p:cBhvr additive="base">
                                        <p:cTn id="52" dur="500" fill="hold"/>
                                        <p:tgtEl>
                                          <p:spTgt spid="17"/>
                                        </p:tgtEl>
                                        <p:attrNameLst>
                                          <p:attrName>ppt_x</p:attrName>
                                        </p:attrNameLst>
                                      </p:cBhvr>
                                      <p:tavLst>
                                        <p:tav tm="0">
                                          <p:val>
                                            <p:strVal val="#ppt_x"/>
                                          </p:val>
                                        </p:tav>
                                        <p:tav tm="100000">
                                          <p:val>
                                            <p:strVal val="#ppt_x"/>
                                          </p:val>
                                        </p:tav>
                                      </p:tavLst>
                                    </p:anim>
                                    <p:anim calcmode="lin" valueType="num">
                                      <p:cBhvr additive="base">
                                        <p:cTn id="53" dur="500" fill="hold"/>
                                        <p:tgtEl>
                                          <p:spTgt spid="17"/>
                                        </p:tgtEl>
                                        <p:attrNameLst>
                                          <p:attrName>ppt_y</p:attrName>
                                        </p:attrNameLst>
                                      </p:cBhvr>
                                      <p:tavLst>
                                        <p:tav tm="0">
                                          <p:val>
                                            <p:strVal val="1+#ppt_h/2"/>
                                          </p:val>
                                        </p:tav>
                                        <p:tav tm="100000">
                                          <p:val>
                                            <p:strVal val="#ppt_y"/>
                                          </p:val>
                                        </p:tav>
                                      </p:tavLst>
                                    </p:anim>
                                  </p:childTnLst>
                                </p:cTn>
                              </p:par>
                              <p:par>
                                <p:cTn id="54" presetID="2" presetClass="entr" presetSubtype="4" fill="hold" nodeType="withEffect">
                                  <p:stCondLst>
                                    <p:cond delay="0"/>
                                  </p:stCondLst>
                                  <p:childTnLst>
                                    <p:set>
                                      <p:cBhvr>
                                        <p:cTn id="55" dur="1" fill="hold">
                                          <p:stCondLst>
                                            <p:cond delay="0"/>
                                          </p:stCondLst>
                                        </p:cTn>
                                        <p:tgtEl>
                                          <p:spTgt spid="2"/>
                                        </p:tgtEl>
                                        <p:attrNameLst>
                                          <p:attrName>style.visibility</p:attrName>
                                        </p:attrNameLst>
                                      </p:cBhvr>
                                      <p:to>
                                        <p:strVal val="visible"/>
                                      </p:to>
                                    </p:set>
                                    <p:anim calcmode="lin" valueType="num">
                                      <p:cBhvr additive="base">
                                        <p:cTn id="56" dur="500" fill="hold"/>
                                        <p:tgtEl>
                                          <p:spTgt spid="2"/>
                                        </p:tgtEl>
                                        <p:attrNameLst>
                                          <p:attrName>ppt_x</p:attrName>
                                        </p:attrNameLst>
                                      </p:cBhvr>
                                      <p:tavLst>
                                        <p:tav tm="0">
                                          <p:val>
                                            <p:strVal val="#ppt_x"/>
                                          </p:val>
                                        </p:tav>
                                        <p:tav tm="100000">
                                          <p:val>
                                            <p:strVal val="#ppt_x"/>
                                          </p:val>
                                        </p:tav>
                                      </p:tavLst>
                                    </p:anim>
                                    <p:anim calcmode="lin" valueType="num">
                                      <p:cBhvr additive="base">
                                        <p:cTn id="57" dur="500" fill="hold"/>
                                        <p:tgtEl>
                                          <p:spTgt spid="2"/>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3"/>
                                        </p:tgtEl>
                                        <p:attrNameLst>
                                          <p:attrName>style.visibility</p:attrName>
                                        </p:attrNameLst>
                                      </p:cBhvr>
                                      <p:to>
                                        <p:strVal val="visible"/>
                                      </p:to>
                                    </p:set>
                                    <p:anim calcmode="lin" valueType="num">
                                      <p:cBhvr additive="base">
                                        <p:cTn id="60" dur="500" fill="hold"/>
                                        <p:tgtEl>
                                          <p:spTgt spid="3"/>
                                        </p:tgtEl>
                                        <p:attrNameLst>
                                          <p:attrName>ppt_x</p:attrName>
                                        </p:attrNameLst>
                                      </p:cBhvr>
                                      <p:tavLst>
                                        <p:tav tm="0">
                                          <p:val>
                                            <p:strVal val="#ppt_x"/>
                                          </p:val>
                                        </p:tav>
                                        <p:tav tm="100000">
                                          <p:val>
                                            <p:strVal val="#ppt_x"/>
                                          </p:val>
                                        </p:tav>
                                      </p:tavLst>
                                    </p:anim>
                                    <p:anim calcmode="lin" valueType="num">
                                      <p:cBhvr additive="base">
                                        <p:cTn id="61"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grpId="0" nodeType="clickEffect">
                                  <p:stCondLst>
                                    <p:cond delay="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00" fill="hold"/>
                                        <p:tgtEl>
                                          <p:spTgt spid="18"/>
                                        </p:tgtEl>
                                        <p:attrNameLst>
                                          <p:attrName>ppt_x</p:attrName>
                                        </p:attrNameLst>
                                      </p:cBhvr>
                                      <p:tavLst>
                                        <p:tav tm="0">
                                          <p:val>
                                            <p:strVal val="#ppt_x"/>
                                          </p:val>
                                        </p:tav>
                                        <p:tav tm="100000">
                                          <p:val>
                                            <p:strVal val="#ppt_x"/>
                                          </p:val>
                                        </p:tav>
                                      </p:tavLst>
                                    </p:anim>
                                    <p:anim calcmode="lin" valueType="num">
                                      <p:cBhvr additive="base">
                                        <p:cTn id="67" dur="500" fill="hold"/>
                                        <p:tgtEl>
                                          <p:spTgt spid="18"/>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4"/>
                                        </p:tgtEl>
                                        <p:attrNameLst>
                                          <p:attrName>style.visibility</p:attrName>
                                        </p:attrNameLst>
                                      </p:cBhvr>
                                      <p:to>
                                        <p:strVal val="visible"/>
                                      </p:to>
                                    </p:set>
                                    <p:anim calcmode="lin" valueType="num">
                                      <p:cBhvr additive="base">
                                        <p:cTn id="70" dur="500" fill="hold"/>
                                        <p:tgtEl>
                                          <p:spTgt spid="4"/>
                                        </p:tgtEl>
                                        <p:attrNameLst>
                                          <p:attrName>ppt_x</p:attrName>
                                        </p:attrNameLst>
                                      </p:cBhvr>
                                      <p:tavLst>
                                        <p:tav tm="0">
                                          <p:val>
                                            <p:strVal val="#ppt_x"/>
                                          </p:val>
                                        </p:tav>
                                        <p:tav tm="100000">
                                          <p:val>
                                            <p:strVal val="#ppt_x"/>
                                          </p:val>
                                        </p:tav>
                                      </p:tavLst>
                                    </p:anim>
                                    <p:anim calcmode="lin" valueType="num">
                                      <p:cBhvr additive="base">
                                        <p:cTn id="71" dur="500" fill="hold"/>
                                        <p:tgtEl>
                                          <p:spTgt spid="4"/>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7"/>
                                        </p:tgtEl>
                                        <p:attrNameLst>
                                          <p:attrName>style.visibility</p:attrName>
                                        </p:attrNameLst>
                                      </p:cBhvr>
                                      <p:to>
                                        <p:strVal val="visible"/>
                                      </p:to>
                                    </p:set>
                                    <p:anim calcmode="lin" valueType="num">
                                      <p:cBhvr additive="base">
                                        <p:cTn id="74" dur="500" fill="hold"/>
                                        <p:tgtEl>
                                          <p:spTgt spid="7"/>
                                        </p:tgtEl>
                                        <p:attrNameLst>
                                          <p:attrName>ppt_x</p:attrName>
                                        </p:attrNameLst>
                                      </p:cBhvr>
                                      <p:tavLst>
                                        <p:tav tm="0">
                                          <p:val>
                                            <p:strVal val="#ppt_x"/>
                                          </p:val>
                                        </p:tav>
                                        <p:tav tm="100000">
                                          <p:val>
                                            <p:strVal val="#ppt_x"/>
                                          </p:val>
                                        </p:tav>
                                      </p:tavLst>
                                    </p:anim>
                                    <p:anim calcmode="lin" valueType="num">
                                      <p:cBhvr additive="base">
                                        <p:cTn id="75" dur="500" fill="hold"/>
                                        <p:tgtEl>
                                          <p:spTgt spid="7"/>
                                        </p:tgtEl>
                                        <p:attrNameLst>
                                          <p:attrName>ppt_y</p:attrName>
                                        </p:attrNameLst>
                                      </p:cBhvr>
                                      <p:tavLst>
                                        <p:tav tm="0">
                                          <p:val>
                                            <p:strVal val="1+#ppt_h/2"/>
                                          </p:val>
                                        </p:tav>
                                        <p:tav tm="100000">
                                          <p:val>
                                            <p:strVal val="#ppt_y"/>
                                          </p:val>
                                        </p:tav>
                                      </p:tavLst>
                                    </p:anim>
                                  </p:childTnLst>
                                </p:cTn>
                              </p:par>
                              <p:par>
                                <p:cTn id="76" presetID="2" presetClass="entr" presetSubtype="4" fill="hold" nodeType="withEffect">
                                  <p:stCondLst>
                                    <p:cond delay="0"/>
                                  </p:stCondLst>
                                  <p:childTnLst>
                                    <p:set>
                                      <p:cBhvr>
                                        <p:cTn id="77" dur="1" fill="hold">
                                          <p:stCondLst>
                                            <p:cond delay="0"/>
                                          </p:stCondLst>
                                        </p:cTn>
                                        <p:tgtEl>
                                          <p:spTgt spid="8"/>
                                        </p:tgtEl>
                                        <p:attrNameLst>
                                          <p:attrName>style.visibility</p:attrName>
                                        </p:attrNameLst>
                                      </p:cBhvr>
                                      <p:to>
                                        <p:strVal val="visible"/>
                                      </p:to>
                                    </p:set>
                                    <p:anim calcmode="lin" valueType="num">
                                      <p:cBhvr additive="base">
                                        <p:cTn id="78" dur="500" fill="hold"/>
                                        <p:tgtEl>
                                          <p:spTgt spid="8"/>
                                        </p:tgtEl>
                                        <p:attrNameLst>
                                          <p:attrName>ppt_x</p:attrName>
                                        </p:attrNameLst>
                                      </p:cBhvr>
                                      <p:tavLst>
                                        <p:tav tm="0">
                                          <p:val>
                                            <p:strVal val="#ppt_x"/>
                                          </p:val>
                                        </p:tav>
                                        <p:tav tm="100000">
                                          <p:val>
                                            <p:strVal val="#ppt_x"/>
                                          </p:val>
                                        </p:tav>
                                      </p:tavLst>
                                    </p:anim>
                                    <p:anim calcmode="lin" valueType="num">
                                      <p:cBhvr additive="base">
                                        <p:cTn id="79"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autoUpdateAnimBg="0"/>
      <p:bldP spid="9" grpId="0"/>
      <p:bldP spid="11" grpId="0"/>
      <p:bldP spid="17" grpId="0"/>
      <p:bldP spid="18"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6" name="Text Box 1052"/>
          <p:cNvSpPr txBox="1">
            <a:spLocks noChangeArrowheads="1"/>
          </p:cNvSpPr>
          <p:nvPr/>
        </p:nvSpPr>
        <p:spPr bwMode="auto">
          <a:xfrm>
            <a:off x="203200" y="648970"/>
            <a:ext cx="7833360" cy="1938992"/>
          </a:xfrm>
          <a:prstGeom prst="rect">
            <a:avLst/>
          </a:prstGeom>
          <a:noFill/>
          <a:ln w="25400">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事实上，有</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其中，</a:t>
            </a:r>
          </a:p>
        </p:txBody>
      </p:sp>
      <p:graphicFrame>
        <p:nvGraphicFramePr>
          <p:cNvPr id="43054" name="Object 46"/>
          <p:cNvGraphicFramePr>
            <a:graphicFrameLocks noChangeAspect="1"/>
          </p:cNvGraphicFramePr>
          <p:nvPr/>
        </p:nvGraphicFramePr>
        <p:xfrm>
          <a:off x="1718945" y="614363"/>
          <a:ext cx="3262313" cy="685800"/>
        </p:xfrm>
        <a:graphic>
          <a:graphicData uri="http://schemas.openxmlformats.org/presentationml/2006/ole">
            <mc:AlternateContent xmlns:mc="http://schemas.openxmlformats.org/markup-compatibility/2006">
              <mc:Choice xmlns:v="urn:schemas-microsoft-com:vml" Requires="v">
                <p:oleObj spid="_x0000_s71742" name="Equation" r:id="rId3" imgW="2654280" imgH="558720" progId="Equation.DSMT4">
                  <p:embed/>
                </p:oleObj>
              </mc:Choice>
              <mc:Fallback>
                <p:oleObj name="Equation" r:id="rId3" imgW="2654280" imgH="558720" progId="Equation.DSMT4">
                  <p:embed/>
                  <p:pic>
                    <p:nvPicPr>
                      <p:cNvPr id="0" name="Object 4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8945" y="614363"/>
                        <a:ext cx="3262313"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3055" name="Object 47"/>
          <p:cNvGraphicFramePr>
            <a:graphicFrameLocks noChangeAspect="1"/>
          </p:cNvGraphicFramePr>
          <p:nvPr/>
        </p:nvGraphicFramePr>
        <p:xfrm>
          <a:off x="1679258" y="1249998"/>
          <a:ext cx="4746625" cy="685800"/>
        </p:xfrm>
        <a:graphic>
          <a:graphicData uri="http://schemas.openxmlformats.org/presentationml/2006/ole">
            <mc:AlternateContent xmlns:mc="http://schemas.openxmlformats.org/markup-compatibility/2006">
              <mc:Choice xmlns:v="urn:schemas-microsoft-com:vml" Requires="v">
                <p:oleObj spid="_x0000_s71743" name="Equation" r:id="rId5" imgW="3860640" imgH="558720" progId="Equation.DSMT4">
                  <p:embed/>
                </p:oleObj>
              </mc:Choice>
              <mc:Fallback>
                <p:oleObj name="Equation" r:id="rId5" imgW="3860640" imgH="558720" progId="Equation.DSMT4">
                  <p:embed/>
                  <p:pic>
                    <p:nvPicPr>
                      <p:cNvPr id="0" name="Object 4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79258" y="1249998"/>
                        <a:ext cx="4746625"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7"/>
          <p:cNvGraphicFramePr>
            <a:graphicFrameLocks noChangeAspect="1"/>
          </p:cNvGraphicFramePr>
          <p:nvPr/>
        </p:nvGraphicFramePr>
        <p:xfrm>
          <a:off x="1100455" y="1995488"/>
          <a:ext cx="5932488" cy="622300"/>
        </p:xfrm>
        <a:graphic>
          <a:graphicData uri="http://schemas.openxmlformats.org/presentationml/2006/ole">
            <mc:AlternateContent xmlns:mc="http://schemas.openxmlformats.org/markup-compatibility/2006">
              <mc:Choice xmlns:v="urn:schemas-microsoft-com:vml" Requires="v">
                <p:oleObj spid="_x0000_s71744" name="Equation" r:id="rId7" imgW="4825800" imgH="507960" progId="Equation.DSMT4">
                  <p:embed/>
                </p:oleObj>
              </mc:Choice>
              <mc:Fallback>
                <p:oleObj name="Equation" r:id="rId7" imgW="4825800" imgH="5079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00455" y="1995488"/>
                        <a:ext cx="5932488"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41"/>
          <p:cNvSpPr>
            <a:spLocks noChangeArrowheads="1"/>
          </p:cNvSpPr>
          <p:nvPr/>
        </p:nvSpPr>
        <p:spPr bwMode="auto">
          <a:xfrm>
            <a:off x="172720" y="2574608"/>
            <a:ext cx="8422640" cy="861774"/>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于是有</a:t>
            </a:r>
          </a:p>
          <a:p>
            <a:pPr algn="l"/>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43057" name="Object 49"/>
          <p:cNvGraphicFramePr>
            <a:graphicFrameLocks noChangeAspect="1"/>
          </p:cNvGraphicFramePr>
          <p:nvPr/>
        </p:nvGraphicFramePr>
        <p:xfrm>
          <a:off x="1121093" y="2548573"/>
          <a:ext cx="5808662" cy="685800"/>
        </p:xfrm>
        <a:graphic>
          <a:graphicData uri="http://schemas.openxmlformats.org/presentationml/2006/ole">
            <mc:AlternateContent xmlns:mc="http://schemas.openxmlformats.org/markup-compatibility/2006">
              <mc:Choice xmlns:v="urn:schemas-microsoft-com:vml" Requires="v">
                <p:oleObj spid="_x0000_s71745" name="Equation" r:id="rId9" imgW="4724280" imgH="558720" progId="Equation.DSMT4">
                  <p:embed/>
                </p:oleObj>
              </mc:Choice>
              <mc:Fallback>
                <p:oleObj name="Equation" r:id="rId9" imgW="4724280" imgH="558720" progId="Equation.DSMT4">
                  <p:embed/>
                  <p:pic>
                    <p:nvPicPr>
                      <p:cNvPr id="0" name="Object 4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21093" y="2548573"/>
                        <a:ext cx="5808662"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41"/>
          <p:cNvSpPr>
            <a:spLocks noChangeArrowheads="1"/>
          </p:cNvSpPr>
          <p:nvPr/>
        </p:nvSpPr>
        <p:spPr bwMode="auto">
          <a:xfrm>
            <a:off x="243840" y="3285808"/>
            <a:ext cx="8422640" cy="861774"/>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而且有</a:t>
            </a:r>
          </a:p>
          <a:p>
            <a:pPr algn="l"/>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43058" name="Object 50"/>
          <p:cNvGraphicFramePr>
            <a:graphicFrameLocks noChangeAspect="1"/>
          </p:cNvGraphicFramePr>
          <p:nvPr/>
        </p:nvGraphicFramePr>
        <p:xfrm>
          <a:off x="1111568" y="3247390"/>
          <a:ext cx="6027737" cy="685800"/>
        </p:xfrm>
        <a:graphic>
          <a:graphicData uri="http://schemas.openxmlformats.org/presentationml/2006/ole">
            <mc:AlternateContent xmlns:mc="http://schemas.openxmlformats.org/markup-compatibility/2006">
              <mc:Choice xmlns:v="urn:schemas-microsoft-com:vml" Requires="v">
                <p:oleObj spid="_x0000_s71746" name="Equation" r:id="rId11" imgW="4902120" imgH="558720" progId="Equation.DSMT4">
                  <p:embed/>
                </p:oleObj>
              </mc:Choice>
              <mc:Fallback>
                <p:oleObj name="Equation" r:id="rId11" imgW="4902120" imgH="558720" progId="Equation.DSMT4">
                  <p:embed/>
                  <p:pic>
                    <p:nvPicPr>
                      <p:cNvPr id="0" name="Object 5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11568" y="3247390"/>
                        <a:ext cx="6027737"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arn(inVertical)">
                                      <p:cBhvr>
                                        <p:cTn id="22" dur="500"/>
                                        <p:tgtEl>
                                          <p:spTgt spid="6"/>
                                        </p:tgtEl>
                                      </p:cBhvr>
                                    </p:animEffect>
                                  </p:childTnLst>
                                </p:cTn>
                              </p:par>
                              <p:par>
                                <p:cTn id="23" presetID="16" presetClass="entr" presetSubtype="21" fill="hold" nodeType="withEffect">
                                  <p:stCondLst>
                                    <p:cond delay="0"/>
                                  </p:stCondLst>
                                  <p:childTnLst>
                                    <p:set>
                                      <p:cBhvr>
                                        <p:cTn id="24" dur="1" fill="hold">
                                          <p:stCondLst>
                                            <p:cond delay="0"/>
                                          </p:stCondLst>
                                        </p:cTn>
                                        <p:tgtEl>
                                          <p:spTgt spid="43054"/>
                                        </p:tgtEl>
                                        <p:attrNameLst>
                                          <p:attrName>style.visibility</p:attrName>
                                        </p:attrNameLst>
                                      </p:cBhvr>
                                      <p:to>
                                        <p:strVal val="visible"/>
                                      </p:to>
                                    </p:set>
                                    <p:animEffect transition="in" filter="barn(inVertical)">
                                      <p:cBhvr>
                                        <p:cTn id="25" dur="500"/>
                                        <p:tgtEl>
                                          <p:spTgt spid="43054"/>
                                        </p:tgtEl>
                                      </p:cBhvr>
                                    </p:animEffect>
                                  </p:childTnLst>
                                </p:cTn>
                              </p:par>
                              <p:par>
                                <p:cTn id="26" presetID="16" presetClass="entr" presetSubtype="21" fill="hold" nodeType="withEffect">
                                  <p:stCondLst>
                                    <p:cond delay="0"/>
                                  </p:stCondLst>
                                  <p:childTnLst>
                                    <p:set>
                                      <p:cBhvr>
                                        <p:cTn id="27" dur="1" fill="hold">
                                          <p:stCondLst>
                                            <p:cond delay="0"/>
                                          </p:stCondLst>
                                        </p:cTn>
                                        <p:tgtEl>
                                          <p:spTgt spid="43055"/>
                                        </p:tgtEl>
                                        <p:attrNameLst>
                                          <p:attrName>style.visibility</p:attrName>
                                        </p:attrNameLst>
                                      </p:cBhvr>
                                      <p:to>
                                        <p:strVal val="visible"/>
                                      </p:to>
                                    </p:set>
                                    <p:animEffect transition="in" filter="barn(inVertical)">
                                      <p:cBhvr>
                                        <p:cTn id="28" dur="500"/>
                                        <p:tgtEl>
                                          <p:spTgt spid="43055"/>
                                        </p:tgtEl>
                                      </p:cBhvr>
                                    </p:animEffect>
                                  </p:childTnLst>
                                </p:cTn>
                              </p:par>
                              <p:par>
                                <p:cTn id="29" presetID="16" presetClass="entr" presetSubtype="21"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arn(inVertic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1"/>
                                        </p:tgtEl>
                                        <p:attrNameLst>
                                          <p:attrName>style.visibility</p:attrName>
                                        </p:attrNameLst>
                                      </p:cBhvr>
                                      <p:to>
                                        <p:strVal val="visible"/>
                                      </p:to>
                                    </p:set>
                                  </p:childTnLst>
                                </p:cTn>
                              </p:par>
                              <p:par>
                                <p:cTn id="36" presetID="1" presetClass="entr" presetSubtype="0" fill="hold" nodeType="withEffect">
                                  <p:stCondLst>
                                    <p:cond delay="0"/>
                                  </p:stCondLst>
                                  <p:childTnLst>
                                    <p:set>
                                      <p:cBhvr>
                                        <p:cTn id="37" dur="1" fill="hold">
                                          <p:stCondLst>
                                            <p:cond delay="0"/>
                                          </p:stCondLst>
                                        </p:cTn>
                                        <p:tgtEl>
                                          <p:spTgt spid="4305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arn(inVertical)">
                                      <p:cBhvr>
                                        <p:cTn id="42" dur="500"/>
                                        <p:tgtEl>
                                          <p:spTgt spid="13"/>
                                        </p:tgtEl>
                                      </p:cBhvr>
                                    </p:animEffect>
                                  </p:childTnLst>
                                </p:cTn>
                              </p:par>
                              <p:par>
                                <p:cTn id="43" presetID="16" presetClass="entr" presetSubtype="21" fill="hold" nodeType="withEffect">
                                  <p:stCondLst>
                                    <p:cond delay="0"/>
                                  </p:stCondLst>
                                  <p:childTnLst>
                                    <p:set>
                                      <p:cBhvr>
                                        <p:cTn id="44" dur="1" fill="hold">
                                          <p:stCondLst>
                                            <p:cond delay="0"/>
                                          </p:stCondLst>
                                        </p:cTn>
                                        <p:tgtEl>
                                          <p:spTgt spid="43058"/>
                                        </p:tgtEl>
                                        <p:attrNameLst>
                                          <p:attrName>style.visibility</p:attrName>
                                        </p:attrNameLst>
                                      </p:cBhvr>
                                      <p:to>
                                        <p:strVal val="visible"/>
                                      </p:to>
                                    </p:set>
                                    <p:animEffect transition="in" filter="barn(inVertical)">
                                      <p:cBhvr>
                                        <p:cTn id="45" dur="500"/>
                                        <p:tgtEl>
                                          <p:spTgt spid="430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P spid="11" grpId="0"/>
      <p:bldP spid="13"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graphicFrame>
        <p:nvGraphicFramePr>
          <p:cNvPr id="80919" name="Object 23"/>
          <p:cNvGraphicFramePr>
            <a:graphicFrameLocks noChangeAspect="1"/>
          </p:cNvGraphicFramePr>
          <p:nvPr/>
        </p:nvGraphicFramePr>
        <p:xfrm>
          <a:off x="1088708" y="1028700"/>
          <a:ext cx="5570537" cy="1123950"/>
        </p:xfrm>
        <a:graphic>
          <a:graphicData uri="http://schemas.openxmlformats.org/presentationml/2006/ole">
            <mc:AlternateContent xmlns:mc="http://schemas.openxmlformats.org/markup-compatibility/2006">
              <mc:Choice xmlns:v="urn:schemas-microsoft-com:vml" Requires="v">
                <p:oleObj spid="_x0000_s72790" name="Equation" r:id="rId3" imgW="4533840" imgH="914400" progId="Equation.DSMT4">
                  <p:embed/>
                </p:oleObj>
              </mc:Choice>
              <mc:Fallback>
                <p:oleObj name="Equation" r:id="rId3" imgW="4533840" imgH="914400" progId="Equation.DSMT4">
                  <p:embed/>
                  <p:pic>
                    <p:nvPicPr>
                      <p:cNvPr id="0" name="Object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708" y="1028700"/>
                        <a:ext cx="5570537" cy="1123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18" name="Object 22"/>
          <p:cNvGraphicFramePr>
            <a:graphicFrameLocks noChangeAspect="1"/>
          </p:cNvGraphicFramePr>
          <p:nvPr/>
        </p:nvGraphicFramePr>
        <p:xfrm>
          <a:off x="1256348" y="920750"/>
          <a:ext cx="2887662" cy="623888"/>
        </p:xfrm>
        <a:graphic>
          <a:graphicData uri="http://schemas.openxmlformats.org/presentationml/2006/ole">
            <mc:AlternateContent xmlns:mc="http://schemas.openxmlformats.org/markup-compatibility/2006">
              <mc:Choice xmlns:v="urn:schemas-microsoft-com:vml" Requires="v">
                <p:oleObj spid="_x0000_s72791" name="Equation" r:id="rId5" imgW="2349360" imgH="507960" progId="Equation.DSMT4">
                  <p:embed/>
                </p:oleObj>
              </mc:Choice>
              <mc:Fallback>
                <p:oleObj name="Equation" r:id="rId5" imgW="2349360" imgH="507960" progId="Equation.DSMT4">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56348" y="920750"/>
                        <a:ext cx="2887662" cy="62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51"/>
          <p:cNvSpPr>
            <a:spLocks noChangeArrowheads="1"/>
          </p:cNvSpPr>
          <p:nvPr/>
        </p:nvSpPr>
        <p:spPr bwMode="auto">
          <a:xfrm>
            <a:off x="457200" y="520700"/>
            <a:ext cx="8453120" cy="553998"/>
          </a:xfrm>
          <a:prstGeom prst="rect">
            <a:avLst/>
          </a:prstGeom>
          <a:noFill/>
          <a:ln w="9525">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因此有逐次分半的复化梯形公式的递推公式：</a:t>
            </a:r>
          </a:p>
        </p:txBody>
      </p:sp>
      <p:sp>
        <p:nvSpPr>
          <p:cNvPr id="9" name="Text Box 15"/>
          <p:cNvSpPr txBox="1">
            <a:spLocks noChangeArrowheads="1"/>
          </p:cNvSpPr>
          <p:nvPr/>
        </p:nvSpPr>
        <p:spPr bwMode="auto">
          <a:xfrm>
            <a:off x="457200" y="2148840"/>
            <a:ext cx="8128000" cy="553998"/>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而且，要使                        只要 </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80920" name="Object 24"/>
          <p:cNvGraphicFramePr>
            <a:graphicFrameLocks noChangeAspect="1"/>
          </p:cNvGraphicFramePr>
          <p:nvPr/>
        </p:nvGraphicFramePr>
        <p:xfrm>
          <a:off x="1824990" y="2254885"/>
          <a:ext cx="1203325" cy="438150"/>
        </p:xfrm>
        <a:graphic>
          <a:graphicData uri="http://schemas.openxmlformats.org/presentationml/2006/ole">
            <mc:AlternateContent xmlns:mc="http://schemas.openxmlformats.org/markup-compatibility/2006">
              <mc:Choice xmlns:v="urn:schemas-microsoft-com:vml" Requires="v">
                <p:oleObj spid="_x0000_s72792" name="Equation" r:id="rId7" imgW="977760" imgH="355320" progId="Equation.DSMT4">
                  <p:embed/>
                </p:oleObj>
              </mc:Choice>
              <mc:Fallback>
                <p:oleObj name="Equation" r:id="rId7" imgW="977760" imgH="355320" progId="Equation.DSMT4">
                  <p:embed/>
                  <p:pic>
                    <p:nvPicPr>
                      <p:cNvPr id="0" name="Object 2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24990" y="2254885"/>
                        <a:ext cx="120332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21" name="Object 25"/>
          <p:cNvGraphicFramePr>
            <a:graphicFrameLocks noChangeAspect="1"/>
          </p:cNvGraphicFramePr>
          <p:nvPr/>
        </p:nvGraphicFramePr>
        <p:xfrm>
          <a:off x="3725228" y="2246630"/>
          <a:ext cx="1558925" cy="436563"/>
        </p:xfrm>
        <a:graphic>
          <a:graphicData uri="http://schemas.openxmlformats.org/presentationml/2006/ole">
            <mc:AlternateContent xmlns:mc="http://schemas.openxmlformats.org/markup-compatibility/2006">
              <mc:Choice xmlns:v="urn:schemas-microsoft-com:vml" Requires="v">
                <p:oleObj spid="_x0000_s72793" name="Equation" r:id="rId9" imgW="1269720" imgH="355320" progId="Equation.DSMT4">
                  <p:embed/>
                </p:oleObj>
              </mc:Choice>
              <mc:Fallback>
                <p:oleObj name="Equation" r:id="rId9" imgW="1269720" imgH="355320" progId="Equation.DSMT4">
                  <p:embed/>
                  <p:pic>
                    <p:nvPicPr>
                      <p:cNvPr id="0" name="Object 2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25228" y="2246630"/>
                        <a:ext cx="1558925" cy="436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22"/>
          <p:cNvSpPr>
            <a:spLocks noChangeArrowheads="1"/>
          </p:cNvSpPr>
          <p:nvPr/>
        </p:nvSpPr>
        <p:spPr bwMode="auto">
          <a:xfrm>
            <a:off x="447040" y="2600960"/>
            <a:ext cx="803656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也有逐次分半的复化</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公式的递推公式：</a:t>
            </a:r>
          </a:p>
        </p:txBody>
      </p:sp>
      <p:graphicFrame>
        <p:nvGraphicFramePr>
          <p:cNvPr id="80924" name="Object 28"/>
          <p:cNvGraphicFramePr>
            <a:graphicFrameLocks noChangeAspect="1"/>
          </p:cNvGraphicFramePr>
          <p:nvPr/>
        </p:nvGraphicFramePr>
        <p:xfrm>
          <a:off x="1212533" y="3056580"/>
          <a:ext cx="3652837" cy="1781175"/>
        </p:xfrm>
        <a:graphic>
          <a:graphicData uri="http://schemas.openxmlformats.org/presentationml/2006/ole">
            <mc:AlternateContent xmlns:mc="http://schemas.openxmlformats.org/markup-compatibility/2006">
              <mc:Choice xmlns:v="urn:schemas-microsoft-com:vml" Requires="v">
                <p:oleObj spid="_x0000_s72794" name="Equation" r:id="rId11" imgW="2971800" imgH="1447560" progId="Equation.DSMT4">
                  <p:embed/>
                </p:oleObj>
              </mc:Choice>
              <mc:Fallback>
                <p:oleObj name="Equation" r:id="rId11" imgW="2971800" imgH="1447560" progId="Equation.DSMT4">
                  <p:embed/>
                  <p:pic>
                    <p:nvPicPr>
                      <p:cNvPr id="0" name="Object 2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12533" y="3056580"/>
                        <a:ext cx="3652837" cy="178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22" name="Object 26"/>
          <p:cNvGraphicFramePr>
            <a:graphicFrameLocks noChangeAspect="1"/>
          </p:cNvGraphicFramePr>
          <p:nvPr/>
        </p:nvGraphicFramePr>
        <p:xfrm>
          <a:off x="1351401" y="2942625"/>
          <a:ext cx="2887662" cy="623887"/>
        </p:xfrm>
        <a:graphic>
          <a:graphicData uri="http://schemas.openxmlformats.org/presentationml/2006/ole">
            <mc:AlternateContent xmlns:mc="http://schemas.openxmlformats.org/markup-compatibility/2006">
              <mc:Choice xmlns:v="urn:schemas-microsoft-com:vml" Requires="v">
                <p:oleObj spid="_x0000_s72795" name="Equation" r:id="rId13" imgW="2349360" imgH="507960" progId="Equation.DSMT4">
                  <p:embed/>
                </p:oleObj>
              </mc:Choice>
              <mc:Fallback>
                <p:oleObj name="Equation" r:id="rId13" imgW="2349360" imgH="507960" progId="Equation.DSMT4">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351401" y="2942625"/>
                        <a:ext cx="2887662" cy="623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23" name="Object 27"/>
          <p:cNvGraphicFramePr>
            <a:graphicFrameLocks noChangeAspect="1"/>
          </p:cNvGraphicFramePr>
          <p:nvPr/>
        </p:nvGraphicFramePr>
        <p:xfrm>
          <a:off x="1326198" y="3470418"/>
          <a:ext cx="5461000" cy="719137"/>
        </p:xfrm>
        <a:graphic>
          <a:graphicData uri="http://schemas.openxmlformats.org/presentationml/2006/ole">
            <mc:AlternateContent xmlns:mc="http://schemas.openxmlformats.org/markup-compatibility/2006">
              <mc:Choice xmlns:v="urn:schemas-microsoft-com:vml" Requires="v">
                <p:oleObj spid="_x0000_s72796" name="Equation" r:id="rId15" imgW="4444920" imgH="583920" progId="Equation.DSMT4">
                  <p:embed/>
                </p:oleObj>
              </mc:Choice>
              <mc:Fallback>
                <p:oleObj name="Equation" r:id="rId15" imgW="4444920" imgH="583920" progId="Equation.DSMT4">
                  <p:embed/>
                  <p:pic>
                    <p:nvPicPr>
                      <p:cNvPr id="0"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26198" y="3470418"/>
                        <a:ext cx="5461000"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nodeType="withEffect">
                                  <p:stCondLst>
                                    <p:cond delay="0"/>
                                  </p:stCondLst>
                                  <p:childTnLst>
                                    <p:set>
                                      <p:cBhvr>
                                        <p:cTn id="24" dur="1" fill="hold">
                                          <p:stCondLst>
                                            <p:cond delay="0"/>
                                          </p:stCondLst>
                                        </p:cTn>
                                        <p:tgtEl>
                                          <p:spTgt spid="80918"/>
                                        </p:tgtEl>
                                        <p:attrNameLst>
                                          <p:attrName>style.visibility</p:attrName>
                                        </p:attrNameLst>
                                      </p:cBhvr>
                                      <p:to>
                                        <p:strVal val="visible"/>
                                      </p:to>
                                    </p:set>
                                    <p:animEffect transition="in" filter="blinds(horizontal)">
                                      <p:cBhvr>
                                        <p:cTn id="25" dur="500"/>
                                        <p:tgtEl>
                                          <p:spTgt spid="80918"/>
                                        </p:tgtEl>
                                      </p:cBhvr>
                                    </p:animEffect>
                                  </p:childTnLst>
                                </p:cTn>
                              </p:par>
                              <p:par>
                                <p:cTn id="26" presetID="3" presetClass="entr" presetSubtype="10" fill="hold" nodeType="withEffect">
                                  <p:stCondLst>
                                    <p:cond delay="0"/>
                                  </p:stCondLst>
                                  <p:childTnLst>
                                    <p:set>
                                      <p:cBhvr>
                                        <p:cTn id="27" dur="1" fill="hold">
                                          <p:stCondLst>
                                            <p:cond delay="0"/>
                                          </p:stCondLst>
                                        </p:cTn>
                                        <p:tgtEl>
                                          <p:spTgt spid="80919"/>
                                        </p:tgtEl>
                                        <p:attrNameLst>
                                          <p:attrName>style.visibility</p:attrName>
                                        </p:attrNameLst>
                                      </p:cBhvr>
                                      <p:to>
                                        <p:strVal val="visible"/>
                                      </p:to>
                                    </p:set>
                                    <p:animEffect transition="in" filter="blinds(horizontal)">
                                      <p:cBhvr>
                                        <p:cTn id="28" dur="500"/>
                                        <p:tgtEl>
                                          <p:spTgt spid="80919"/>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500" fill="hold"/>
                                        <p:tgtEl>
                                          <p:spTgt spid="9"/>
                                        </p:tgtEl>
                                        <p:attrNameLst>
                                          <p:attrName>ppt_x</p:attrName>
                                        </p:attrNameLst>
                                      </p:cBhvr>
                                      <p:tavLst>
                                        <p:tav tm="0">
                                          <p:val>
                                            <p:strVal val="#ppt_x"/>
                                          </p:val>
                                        </p:tav>
                                        <p:tav tm="100000">
                                          <p:val>
                                            <p:strVal val="#ppt_x"/>
                                          </p:val>
                                        </p:tav>
                                      </p:tavLst>
                                    </p:anim>
                                    <p:anim calcmode="lin" valueType="num">
                                      <p:cBhvr additive="base">
                                        <p:cTn id="34" dur="500" fill="hold"/>
                                        <p:tgtEl>
                                          <p:spTgt spid="9"/>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0920"/>
                                        </p:tgtEl>
                                        <p:attrNameLst>
                                          <p:attrName>style.visibility</p:attrName>
                                        </p:attrNameLst>
                                      </p:cBhvr>
                                      <p:to>
                                        <p:strVal val="visible"/>
                                      </p:to>
                                    </p:set>
                                    <p:anim calcmode="lin" valueType="num">
                                      <p:cBhvr additive="base">
                                        <p:cTn id="37" dur="500" fill="hold"/>
                                        <p:tgtEl>
                                          <p:spTgt spid="80920"/>
                                        </p:tgtEl>
                                        <p:attrNameLst>
                                          <p:attrName>ppt_x</p:attrName>
                                        </p:attrNameLst>
                                      </p:cBhvr>
                                      <p:tavLst>
                                        <p:tav tm="0">
                                          <p:val>
                                            <p:strVal val="#ppt_x"/>
                                          </p:val>
                                        </p:tav>
                                        <p:tav tm="100000">
                                          <p:val>
                                            <p:strVal val="#ppt_x"/>
                                          </p:val>
                                        </p:tav>
                                      </p:tavLst>
                                    </p:anim>
                                    <p:anim calcmode="lin" valueType="num">
                                      <p:cBhvr additive="base">
                                        <p:cTn id="38" dur="500" fill="hold"/>
                                        <p:tgtEl>
                                          <p:spTgt spid="80920"/>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0921"/>
                                        </p:tgtEl>
                                        <p:attrNameLst>
                                          <p:attrName>style.visibility</p:attrName>
                                        </p:attrNameLst>
                                      </p:cBhvr>
                                      <p:to>
                                        <p:strVal val="visible"/>
                                      </p:to>
                                    </p:set>
                                    <p:anim calcmode="lin" valueType="num">
                                      <p:cBhvr additive="base">
                                        <p:cTn id="41" dur="500" fill="hold"/>
                                        <p:tgtEl>
                                          <p:spTgt spid="80921"/>
                                        </p:tgtEl>
                                        <p:attrNameLst>
                                          <p:attrName>ppt_x</p:attrName>
                                        </p:attrNameLst>
                                      </p:cBhvr>
                                      <p:tavLst>
                                        <p:tav tm="0">
                                          <p:val>
                                            <p:strVal val="#ppt_x"/>
                                          </p:val>
                                        </p:tav>
                                        <p:tav tm="100000">
                                          <p:val>
                                            <p:strVal val="#ppt_x"/>
                                          </p:val>
                                        </p:tav>
                                      </p:tavLst>
                                    </p:anim>
                                    <p:anim calcmode="lin" valueType="num">
                                      <p:cBhvr additive="base">
                                        <p:cTn id="42" dur="500" fill="hold"/>
                                        <p:tgtEl>
                                          <p:spTgt spid="80921"/>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linds(horizontal)">
                                      <p:cBhvr>
                                        <p:cTn id="47" dur="500"/>
                                        <p:tgtEl>
                                          <p:spTgt spid="12"/>
                                        </p:tgtEl>
                                      </p:cBhvr>
                                    </p:animEffect>
                                  </p:childTnLst>
                                </p:cTn>
                              </p:par>
                              <p:par>
                                <p:cTn id="48" presetID="3" presetClass="entr" presetSubtype="10" fill="hold" nodeType="withEffect">
                                  <p:stCondLst>
                                    <p:cond delay="0"/>
                                  </p:stCondLst>
                                  <p:childTnLst>
                                    <p:set>
                                      <p:cBhvr>
                                        <p:cTn id="49" dur="1" fill="hold">
                                          <p:stCondLst>
                                            <p:cond delay="0"/>
                                          </p:stCondLst>
                                        </p:cTn>
                                        <p:tgtEl>
                                          <p:spTgt spid="80924"/>
                                        </p:tgtEl>
                                        <p:attrNameLst>
                                          <p:attrName>style.visibility</p:attrName>
                                        </p:attrNameLst>
                                      </p:cBhvr>
                                      <p:to>
                                        <p:strVal val="visible"/>
                                      </p:to>
                                    </p:set>
                                    <p:animEffect transition="in" filter="blinds(horizontal)">
                                      <p:cBhvr>
                                        <p:cTn id="50" dur="500"/>
                                        <p:tgtEl>
                                          <p:spTgt spid="80924"/>
                                        </p:tgtEl>
                                      </p:cBhvr>
                                    </p:animEffect>
                                  </p:childTnLst>
                                </p:cTn>
                              </p:par>
                              <p:par>
                                <p:cTn id="51" presetID="3" presetClass="entr" presetSubtype="10" fill="hold" nodeType="withEffect">
                                  <p:stCondLst>
                                    <p:cond delay="0"/>
                                  </p:stCondLst>
                                  <p:childTnLst>
                                    <p:set>
                                      <p:cBhvr>
                                        <p:cTn id="52" dur="1" fill="hold">
                                          <p:stCondLst>
                                            <p:cond delay="0"/>
                                          </p:stCondLst>
                                        </p:cTn>
                                        <p:tgtEl>
                                          <p:spTgt spid="80922"/>
                                        </p:tgtEl>
                                        <p:attrNameLst>
                                          <p:attrName>style.visibility</p:attrName>
                                        </p:attrNameLst>
                                      </p:cBhvr>
                                      <p:to>
                                        <p:strVal val="visible"/>
                                      </p:to>
                                    </p:set>
                                    <p:animEffect transition="in" filter="blinds(horizontal)">
                                      <p:cBhvr>
                                        <p:cTn id="53" dur="500"/>
                                        <p:tgtEl>
                                          <p:spTgt spid="80922"/>
                                        </p:tgtEl>
                                      </p:cBhvr>
                                    </p:animEffect>
                                  </p:childTnLst>
                                </p:cTn>
                              </p:par>
                              <p:par>
                                <p:cTn id="54" presetID="3" presetClass="entr" presetSubtype="10" fill="hold" nodeType="withEffect">
                                  <p:stCondLst>
                                    <p:cond delay="0"/>
                                  </p:stCondLst>
                                  <p:childTnLst>
                                    <p:set>
                                      <p:cBhvr>
                                        <p:cTn id="55" dur="1" fill="hold">
                                          <p:stCondLst>
                                            <p:cond delay="0"/>
                                          </p:stCondLst>
                                        </p:cTn>
                                        <p:tgtEl>
                                          <p:spTgt spid="80923"/>
                                        </p:tgtEl>
                                        <p:attrNameLst>
                                          <p:attrName>style.visibility</p:attrName>
                                        </p:attrNameLst>
                                      </p:cBhvr>
                                      <p:to>
                                        <p:strVal val="visible"/>
                                      </p:to>
                                    </p:set>
                                    <p:animEffect transition="in" filter="blinds(horizontal)">
                                      <p:cBhvr>
                                        <p:cTn id="56" dur="500"/>
                                        <p:tgtEl>
                                          <p:spTgt spid="809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P spid="9" grpId="0"/>
      <p:bldP spid="1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5" name="Rectangle 26"/>
          <p:cNvSpPr>
            <a:spLocks noChangeArrowheads="1"/>
          </p:cNvSpPr>
          <p:nvPr/>
        </p:nvSpPr>
        <p:spPr bwMode="auto">
          <a:xfrm>
            <a:off x="436880" y="561340"/>
            <a:ext cx="838200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由复化</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公式的误差估计式有： </a:t>
            </a:r>
          </a:p>
        </p:txBody>
      </p:sp>
      <p:graphicFrame>
        <p:nvGraphicFramePr>
          <p:cNvPr id="81986" name="Object 66"/>
          <p:cNvGraphicFramePr>
            <a:graphicFrameLocks noChangeAspect="1"/>
          </p:cNvGraphicFramePr>
          <p:nvPr/>
        </p:nvGraphicFramePr>
        <p:xfrm>
          <a:off x="1075055" y="1062990"/>
          <a:ext cx="3686175" cy="590550"/>
        </p:xfrm>
        <a:graphic>
          <a:graphicData uri="http://schemas.openxmlformats.org/presentationml/2006/ole">
            <mc:AlternateContent xmlns:mc="http://schemas.openxmlformats.org/markup-compatibility/2006">
              <mc:Choice xmlns:v="urn:schemas-microsoft-com:vml" Requires="v">
                <p:oleObj spid="_x0000_s73862" name="Equation" r:id="rId3" imgW="3327120" imgH="533160" progId="Equation.DSMT4">
                  <p:embed/>
                </p:oleObj>
              </mc:Choice>
              <mc:Fallback>
                <p:oleObj name="Equation" r:id="rId3" imgW="3327120" imgH="533160" progId="Equation.DSMT4">
                  <p:embed/>
                  <p:pic>
                    <p:nvPicPr>
                      <p:cNvPr id="0" name="Object 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5055" y="1062990"/>
                        <a:ext cx="3686175" cy="590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87" name="Object 67"/>
          <p:cNvGraphicFramePr>
            <a:graphicFrameLocks noChangeAspect="1"/>
          </p:cNvGraphicFramePr>
          <p:nvPr/>
        </p:nvGraphicFramePr>
        <p:xfrm>
          <a:off x="1014095" y="1751648"/>
          <a:ext cx="4051300" cy="647700"/>
        </p:xfrm>
        <a:graphic>
          <a:graphicData uri="http://schemas.openxmlformats.org/presentationml/2006/ole">
            <mc:AlternateContent xmlns:mc="http://schemas.openxmlformats.org/markup-compatibility/2006">
              <mc:Choice xmlns:v="urn:schemas-microsoft-com:vml" Requires="v">
                <p:oleObj spid="_x0000_s73863" name="Equation" r:id="rId5" imgW="3657600" imgH="583920" progId="Equation.DSMT4">
                  <p:embed/>
                </p:oleObj>
              </mc:Choice>
              <mc:Fallback>
                <p:oleObj name="Equation" r:id="rId5" imgW="3657600" imgH="583920" progId="Equation.DSMT4">
                  <p:embed/>
                  <p:pic>
                    <p:nvPicPr>
                      <p:cNvPr id="0" name="Object 6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4095" y="1751648"/>
                        <a:ext cx="405130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25"/>
          <p:cNvSpPr txBox="1">
            <a:spLocks noChangeArrowheads="1"/>
          </p:cNvSpPr>
          <p:nvPr/>
        </p:nvSpPr>
        <p:spPr bwMode="auto">
          <a:xfrm>
            <a:off x="467360" y="2626360"/>
            <a:ext cx="7955280" cy="292388"/>
          </a:xfrm>
          <a:prstGeom prst="rect">
            <a:avLst/>
          </a:prstGeom>
          <a:noFill/>
          <a:ln w="9525">
            <a:noFill/>
            <a:miter lim="800000"/>
            <a:headEnd/>
            <a:tailEnd/>
          </a:ln>
        </p:spPr>
        <p:txBody>
          <a:bodyPr wrap="square">
            <a:spAutoFit/>
          </a:bodyPr>
          <a:lstStyle/>
          <a:p>
            <a:pPr algn="l">
              <a:lnSpc>
                <a:spcPct val="65000"/>
              </a:lnSpc>
            </a:pPr>
            <a:r>
              <a:rPr lang="zh-CN" altLang="en-US" sz="2000" dirty="0" smtClean="0">
                <a:solidFill>
                  <a:schemeClr val="dk1"/>
                </a:solidFill>
                <a:latin typeface="Calibri" pitchFamily="34" charset="0"/>
                <a:ea typeface="宋体" pitchFamily="2" charset="-122"/>
                <a:sym typeface="Symbol" pitchFamily="18" charset="2"/>
              </a:rPr>
              <a:t>所以有                      ，由此得                             或 </a:t>
            </a:r>
          </a:p>
        </p:txBody>
      </p:sp>
      <p:graphicFrame>
        <p:nvGraphicFramePr>
          <p:cNvPr id="81988" name="Object 68"/>
          <p:cNvGraphicFramePr>
            <a:graphicFrameLocks noChangeAspect="1"/>
          </p:cNvGraphicFramePr>
          <p:nvPr/>
        </p:nvGraphicFramePr>
        <p:xfrm>
          <a:off x="1430973" y="2456180"/>
          <a:ext cx="1112837" cy="617538"/>
        </p:xfrm>
        <a:graphic>
          <a:graphicData uri="http://schemas.openxmlformats.org/presentationml/2006/ole">
            <mc:AlternateContent xmlns:mc="http://schemas.openxmlformats.org/markup-compatibility/2006">
              <mc:Choice xmlns:v="urn:schemas-microsoft-com:vml" Requires="v">
                <p:oleObj spid="_x0000_s73864" name="Equation" r:id="rId7" imgW="1002960" imgH="558720" progId="Equation.DSMT4">
                  <p:embed/>
                </p:oleObj>
              </mc:Choice>
              <mc:Fallback>
                <p:oleObj name="Equation" r:id="rId7" imgW="1002960" imgH="558720" progId="Equation.DSMT4">
                  <p:embed/>
                  <p:pic>
                    <p:nvPicPr>
                      <p:cNvPr id="0" name="Object 6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30973" y="2456180"/>
                        <a:ext cx="1112837" cy="617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89" name="Object 69"/>
          <p:cNvGraphicFramePr>
            <a:graphicFrameLocks noChangeAspect="1"/>
          </p:cNvGraphicFramePr>
          <p:nvPr/>
        </p:nvGraphicFramePr>
        <p:xfrm>
          <a:off x="3742690" y="2440305"/>
          <a:ext cx="1338263" cy="561975"/>
        </p:xfrm>
        <a:graphic>
          <a:graphicData uri="http://schemas.openxmlformats.org/presentationml/2006/ole">
            <mc:AlternateContent xmlns:mc="http://schemas.openxmlformats.org/markup-compatibility/2006">
              <mc:Choice xmlns:v="urn:schemas-microsoft-com:vml" Requires="v">
                <p:oleObj spid="_x0000_s73865" name="Equation" r:id="rId9" imgW="1206360" imgH="507960" progId="Equation.DSMT4">
                  <p:embed/>
                </p:oleObj>
              </mc:Choice>
              <mc:Fallback>
                <p:oleObj name="Equation" r:id="rId9" imgW="1206360" imgH="507960" progId="Equation.DSMT4">
                  <p:embed/>
                  <p:pic>
                    <p:nvPicPr>
                      <p:cNvPr id="0" name="Object 6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42690" y="2440305"/>
                        <a:ext cx="1338263"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1990" name="Object 70"/>
          <p:cNvGraphicFramePr>
            <a:graphicFrameLocks noChangeAspect="1"/>
          </p:cNvGraphicFramePr>
          <p:nvPr/>
        </p:nvGraphicFramePr>
        <p:xfrm>
          <a:off x="5602288" y="2478405"/>
          <a:ext cx="2039937" cy="563563"/>
        </p:xfrm>
        <a:graphic>
          <a:graphicData uri="http://schemas.openxmlformats.org/presentationml/2006/ole">
            <mc:AlternateContent xmlns:mc="http://schemas.openxmlformats.org/markup-compatibility/2006">
              <mc:Choice xmlns:v="urn:schemas-microsoft-com:vml" Requires="v">
                <p:oleObj spid="_x0000_s73866" name="Equation" r:id="rId11" imgW="1841400" imgH="507960" progId="Equation.DSMT4">
                  <p:embed/>
                </p:oleObj>
              </mc:Choice>
              <mc:Fallback>
                <p:oleObj name="Equation" r:id="rId11" imgW="1841400" imgH="507960" progId="Equation.DSMT4">
                  <p:embed/>
                  <p:pic>
                    <p:nvPicPr>
                      <p:cNvPr id="0" name="Object 7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02288" y="2478405"/>
                        <a:ext cx="2039937" cy="563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Rectangle 30"/>
          <p:cNvSpPr>
            <a:spLocks noChangeArrowheads="1"/>
          </p:cNvSpPr>
          <p:nvPr/>
        </p:nvSpPr>
        <p:spPr bwMode="auto">
          <a:xfrm>
            <a:off x="470860" y="3063240"/>
            <a:ext cx="8147623"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一方面，若</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则有近似误差</a:t>
            </a:r>
            <a:r>
              <a:rPr lang="en-US" altLang="zh-CN" sz="2000" dirty="0" smtClean="0">
                <a:solidFill>
                  <a:schemeClr val="dk1"/>
                </a:solidFill>
                <a:latin typeface="Calibri" pitchFamily="34" charset="0"/>
                <a:ea typeface="宋体" pitchFamily="2" charset="-122"/>
                <a:sym typeface="Symbol" pitchFamily="18" charset="2"/>
              </a:rPr>
              <a:t>   </a:t>
            </a:r>
          </a:p>
        </p:txBody>
      </p:sp>
      <p:sp>
        <p:nvSpPr>
          <p:cNvPr id="13" name="Rectangle 31"/>
          <p:cNvSpPr>
            <a:spLocks noChangeArrowheads="1"/>
          </p:cNvSpPr>
          <p:nvPr/>
        </p:nvSpPr>
        <p:spPr bwMode="auto">
          <a:xfrm>
            <a:off x="416560" y="3611880"/>
            <a:ext cx="797560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另一方面，                     应比</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和</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的近似程度更好</a:t>
            </a:r>
            <a:r>
              <a:rPr lang="en-US" altLang="zh-CN" sz="2000" dirty="0" smtClean="0">
                <a:solidFill>
                  <a:schemeClr val="dk1"/>
                </a:solidFill>
                <a:latin typeface="Calibri" pitchFamily="34" charset="0"/>
                <a:ea typeface="宋体" pitchFamily="2" charset="-122"/>
                <a:sym typeface="Symbol" pitchFamily="18" charset="2"/>
              </a:rPr>
              <a:t>.</a:t>
            </a: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2" name="Object 68"/>
          <p:cNvGraphicFramePr>
            <a:graphicFrameLocks noChangeAspect="1"/>
          </p:cNvGraphicFramePr>
          <p:nvPr/>
        </p:nvGraphicFramePr>
        <p:xfrm>
          <a:off x="1894205" y="3181668"/>
          <a:ext cx="1452563" cy="309562"/>
        </p:xfrm>
        <a:graphic>
          <a:graphicData uri="http://schemas.openxmlformats.org/presentationml/2006/ole">
            <mc:AlternateContent xmlns:mc="http://schemas.openxmlformats.org/markup-compatibility/2006">
              <mc:Choice xmlns:v="urn:schemas-microsoft-com:vml" Requires="v">
                <p:oleObj spid="_x0000_s73867" name="Equation" r:id="rId13" imgW="1307880" imgH="279360" progId="Equation.DSMT4">
                  <p:embed/>
                </p:oleObj>
              </mc:Choice>
              <mc:Fallback>
                <p:oleObj name="Equation" r:id="rId13" imgW="1307880" imgH="27936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894205" y="3181668"/>
                        <a:ext cx="1452563"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68"/>
          <p:cNvGraphicFramePr>
            <a:graphicFrameLocks noChangeAspect="1"/>
          </p:cNvGraphicFramePr>
          <p:nvPr/>
        </p:nvGraphicFramePr>
        <p:xfrm>
          <a:off x="5134928" y="3174365"/>
          <a:ext cx="1128712" cy="309563"/>
        </p:xfrm>
        <a:graphic>
          <a:graphicData uri="http://schemas.openxmlformats.org/presentationml/2006/ole">
            <mc:AlternateContent xmlns:mc="http://schemas.openxmlformats.org/markup-compatibility/2006">
              <mc:Choice xmlns:v="urn:schemas-microsoft-com:vml" Requires="v">
                <p:oleObj spid="_x0000_s73868" name="Equation" r:id="rId15" imgW="1015920" imgH="279360" progId="Equation.DSMT4">
                  <p:embed/>
                </p:oleObj>
              </mc:Choice>
              <mc:Fallback>
                <p:oleObj name="Equation" r:id="rId15" imgW="1015920" imgH="27936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134928" y="3174365"/>
                        <a:ext cx="1128712"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68"/>
          <p:cNvGraphicFramePr>
            <a:graphicFrameLocks noChangeAspect="1"/>
          </p:cNvGraphicFramePr>
          <p:nvPr/>
        </p:nvGraphicFramePr>
        <p:xfrm>
          <a:off x="1807210" y="3555683"/>
          <a:ext cx="1000125" cy="561975"/>
        </p:xfrm>
        <a:graphic>
          <a:graphicData uri="http://schemas.openxmlformats.org/presentationml/2006/ole">
            <mc:AlternateContent xmlns:mc="http://schemas.openxmlformats.org/markup-compatibility/2006">
              <mc:Choice xmlns:v="urn:schemas-microsoft-com:vml" Requires="v">
                <p:oleObj spid="_x0000_s73869" name="Equation" r:id="rId17" imgW="901440" imgH="507960" progId="Equation.DSMT4">
                  <p:embed/>
                </p:oleObj>
              </mc:Choice>
              <mc:Fallback>
                <p:oleObj name="Equation" r:id="rId17" imgW="901440" imgH="507960" progId="Equation.DSMT4">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07210" y="3555683"/>
                        <a:ext cx="1000125"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68"/>
          <p:cNvGraphicFramePr>
            <a:graphicFrameLocks noChangeAspect="1"/>
          </p:cNvGraphicFramePr>
          <p:nvPr/>
        </p:nvGraphicFramePr>
        <p:xfrm>
          <a:off x="3560128" y="3715385"/>
          <a:ext cx="239712" cy="307975"/>
        </p:xfrm>
        <a:graphic>
          <a:graphicData uri="http://schemas.openxmlformats.org/presentationml/2006/ole">
            <mc:AlternateContent xmlns:mc="http://schemas.openxmlformats.org/markup-compatibility/2006">
              <mc:Choice xmlns:v="urn:schemas-microsoft-com:vml" Requires="v">
                <p:oleObj spid="_x0000_s73870" name="Equation" r:id="rId19" imgW="215640" imgH="279360" progId="Equation.DSMT4">
                  <p:embed/>
                </p:oleObj>
              </mc:Choice>
              <mc:Fallback>
                <p:oleObj name="Equation" r:id="rId19" imgW="215640" imgH="279360" progId="Equation.DSMT4">
                  <p:embed/>
                  <p:pic>
                    <p:nvPicPr>
                      <p:cNvPr id="0" name="Picture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560128" y="3715385"/>
                        <a:ext cx="239712" cy="307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8"/>
          <p:cNvGraphicFramePr>
            <a:graphicFrameLocks noChangeAspect="1"/>
          </p:cNvGraphicFramePr>
          <p:nvPr/>
        </p:nvGraphicFramePr>
        <p:xfrm>
          <a:off x="4169410" y="3724275"/>
          <a:ext cx="323850" cy="309563"/>
        </p:xfrm>
        <a:graphic>
          <a:graphicData uri="http://schemas.openxmlformats.org/presentationml/2006/ole">
            <mc:AlternateContent xmlns:mc="http://schemas.openxmlformats.org/markup-compatibility/2006">
              <mc:Choice xmlns:v="urn:schemas-microsoft-com:vml" Requires="v">
                <p:oleObj spid="_x0000_s73871" name="Equation" r:id="rId21" imgW="291960" imgH="279360" progId="Equation.DSMT4">
                  <p:embed/>
                </p:oleObj>
              </mc:Choice>
              <mc:Fallback>
                <p:oleObj name="Equation" r:id="rId21" imgW="291960" imgH="279360" progId="Equation.DSMT4">
                  <p:embed/>
                  <p:pic>
                    <p:nvPicPr>
                      <p:cNvPr id="0" name="Picture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69410" y="3724275"/>
                        <a:ext cx="323850"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Rectangle 31"/>
          <p:cNvSpPr>
            <a:spLocks noChangeArrowheads="1"/>
          </p:cNvSpPr>
          <p:nvPr/>
        </p:nvSpPr>
        <p:spPr bwMode="auto">
          <a:xfrm>
            <a:off x="436880" y="4160520"/>
            <a:ext cx="7975600" cy="455125"/>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事实上，有</a:t>
            </a:r>
          </a:p>
        </p:txBody>
      </p:sp>
      <p:graphicFrame>
        <p:nvGraphicFramePr>
          <p:cNvPr id="9" name="Object 68"/>
          <p:cNvGraphicFramePr>
            <a:graphicFrameLocks noChangeAspect="1"/>
          </p:cNvGraphicFramePr>
          <p:nvPr/>
        </p:nvGraphicFramePr>
        <p:xfrm>
          <a:off x="1922463" y="4114800"/>
          <a:ext cx="1422400" cy="561975"/>
        </p:xfrm>
        <a:graphic>
          <a:graphicData uri="http://schemas.openxmlformats.org/presentationml/2006/ole">
            <mc:AlternateContent xmlns:mc="http://schemas.openxmlformats.org/markup-compatibility/2006">
              <mc:Choice xmlns:v="urn:schemas-microsoft-com:vml" Requires="v">
                <p:oleObj spid="_x0000_s73872" name="Equation" r:id="rId23" imgW="1282680" imgH="507960" progId="Equation.DSMT4">
                  <p:embed/>
                </p:oleObj>
              </mc:Choice>
              <mc:Fallback>
                <p:oleObj name="Equation" r:id="rId23" imgW="1282680" imgH="507960" progId="Equation.DSMT4">
                  <p:embed/>
                  <p:pic>
                    <p:nvPicPr>
                      <p:cNvPr id="0" name="Picture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922463" y="4114800"/>
                        <a:ext cx="1422400"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1986"/>
                                        </p:tgtEl>
                                        <p:attrNameLst>
                                          <p:attrName>style.visibility</p:attrName>
                                        </p:attrNameLst>
                                      </p:cBhvr>
                                      <p:to>
                                        <p:strVal val="visible"/>
                                      </p:to>
                                    </p:set>
                                    <p:animEffect transition="in" filter="blinds(horizontal)">
                                      <p:cBhvr>
                                        <p:cTn id="25" dur="500"/>
                                        <p:tgtEl>
                                          <p:spTgt spid="81986"/>
                                        </p:tgtEl>
                                      </p:cBhvr>
                                    </p:animEffect>
                                  </p:childTnLst>
                                </p:cTn>
                              </p:par>
                              <p:par>
                                <p:cTn id="26" presetID="3" presetClass="entr" presetSubtype="10" fill="hold" nodeType="withEffect">
                                  <p:stCondLst>
                                    <p:cond delay="0"/>
                                  </p:stCondLst>
                                  <p:childTnLst>
                                    <p:set>
                                      <p:cBhvr>
                                        <p:cTn id="27" dur="1" fill="hold">
                                          <p:stCondLst>
                                            <p:cond delay="0"/>
                                          </p:stCondLst>
                                        </p:cTn>
                                        <p:tgtEl>
                                          <p:spTgt spid="81987"/>
                                        </p:tgtEl>
                                        <p:attrNameLst>
                                          <p:attrName>style.visibility</p:attrName>
                                        </p:attrNameLst>
                                      </p:cBhvr>
                                      <p:to>
                                        <p:strVal val="visible"/>
                                      </p:to>
                                    </p:set>
                                    <p:animEffect transition="in" filter="blinds(horizontal)">
                                      <p:cBhvr>
                                        <p:cTn id="28" dur="500"/>
                                        <p:tgtEl>
                                          <p:spTgt spid="81987"/>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ppt_x"/>
                                          </p:val>
                                        </p:tav>
                                        <p:tav tm="100000">
                                          <p:val>
                                            <p:strVal val="#ppt_x"/>
                                          </p:val>
                                        </p:tav>
                                      </p:tavLst>
                                    </p:anim>
                                    <p:anim calcmode="lin" valueType="num">
                                      <p:cBhvr additive="base">
                                        <p:cTn id="34" dur="500" fill="hold"/>
                                        <p:tgtEl>
                                          <p:spTgt spid="8"/>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81988"/>
                                        </p:tgtEl>
                                        <p:attrNameLst>
                                          <p:attrName>style.visibility</p:attrName>
                                        </p:attrNameLst>
                                      </p:cBhvr>
                                      <p:to>
                                        <p:strVal val="visible"/>
                                      </p:to>
                                    </p:set>
                                    <p:anim calcmode="lin" valueType="num">
                                      <p:cBhvr additive="base">
                                        <p:cTn id="37" dur="500" fill="hold"/>
                                        <p:tgtEl>
                                          <p:spTgt spid="81988"/>
                                        </p:tgtEl>
                                        <p:attrNameLst>
                                          <p:attrName>ppt_x</p:attrName>
                                        </p:attrNameLst>
                                      </p:cBhvr>
                                      <p:tavLst>
                                        <p:tav tm="0">
                                          <p:val>
                                            <p:strVal val="#ppt_x"/>
                                          </p:val>
                                        </p:tav>
                                        <p:tav tm="100000">
                                          <p:val>
                                            <p:strVal val="#ppt_x"/>
                                          </p:val>
                                        </p:tav>
                                      </p:tavLst>
                                    </p:anim>
                                    <p:anim calcmode="lin" valueType="num">
                                      <p:cBhvr additive="base">
                                        <p:cTn id="38" dur="500" fill="hold"/>
                                        <p:tgtEl>
                                          <p:spTgt spid="81988"/>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81989"/>
                                        </p:tgtEl>
                                        <p:attrNameLst>
                                          <p:attrName>style.visibility</p:attrName>
                                        </p:attrNameLst>
                                      </p:cBhvr>
                                      <p:to>
                                        <p:strVal val="visible"/>
                                      </p:to>
                                    </p:set>
                                    <p:anim calcmode="lin" valueType="num">
                                      <p:cBhvr additive="base">
                                        <p:cTn id="41" dur="500" fill="hold"/>
                                        <p:tgtEl>
                                          <p:spTgt spid="81989"/>
                                        </p:tgtEl>
                                        <p:attrNameLst>
                                          <p:attrName>ppt_x</p:attrName>
                                        </p:attrNameLst>
                                      </p:cBhvr>
                                      <p:tavLst>
                                        <p:tav tm="0">
                                          <p:val>
                                            <p:strVal val="#ppt_x"/>
                                          </p:val>
                                        </p:tav>
                                        <p:tav tm="100000">
                                          <p:val>
                                            <p:strVal val="#ppt_x"/>
                                          </p:val>
                                        </p:tav>
                                      </p:tavLst>
                                    </p:anim>
                                    <p:anim calcmode="lin" valueType="num">
                                      <p:cBhvr additive="base">
                                        <p:cTn id="42" dur="500" fill="hold"/>
                                        <p:tgtEl>
                                          <p:spTgt spid="81989"/>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81990"/>
                                        </p:tgtEl>
                                        <p:attrNameLst>
                                          <p:attrName>style.visibility</p:attrName>
                                        </p:attrNameLst>
                                      </p:cBhvr>
                                      <p:to>
                                        <p:strVal val="visible"/>
                                      </p:to>
                                    </p:set>
                                    <p:anim calcmode="lin" valueType="num">
                                      <p:cBhvr additive="base">
                                        <p:cTn id="45" dur="500" fill="hold"/>
                                        <p:tgtEl>
                                          <p:spTgt spid="81990"/>
                                        </p:tgtEl>
                                        <p:attrNameLst>
                                          <p:attrName>ppt_x</p:attrName>
                                        </p:attrNameLst>
                                      </p:cBhvr>
                                      <p:tavLst>
                                        <p:tav tm="0">
                                          <p:val>
                                            <p:strVal val="#ppt_x"/>
                                          </p:val>
                                        </p:tav>
                                        <p:tav tm="100000">
                                          <p:val>
                                            <p:strVal val="#ppt_x"/>
                                          </p:val>
                                        </p:tav>
                                      </p:tavLst>
                                    </p:anim>
                                    <p:anim calcmode="lin" valueType="num">
                                      <p:cBhvr additive="base">
                                        <p:cTn id="46" dur="500" fill="hold"/>
                                        <p:tgtEl>
                                          <p:spTgt spid="81990"/>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blinds(horizontal)">
                                      <p:cBhvr>
                                        <p:cTn id="51" dur="500"/>
                                        <p:tgtEl>
                                          <p:spTgt spid="12"/>
                                        </p:tgtEl>
                                      </p:cBhvr>
                                    </p:animEffect>
                                  </p:childTnLst>
                                </p:cTn>
                              </p:par>
                              <p:par>
                                <p:cTn id="52" presetID="3" presetClass="entr" presetSubtype="10" fill="hold" nodeType="withEffect">
                                  <p:stCondLst>
                                    <p:cond delay="0"/>
                                  </p:stCondLst>
                                  <p:childTnLst>
                                    <p:set>
                                      <p:cBhvr>
                                        <p:cTn id="53" dur="1" fill="hold">
                                          <p:stCondLst>
                                            <p:cond delay="0"/>
                                          </p:stCondLst>
                                        </p:cTn>
                                        <p:tgtEl>
                                          <p:spTgt spid="2"/>
                                        </p:tgtEl>
                                        <p:attrNameLst>
                                          <p:attrName>style.visibility</p:attrName>
                                        </p:attrNameLst>
                                      </p:cBhvr>
                                      <p:to>
                                        <p:strVal val="visible"/>
                                      </p:to>
                                    </p:set>
                                    <p:animEffect transition="in" filter="blinds(horizontal)">
                                      <p:cBhvr>
                                        <p:cTn id="54" dur="500"/>
                                        <p:tgtEl>
                                          <p:spTgt spid="2"/>
                                        </p:tgtEl>
                                      </p:cBhvr>
                                    </p:animEffect>
                                  </p:childTnLst>
                                </p:cTn>
                              </p:par>
                              <p:par>
                                <p:cTn id="55" presetID="3" presetClass="entr" presetSubtype="10" fill="hold" nodeType="withEffect">
                                  <p:stCondLst>
                                    <p:cond delay="0"/>
                                  </p:stCondLst>
                                  <p:childTnLst>
                                    <p:set>
                                      <p:cBhvr>
                                        <p:cTn id="56" dur="1" fill="hold">
                                          <p:stCondLst>
                                            <p:cond delay="0"/>
                                          </p:stCondLst>
                                        </p:cTn>
                                        <p:tgtEl>
                                          <p:spTgt spid="3"/>
                                        </p:tgtEl>
                                        <p:attrNameLst>
                                          <p:attrName>style.visibility</p:attrName>
                                        </p:attrNameLst>
                                      </p:cBhvr>
                                      <p:to>
                                        <p:strVal val="visible"/>
                                      </p:to>
                                    </p:set>
                                    <p:animEffect transition="in" filter="blinds(horizontal)">
                                      <p:cBhvr>
                                        <p:cTn id="57" dur="500"/>
                                        <p:tgtEl>
                                          <p:spTgt spid="3"/>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3"/>
                                        </p:tgtEl>
                                        <p:attrNameLst>
                                          <p:attrName>style.visibility</p:attrName>
                                        </p:attrNameLst>
                                      </p:cBhvr>
                                      <p:to>
                                        <p:strVal val="visible"/>
                                      </p:to>
                                    </p:set>
                                    <p:animEffect transition="in" filter="blinds(horizontal)">
                                      <p:cBhvr>
                                        <p:cTn id="62" dur="500"/>
                                        <p:tgtEl>
                                          <p:spTgt spid="13"/>
                                        </p:tgtEl>
                                      </p:cBhvr>
                                    </p:animEffect>
                                  </p:childTnLst>
                                </p:cTn>
                              </p:par>
                              <p:par>
                                <p:cTn id="63" presetID="3" presetClass="entr" presetSubtype="10" fill="hold" nodeType="withEffect">
                                  <p:stCondLst>
                                    <p:cond delay="0"/>
                                  </p:stCondLst>
                                  <p:childTnLst>
                                    <p:set>
                                      <p:cBhvr>
                                        <p:cTn id="64" dur="1" fill="hold">
                                          <p:stCondLst>
                                            <p:cond delay="0"/>
                                          </p:stCondLst>
                                        </p:cTn>
                                        <p:tgtEl>
                                          <p:spTgt spid="4"/>
                                        </p:tgtEl>
                                        <p:attrNameLst>
                                          <p:attrName>style.visibility</p:attrName>
                                        </p:attrNameLst>
                                      </p:cBhvr>
                                      <p:to>
                                        <p:strVal val="visible"/>
                                      </p:to>
                                    </p:set>
                                    <p:animEffect transition="in" filter="blinds(horizontal)">
                                      <p:cBhvr>
                                        <p:cTn id="65" dur="500"/>
                                        <p:tgtEl>
                                          <p:spTgt spid="4"/>
                                        </p:tgtEl>
                                      </p:cBhvr>
                                    </p:animEffect>
                                  </p:childTnLst>
                                </p:cTn>
                              </p:par>
                              <p:par>
                                <p:cTn id="66" presetID="3" presetClass="entr" presetSubtype="10" fill="hold" nodeType="withEffect">
                                  <p:stCondLst>
                                    <p:cond delay="0"/>
                                  </p:stCondLst>
                                  <p:childTnLst>
                                    <p:set>
                                      <p:cBhvr>
                                        <p:cTn id="67" dur="1" fill="hold">
                                          <p:stCondLst>
                                            <p:cond delay="0"/>
                                          </p:stCondLst>
                                        </p:cTn>
                                        <p:tgtEl>
                                          <p:spTgt spid="6"/>
                                        </p:tgtEl>
                                        <p:attrNameLst>
                                          <p:attrName>style.visibility</p:attrName>
                                        </p:attrNameLst>
                                      </p:cBhvr>
                                      <p:to>
                                        <p:strVal val="visible"/>
                                      </p:to>
                                    </p:set>
                                    <p:animEffect transition="in" filter="blinds(horizontal)">
                                      <p:cBhvr>
                                        <p:cTn id="68" dur="500"/>
                                        <p:tgtEl>
                                          <p:spTgt spid="6"/>
                                        </p:tgtEl>
                                      </p:cBhvr>
                                    </p:animEffect>
                                  </p:childTnLst>
                                </p:cTn>
                              </p:par>
                              <p:par>
                                <p:cTn id="69" presetID="3" presetClass="entr" presetSubtype="10" fill="hold" nodeType="withEffect">
                                  <p:stCondLst>
                                    <p:cond delay="0"/>
                                  </p:stCondLst>
                                  <p:childTnLst>
                                    <p:set>
                                      <p:cBhvr>
                                        <p:cTn id="70" dur="1" fill="hold">
                                          <p:stCondLst>
                                            <p:cond delay="0"/>
                                          </p:stCondLst>
                                        </p:cTn>
                                        <p:tgtEl>
                                          <p:spTgt spid="7"/>
                                        </p:tgtEl>
                                        <p:attrNameLst>
                                          <p:attrName>style.visibility</p:attrName>
                                        </p:attrNameLst>
                                      </p:cBhvr>
                                      <p:to>
                                        <p:strVal val="visible"/>
                                      </p:to>
                                    </p:set>
                                    <p:animEffect transition="in" filter="blinds(horizontal)">
                                      <p:cBhvr>
                                        <p:cTn id="71" dur="500"/>
                                        <p:tgtEl>
                                          <p:spTgt spid="7"/>
                                        </p:tgtEl>
                                      </p:cBhvr>
                                    </p:animEffect>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blinds(horizontal)">
                                      <p:cBhvr>
                                        <p:cTn id="76" dur="500"/>
                                        <p:tgtEl>
                                          <p:spTgt spid="19"/>
                                        </p:tgtEl>
                                      </p:cBhvr>
                                    </p:animEffect>
                                  </p:childTnLst>
                                </p:cTn>
                              </p:par>
                              <p:par>
                                <p:cTn id="77" presetID="3" presetClass="entr" presetSubtype="10" fill="hold" nodeType="withEffect">
                                  <p:stCondLst>
                                    <p:cond delay="0"/>
                                  </p:stCondLst>
                                  <p:childTnLst>
                                    <p:set>
                                      <p:cBhvr>
                                        <p:cTn id="78" dur="1" fill="hold">
                                          <p:stCondLst>
                                            <p:cond delay="0"/>
                                          </p:stCondLst>
                                        </p:cTn>
                                        <p:tgtEl>
                                          <p:spTgt spid="9"/>
                                        </p:tgtEl>
                                        <p:attrNameLst>
                                          <p:attrName>style.visibility</p:attrName>
                                        </p:attrNameLst>
                                      </p:cBhvr>
                                      <p:to>
                                        <p:strVal val="visible"/>
                                      </p:to>
                                    </p:set>
                                    <p:animEffect transition="in" filter="blinds(horizontal)">
                                      <p:cBhvr>
                                        <p:cTn id="7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8" grpId="0"/>
      <p:bldP spid="12" grpId="0"/>
      <p:bldP spid="13" grpId="0"/>
      <p:bldP spid="19"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8" name="Text Box 12"/>
          <p:cNvSpPr txBox="1">
            <a:spLocks noChangeArrowheads="1"/>
          </p:cNvSpPr>
          <p:nvPr/>
        </p:nvSpPr>
        <p:spPr bwMode="auto">
          <a:xfrm>
            <a:off x="417960" y="794663"/>
            <a:ext cx="6645341" cy="305084"/>
          </a:xfrm>
          <a:prstGeom prst="rect">
            <a:avLst/>
          </a:prstGeom>
          <a:noFill/>
          <a:ln w="9525">
            <a:noFill/>
            <a:miter lim="800000"/>
            <a:headEnd/>
            <a:tailEnd/>
          </a:ln>
        </p:spPr>
        <p:txBody>
          <a:bodyPr wrap="square">
            <a:spAutoFit/>
          </a:bodyPr>
          <a:lstStyle/>
          <a:p>
            <a:pPr algn="l">
              <a:lnSpc>
                <a:spcPct val="65000"/>
              </a:lnSpc>
            </a:pPr>
            <a:r>
              <a:rPr lang="zh-CN" altLang="en-US" sz="2000" dirty="0" smtClean="0">
                <a:solidFill>
                  <a:schemeClr val="dk1"/>
                </a:solidFill>
                <a:latin typeface="Calibri" pitchFamily="34" charset="0"/>
                <a:ea typeface="宋体" pitchFamily="2" charset="-122"/>
                <a:sym typeface="Symbol" pitchFamily="18" charset="2"/>
              </a:rPr>
              <a:t>类似地，由于</a:t>
            </a:r>
          </a:p>
        </p:txBody>
      </p:sp>
      <p:graphicFrame>
        <p:nvGraphicFramePr>
          <p:cNvPr id="116738" name="Object 2"/>
          <p:cNvGraphicFramePr>
            <a:graphicFrameLocks noChangeAspect="1"/>
          </p:cNvGraphicFramePr>
          <p:nvPr/>
        </p:nvGraphicFramePr>
        <p:xfrm>
          <a:off x="2149475" y="561975"/>
          <a:ext cx="4483100" cy="712788"/>
        </p:xfrm>
        <a:graphic>
          <a:graphicData uri="http://schemas.openxmlformats.org/presentationml/2006/ole">
            <mc:AlternateContent xmlns:mc="http://schemas.openxmlformats.org/markup-compatibility/2006">
              <mc:Choice xmlns:v="urn:schemas-microsoft-com:vml" Requires="v">
                <p:oleObj spid="_x0000_s74887" name="Equation" r:id="rId3" imgW="2311200" imgH="368280" progId="Equation.DSMT4">
                  <p:embed/>
                </p:oleObj>
              </mc:Choice>
              <mc:Fallback>
                <p:oleObj name="Equation" r:id="rId3" imgW="2311200" imgH="36828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49475" y="561975"/>
                        <a:ext cx="4483100" cy="712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39" name="Object 3"/>
          <p:cNvGraphicFramePr>
            <a:graphicFrameLocks noChangeAspect="1"/>
          </p:cNvGraphicFramePr>
          <p:nvPr/>
        </p:nvGraphicFramePr>
        <p:xfrm>
          <a:off x="2078038" y="1260793"/>
          <a:ext cx="4483100" cy="704850"/>
        </p:xfrm>
        <a:graphic>
          <a:graphicData uri="http://schemas.openxmlformats.org/presentationml/2006/ole">
            <mc:AlternateContent xmlns:mc="http://schemas.openxmlformats.org/markup-compatibility/2006">
              <mc:Choice xmlns:v="urn:schemas-microsoft-com:vml" Requires="v">
                <p:oleObj spid="_x0000_s74888" name="Equation" r:id="rId5" imgW="2501640" imgH="393480" progId="Equation.DSMT4">
                  <p:embed/>
                </p:oleObj>
              </mc:Choice>
              <mc:Fallback>
                <p:oleObj name="Equation" r:id="rId5" imgW="2501640" imgH="39348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78038" y="1260793"/>
                        <a:ext cx="4483100"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4"/>
          <p:cNvSpPr txBox="1">
            <a:spLocks noChangeArrowheads="1"/>
          </p:cNvSpPr>
          <p:nvPr/>
        </p:nvSpPr>
        <p:spPr bwMode="auto">
          <a:xfrm>
            <a:off x="355600" y="2247900"/>
            <a:ext cx="7305040" cy="292388"/>
          </a:xfrm>
          <a:prstGeom prst="rect">
            <a:avLst/>
          </a:prstGeom>
          <a:noFill/>
          <a:ln w="9525">
            <a:noFill/>
            <a:miter lim="800000"/>
            <a:headEnd/>
            <a:tailEnd/>
          </a:ln>
        </p:spPr>
        <p:txBody>
          <a:bodyPr wrap="square">
            <a:spAutoFit/>
          </a:bodyPr>
          <a:lstStyle/>
          <a:p>
            <a:pPr algn="l">
              <a:lnSpc>
                <a:spcPct val="65000"/>
              </a:lnSpc>
            </a:pPr>
            <a:r>
              <a:rPr lang="zh-CN" altLang="en-US" sz="2000" dirty="0" smtClean="0">
                <a:solidFill>
                  <a:schemeClr val="dk1"/>
                </a:solidFill>
                <a:latin typeface="Calibri" pitchFamily="34" charset="0"/>
                <a:ea typeface="宋体" pitchFamily="2" charset="-122"/>
                <a:sym typeface="Symbol" pitchFamily="18" charset="2"/>
              </a:rPr>
              <a:t>所以有                     ，由此得                            或                                       </a:t>
            </a:r>
            <a:r>
              <a:rPr lang="en-US" altLang="zh-CN" sz="2000" dirty="0" smtClean="0">
                <a:solidFill>
                  <a:schemeClr val="dk1"/>
                </a:solidFill>
                <a:latin typeface="Calibri" pitchFamily="34" charset="0"/>
                <a:ea typeface="宋体" pitchFamily="2" charset="-122"/>
                <a:sym typeface="Symbol" pitchFamily="18" charset="2"/>
              </a:rPr>
              <a:t>.</a:t>
            </a: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116741" name="Object 5"/>
          <p:cNvGraphicFramePr>
            <a:graphicFrameLocks noChangeAspect="1"/>
          </p:cNvGraphicFramePr>
          <p:nvPr/>
        </p:nvGraphicFramePr>
        <p:xfrm>
          <a:off x="1269683" y="2082483"/>
          <a:ext cx="1154112" cy="615950"/>
        </p:xfrm>
        <a:graphic>
          <a:graphicData uri="http://schemas.openxmlformats.org/presentationml/2006/ole">
            <mc:AlternateContent xmlns:mc="http://schemas.openxmlformats.org/markup-compatibility/2006">
              <mc:Choice xmlns:v="urn:schemas-microsoft-com:vml" Requires="v">
                <p:oleObj spid="_x0000_s74889" name="Equation" r:id="rId7" imgW="1041120" imgH="558720" progId="Equation.DSMT4">
                  <p:embed/>
                </p:oleObj>
              </mc:Choice>
              <mc:Fallback>
                <p:oleObj name="Equation" r:id="rId7" imgW="1041120" imgH="55872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69683" y="2082483"/>
                        <a:ext cx="1154112" cy="615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43" name="Object 7"/>
          <p:cNvGraphicFramePr>
            <a:graphicFrameLocks noChangeAspect="1"/>
          </p:cNvGraphicFramePr>
          <p:nvPr/>
        </p:nvGraphicFramePr>
        <p:xfrm>
          <a:off x="3439795" y="2108200"/>
          <a:ext cx="1393825" cy="561975"/>
        </p:xfrm>
        <a:graphic>
          <a:graphicData uri="http://schemas.openxmlformats.org/presentationml/2006/ole">
            <mc:AlternateContent xmlns:mc="http://schemas.openxmlformats.org/markup-compatibility/2006">
              <mc:Choice xmlns:v="urn:schemas-microsoft-com:vml" Requires="v">
                <p:oleObj spid="_x0000_s74890" name="Equation" r:id="rId9" imgW="1257120" imgH="507960" progId="Equation.DSMT4">
                  <p:embed/>
                </p:oleObj>
              </mc:Choice>
              <mc:Fallback>
                <p:oleObj name="Equation" r:id="rId9" imgW="1257120" imgH="507960" progId="Equation.DSMT4">
                  <p:embed/>
                  <p:pic>
                    <p:nvPicPr>
                      <p:cNvPr id="0" name="Object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39795" y="2108200"/>
                        <a:ext cx="1393825"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44" name="Object 8"/>
          <p:cNvGraphicFramePr>
            <a:graphicFrameLocks noChangeAspect="1"/>
          </p:cNvGraphicFramePr>
          <p:nvPr/>
        </p:nvGraphicFramePr>
        <p:xfrm>
          <a:off x="5398770" y="2112963"/>
          <a:ext cx="2082800" cy="563562"/>
        </p:xfrm>
        <a:graphic>
          <a:graphicData uri="http://schemas.openxmlformats.org/presentationml/2006/ole">
            <mc:AlternateContent xmlns:mc="http://schemas.openxmlformats.org/markup-compatibility/2006">
              <mc:Choice xmlns:v="urn:schemas-microsoft-com:vml" Requires="v">
                <p:oleObj spid="_x0000_s74891" name="Equation" r:id="rId11" imgW="1879560" imgH="507960" progId="Equation.DSMT4">
                  <p:embed/>
                </p:oleObj>
              </mc:Choice>
              <mc:Fallback>
                <p:oleObj name="Equation" r:id="rId11" imgW="1879560" imgH="507960" progId="Equation.DSMT4">
                  <p:embed/>
                  <p:pic>
                    <p:nvPicPr>
                      <p:cNvPr id="0" name="Object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98770" y="2112963"/>
                        <a:ext cx="2082800" cy="563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9"/>
          <p:cNvSpPr>
            <a:spLocks noChangeArrowheads="1"/>
          </p:cNvSpPr>
          <p:nvPr/>
        </p:nvSpPr>
        <p:spPr bwMode="auto">
          <a:xfrm>
            <a:off x="345440" y="2753360"/>
            <a:ext cx="820928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一方面，若</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则有近似误差</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2" name="Object 8"/>
          <p:cNvGraphicFramePr>
            <a:graphicFrameLocks noChangeAspect="1"/>
          </p:cNvGraphicFramePr>
          <p:nvPr/>
        </p:nvGraphicFramePr>
        <p:xfrm>
          <a:off x="1791018" y="2871788"/>
          <a:ext cx="1520825" cy="309562"/>
        </p:xfrm>
        <a:graphic>
          <a:graphicData uri="http://schemas.openxmlformats.org/presentationml/2006/ole">
            <mc:AlternateContent xmlns:mc="http://schemas.openxmlformats.org/markup-compatibility/2006">
              <mc:Choice xmlns:v="urn:schemas-microsoft-com:vml" Requires="v">
                <p:oleObj spid="_x0000_s74892" name="Equation" r:id="rId13" imgW="1371600" imgH="279360" progId="Equation.DSMT4">
                  <p:embed/>
                </p:oleObj>
              </mc:Choice>
              <mc:Fallback>
                <p:oleObj name="Equation" r:id="rId13" imgW="1371600" imgH="27936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91018" y="2871788"/>
                        <a:ext cx="1520825"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8"/>
          <p:cNvGraphicFramePr>
            <a:graphicFrameLocks noChangeAspect="1"/>
          </p:cNvGraphicFramePr>
          <p:nvPr/>
        </p:nvGraphicFramePr>
        <p:xfrm>
          <a:off x="5014278" y="2884170"/>
          <a:ext cx="1154112" cy="309563"/>
        </p:xfrm>
        <a:graphic>
          <a:graphicData uri="http://schemas.openxmlformats.org/presentationml/2006/ole">
            <mc:AlternateContent xmlns:mc="http://schemas.openxmlformats.org/markup-compatibility/2006">
              <mc:Choice xmlns:v="urn:schemas-microsoft-com:vml" Requires="v">
                <p:oleObj spid="_x0000_s74893" name="Equation" r:id="rId15" imgW="1041120" imgH="279360" progId="Equation.DSMT4">
                  <p:embed/>
                </p:oleObj>
              </mc:Choice>
              <mc:Fallback>
                <p:oleObj name="Equation" r:id="rId15" imgW="1041120" imgH="27936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14278" y="2884170"/>
                        <a:ext cx="1154112"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0"/>
          <p:cNvSpPr>
            <a:spLocks noChangeArrowheads="1"/>
          </p:cNvSpPr>
          <p:nvPr/>
        </p:nvSpPr>
        <p:spPr bwMode="auto">
          <a:xfrm>
            <a:off x="325120" y="3328035"/>
            <a:ext cx="827024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另一方面，                    应比</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和</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的近似程度更好</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4" name="Object 8"/>
          <p:cNvGraphicFramePr>
            <a:graphicFrameLocks noChangeAspect="1"/>
          </p:cNvGraphicFramePr>
          <p:nvPr/>
        </p:nvGraphicFramePr>
        <p:xfrm>
          <a:off x="1648460" y="3297238"/>
          <a:ext cx="1055688" cy="561975"/>
        </p:xfrm>
        <a:graphic>
          <a:graphicData uri="http://schemas.openxmlformats.org/presentationml/2006/ole">
            <mc:AlternateContent xmlns:mc="http://schemas.openxmlformats.org/markup-compatibility/2006">
              <mc:Choice xmlns:v="urn:schemas-microsoft-com:vml" Requires="v">
                <p:oleObj spid="_x0000_s74894" name="Equation" r:id="rId17" imgW="952200" imgH="507960" progId="Equation.DSMT4">
                  <p:embed/>
                </p:oleObj>
              </mc:Choice>
              <mc:Fallback>
                <p:oleObj name="Equation" r:id="rId17" imgW="952200" imgH="507960" progId="Equation.DSMT4">
                  <p:embed/>
                  <p:pic>
                    <p:nvPicPr>
                      <p:cNvPr id="0"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48460" y="3297238"/>
                        <a:ext cx="1055688"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8"/>
          <p:cNvGraphicFramePr>
            <a:graphicFrameLocks noChangeAspect="1"/>
          </p:cNvGraphicFramePr>
          <p:nvPr/>
        </p:nvGraphicFramePr>
        <p:xfrm>
          <a:off x="3406775" y="3414395"/>
          <a:ext cx="268288" cy="309563"/>
        </p:xfrm>
        <a:graphic>
          <a:graphicData uri="http://schemas.openxmlformats.org/presentationml/2006/ole">
            <mc:AlternateContent xmlns:mc="http://schemas.openxmlformats.org/markup-compatibility/2006">
              <mc:Choice xmlns:v="urn:schemas-microsoft-com:vml" Requires="v">
                <p:oleObj spid="_x0000_s74895" name="Equation" r:id="rId19" imgW="241200" imgH="279360" progId="Equation.DSMT4">
                  <p:embed/>
                </p:oleObj>
              </mc:Choice>
              <mc:Fallback>
                <p:oleObj name="Equation" r:id="rId19" imgW="241200" imgH="279360" progId="Equation.DSMT4">
                  <p:embed/>
                  <p:pic>
                    <p:nvPicPr>
                      <p:cNvPr id="0" name="Picture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06775" y="3414395"/>
                        <a:ext cx="268288"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4022090" y="3404553"/>
          <a:ext cx="338138" cy="309562"/>
        </p:xfrm>
        <a:graphic>
          <a:graphicData uri="http://schemas.openxmlformats.org/presentationml/2006/ole">
            <mc:AlternateContent xmlns:mc="http://schemas.openxmlformats.org/markup-compatibility/2006">
              <mc:Choice xmlns:v="urn:schemas-microsoft-com:vml" Requires="v">
                <p:oleObj spid="_x0000_s74896" name="Equation" r:id="rId21" imgW="304560" imgH="279360" progId="Equation.DSMT4">
                  <p:embed/>
                </p:oleObj>
              </mc:Choice>
              <mc:Fallback>
                <p:oleObj name="Equation" r:id="rId21" imgW="304560" imgH="279360" progId="Equation.DSMT4">
                  <p:embed/>
                  <p:pic>
                    <p:nvPicPr>
                      <p:cNvPr id="0" name="Picture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22090" y="3404553"/>
                        <a:ext cx="338138" cy="309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Rectangle 11"/>
          <p:cNvSpPr>
            <a:spLocks noChangeArrowheads="1"/>
          </p:cNvSpPr>
          <p:nvPr/>
        </p:nvSpPr>
        <p:spPr bwMode="auto">
          <a:xfrm>
            <a:off x="365760" y="3964940"/>
            <a:ext cx="7416800" cy="553998"/>
          </a:xfrm>
          <a:prstGeom prst="rect">
            <a:avLst/>
          </a:prstGeom>
          <a:ln>
            <a:headEnd/>
            <a:tailEnd/>
          </a:ln>
        </p:spPr>
        <p:style>
          <a:lnRef idx="1">
            <a:schemeClr val="accent5"/>
          </a:lnRef>
          <a:fillRef idx="3">
            <a:schemeClr val="accent5"/>
          </a:fillRef>
          <a:effectRef idx="2">
            <a:schemeClr val="accent5"/>
          </a:effectRef>
          <a:fontRef idx="minor">
            <a:schemeClr val="lt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记                               称为</a:t>
            </a:r>
            <a:r>
              <a:rPr lang="en-US" altLang="zh-CN" sz="2000" dirty="0" smtClean="0">
                <a:solidFill>
                  <a:schemeClr val="dk1"/>
                </a:solidFill>
                <a:latin typeface="Calibri" pitchFamily="34" charset="0"/>
                <a:ea typeface="宋体" pitchFamily="2" charset="-122"/>
                <a:sym typeface="Symbol" pitchFamily="18" charset="2"/>
              </a:rPr>
              <a:t>Romberg</a:t>
            </a:r>
            <a:r>
              <a:rPr lang="zh-CN" altLang="en-US" sz="2000" dirty="0" smtClean="0">
                <a:solidFill>
                  <a:schemeClr val="dk1"/>
                </a:solidFill>
                <a:latin typeface="Calibri" pitchFamily="34" charset="0"/>
                <a:ea typeface="宋体" pitchFamily="2" charset="-122"/>
                <a:sym typeface="Symbol" pitchFamily="18" charset="2"/>
              </a:rPr>
              <a:t>求积公式</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10" name="Object 8"/>
          <p:cNvGraphicFramePr>
            <a:graphicFrameLocks noChangeAspect="1"/>
          </p:cNvGraphicFramePr>
          <p:nvPr/>
        </p:nvGraphicFramePr>
        <p:xfrm>
          <a:off x="865188" y="3969703"/>
          <a:ext cx="1549400" cy="561975"/>
        </p:xfrm>
        <a:graphic>
          <a:graphicData uri="http://schemas.openxmlformats.org/presentationml/2006/ole">
            <mc:AlternateContent xmlns:mc="http://schemas.openxmlformats.org/markup-compatibility/2006">
              <mc:Choice xmlns:v="urn:schemas-microsoft-com:vml" Requires="v">
                <p:oleObj spid="_x0000_s74897" name="Equation" r:id="rId23" imgW="1396800" imgH="507960" progId="Equation.DSMT4">
                  <p:embed/>
                </p:oleObj>
              </mc:Choice>
              <mc:Fallback>
                <p:oleObj name="Equation" r:id="rId23" imgW="1396800" imgH="507960" progId="Equation.DSMT4">
                  <p:embed/>
                  <p:pic>
                    <p:nvPicPr>
                      <p:cNvPr id="0" name="Picture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865188" y="3969703"/>
                        <a:ext cx="1549400" cy="561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nodeType="withEffect">
                                  <p:stCondLst>
                                    <p:cond delay="0"/>
                                  </p:stCondLst>
                                  <p:childTnLst>
                                    <p:set>
                                      <p:cBhvr>
                                        <p:cTn id="24" dur="1" fill="hold">
                                          <p:stCondLst>
                                            <p:cond delay="0"/>
                                          </p:stCondLst>
                                        </p:cTn>
                                        <p:tgtEl>
                                          <p:spTgt spid="116738"/>
                                        </p:tgtEl>
                                        <p:attrNameLst>
                                          <p:attrName>style.visibility</p:attrName>
                                        </p:attrNameLst>
                                      </p:cBhvr>
                                      <p:to>
                                        <p:strVal val="visible"/>
                                      </p:to>
                                    </p:set>
                                    <p:animEffect transition="in" filter="blinds(horizontal)">
                                      <p:cBhvr>
                                        <p:cTn id="25" dur="500"/>
                                        <p:tgtEl>
                                          <p:spTgt spid="116738"/>
                                        </p:tgtEl>
                                      </p:cBhvr>
                                    </p:animEffect>
                                  </p:childTnLst>
                                </p:cTn>
                              </p:par>
                              <p:par>
                                <p:cTn id="26" presetID="3" presetClass="entr" presetSubtype="10" fill="hold" nodeType="withEffect">
                                  <p:stCondLst>
                                    <p:cond delay="0"/>
                                  </p:stCondLst>
                                  <p:childTnLst>
                                    <p:set>
                                      <p:cBhvr>
                                        <p:cTn id="27" dur="1" fill="hold">
                                          <p:stCondLst>
                                            <p:cond delay="0"/>
                                          </p:stCondLst>
                                        </p:cTn>
                                        <p:tgtEl>
                                          <p:spTgt spid="116739"/>
                                        </p:tgtEl>
                                        <p:attrNameLst>
                                          <p:attrName>style.visibility</p:attrName>
                                        </p:attrNameLst>
                                      </p:cBhvr>
                                      <p:to>
                                        <p:strVal val="visible"/>
                                      </p:to>
                                    </p:set>
                                    <p:animEffect transition="in" filter="blinds(horizontal)">
                                      <p:cBhvr>
                                        <p:cTn id="28" dur="500"/>
                                        <p:tgtEl>
                                          <p:spTgt spid="116739"/>
                                        </p:tgtEl>
                                      </p:cBhvr>
                                    </p:animEffect>
                                  </p:childTnLst>
                                </p:cTn>
                              </p:par>
                            </p:childTnLst>
                          </p:cTn>
                        </p:par>
                      </p:childTnLst>
                    </p:cTn>
                  </p:par>
                  <p:par>
                    <p:cTn id="29" fill="hold">
                      <p:stCondLst>
                        <p:cond delay="indefinite"/>
                      </p:stCondLst>
                      <p:childTnLst>
                        <p:par>
                          <p:cTn id="30" fill="hold">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blinds(horizontal)">
                                      <p:cBhvr>
                                        <p:cTn id="33" dur="500"/>
                                        <p:tgtEl>
                                          <p:spTgt spid="11"/>
                                        </p:tgtEl>
                                      </p:cBhvr>
                                    </p:animEffect>
                                  </p:childTnLst>
                                </p:cTn>
                              </p:par>
                              <p:par>
                                <p:cTn id="34" presetID="3" presetClass="entr" presetSubtype="10" fill="hold" nodeType="withEffect">
                                  <p:stCondLst>
                                    <p:cond delay="0"/>
                                  </p:stCondLst>
                                  <p:childTnLst>
                                    <p:set>
                                      <p:cBhvr>
                                        <p:cTn id="35" dur="1" fill="hold">
                                          <p:stCondLst>
                                            <p:cond delay="0"/>
                                          </p:stCondLst>
                                        </p:cTn>
                                        <p:tgtEl>
                                          <p:spTgt spid="116741"/>
                                        </p:tgtEl>
                                        <p:attrNameLst>
                                          <p:attrName>style.visibility</p:attrName>
                                        </p:attrNameLst>
                                      </p:cBhvr>
                                      <p:to>
                                        <p:strVal val="visible"/>
                                      </p:to>
                                    </p:set>
                                    <p:animEffect transition="in" filter="blinds(horizontal)">
                                      <p:cBhvr>
                                        <p:cTn id="36" dur="500"/>
                                        <p:tgtEl>
                                          <p:spTgt spid="116741"/>
                                        </p:tgtEl>
                                      </p:cBhvr>
                                    </p:animEffect>
                                  </p:childTnLst>
                                </p:cTn>
                              </p:par>
                              <p:par>
                                <p:cTn id="37" presetID="3" presetClass="entr" presetSubtype="10" fill="hold" nodeType="withEffect">
                                  <p:stCondLst>
                                    <p:cond delay="0"/>
                                  </p:stCondLst>
                                  <p:childTnLst>
                                    <p:set>
                                      <p:cBhvr>
                                        <p:cTn id="38" dur="1" fill="hold">
                                          <p:stCondLst>
                                            <p:cond delay="0"/>
                                          </p:stCondLst>
                                        </p:cTn>
                                        <p:tgtEl>
                                          <p:spTgt spid="116743"/>
                                        </p:tgtEl>
                                        <p:attrNameLst>
                                          <p:attrName>style.visibility</p:attrName>
                                        </p:attrNameLst>
                                      </p:cBhvr>
                                      <p:to>
                                        <p:strVal val="visible"/>
                                      </p:to>
                                    </p:set>
                                    <p:animEffect transition="in" filter="blinds(horizontal)">
                                      <p:cBhvr>
                                        <p:cTn id="39" dur="500"/>
                                        <p:tgtEl>
                                          <p:spTgt spid="116743"/>
                                        </p:tgtEl>
                                      </p:cBhvr>
                                    </p:animEffect>
                                  </p:childTnLst>
                                </p:cTn>
                              </p:par>
                              <p:par>
                                <p:cTn id="40" presetID="3" presetClass="entr" presetSubtype="10" fill="hold" nodeType="withEffect">
                                  <p:stCondLst>
                                    <p:cond delay="0"/>
                                  </p:stCondLst>
                                  <p:childTnLst>
                                    <p:set>
                                      <p:cBhvr>
                                        <p:cTn id="41" dur="1" fill="hold">
                                          <p:stCondLst>
                                            <p:cond delay="0"/>
                                          </p:stCondLst>
                                        </p:cTn>
                                        <p:tgtEl>
                                          <p:spTgt spid="116744"/>
                                        </p:tgtEl>
                                        <p:attrNameLst>
                                          <p:attrName>style.visibility</p:attrName>
                                        </p:attrNameLst>
                                      </p:cBhvr>
                                      <p:to>
                                        <p:strVal val="visible"/>
                                      </p:to>
                                    </p:set>
                                    <p:animEffect transition="in" filter="blinds(horizontal)">
                                      <p:cBhvr>
                                        <p:cTn id="42" dur="500"/>
                                        <p:tgtEl>
                                          <p:spTgt spid="116744"/>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 calcmode="lin" valueType="num">
                                      <p:cBhvr additive="base">
                                        <p:cTn id="47" dur="500" fill="hold"/>
                                        <p:tgtEl>
                                          <p:spTgt spid="17"/>
                                        </p:tgtEl>
                                        <p:attrNameLst>
                                          <p:attrName>ppt_x</p:attrName>
                                        </p:attrNameLst>
                                      </p:cBhvr>
                                      <p:tavLst>
                                        <p:tav tm="0">
                                          <p:val>
                                            <p:strVal val="#ppt_x"/>
                                          </p:val>
                                        </p:tav>
                                        <p:tav tm="100000">
                                          <p:val>
                                            <p:strVal val="#ppt_x"/>
                                          </p:val>
                                        </p:tav>
                                      </p:tavLst>
                                    </p:anim>
                                    <p:anim calcmode="lin" valueType="num">
                                      <p:cBhvr additive="base">
                                        <p:cTn id="48" dur="500" fill="hold"/>
                                        <p:tgtEl>
                                          <p:spTgt spid="17"/>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
                                        </p:tgtEl>
                                        <p:attrNameLst>
                                          <p:attrName>style.visibility</p:attrName>
                                        </p:attrNameLst>
                                      </p:cBhvr>
                                      <p:to>
                                        <p:strVal val="visible"/>
                                      </p:to>
                                    </p:set>
                                    <p:anim calcmode="lin" valueType="num">
                                      <p:cBhvr additive="base">
                                        <p:cTn id="51" dur="500" fill="hold"/>
                                        <p:tgtEl>
                                          <p:spTgt spid="2"/>
                                        </p:tgtEl>
                                        <p:attrNameLst>
                                          <p:attrName>ppt_x</p:attrName>
                                        </p:attrNameLst>
                                      </p:cBhvr>
                                      <p:tavLst>
                                        <p:tav tm="0">
                                          <p:val>
                                            <p:strVal val="#ppt_x"/>
                                          </p:val>
                                        </p:tav>
                                        <p:tav tm="100000">
                                          <p:val>
                                            <p:strVal val="#ppt_x"/>
                                          </p:val>
                                        </p:tav>
                                      </p:tavLst>
                                    </p:anim>
                                    <p:anim calcmode="lin" valueType="num">
                                      <p:cBhvr additive="base">
                                        <p:cTn id="52" dur="500" fill="hold"/>
                                        <p:tgtEl>
                                          <p:spTgt spid="2"/>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3"/>
                                        </p:tgtEl>
                                        <p:attrNameLst>
                                          <p:attrName>style.visibility</p:attrName>
                                        </p:attrNameLst>
                                      </p:cBhvr>
                                      <p:to>
                                        <p:strVal val="visible"/>
                                      </p:to>
                                    </p:set>
                                    <p:anim calcmode="lin" valueType="num">
                                      <p:cBhvr additive="base">
                                        <p:cTn id="55" dur="500" fill="hold"/>
                                        <p:tgtEl>
                                          <p:spTgt spid="3"/>
                                        </p:tgtEl>
                                        <p:attrNameLst>
                                          <p:attrName>ppt_x</p:attrName>
                                        </p:attrNameLst>
                                      </p:cBhvr>
                                      <p:tavLst>
                                        <p:tav tm="0">
                                          <p:val>
                                            <p:strVal val="#ppt_x"/>
                                          </p:val>
                                        </p:tav>
                                        <p:tav tm="100000">
                                          <p:val>
                                            <p:strVal val="#ppt_x"/>
                                          </p:val>
                                        </p:tav>
                                      </p:tavLst>
                                    </p:anim>
                                    <p:anim calcmode="lin" valueType="num">
                                      <p:cBhvr additive="base">
                                        <p:cTn id="56"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8"/>
                                        </p:tgtEl>
                                        <p:attrNameLst>
                                          <p:attrName>style.visibility</p:attrName>
                                        </p:attrNameLst>
                                      </p:cBhvr>
                                      <p:to>
                                        <p:strVal val="visible"/>
                                      </p:to>
                                    </p:set>
                                    <p:anim calcmode="lin" valueType="num">
                                      <p:cBhvr additive="base">
                                        <p:cTn id="61" dur="500" fill="hold"/>
                                        <p:tgtEl>
                                          <p:spTgt spid="18"/>
                                        </p:tgtEl>
                                        <p:attrNameLst>
                                          <p:attrName>ppt_x</p:attrName>
                                        </p:attrNameLst>
                                      </p:cBhvr>
                                      <p:tavLst>
                                        <p:tav tm="0">
                                          <p:val>
                                            <p:strVal val="#ppt_x"/>
                                          </p:val>
                                        </p:tav>
                                        <p:tav tm="100000">
                                          <p:val>
                                            <p:strVal val="#ppt_x"/>
                                          </p:val>
                                        </p:tav>
                                      </p:tavLst>
                                    </p:anim>
                                    <p:anim calcmode="lin" valueType="num">
                                      <p:cBhvr additive="base">
                                        <p:cTn id="62" dur="500" fill="hold"/>
                                        <p:tgtEl>
                                          <p:spTgt spid="18"/>
                                        </p:tgtEl>
                                        <p:attrNameLst>
                                          <p:attrName>ppt_y</p:attrName>
                                        </p:attrNameLst>
                                      </p:cBhvr>
                                      <p:tavLst>
                                        <p:tav tm="0">
                                          <p:val>
                                            <p:strVal val="1+#ppt_h/2"/>
                                          </p:val>
                                        </p:tav>
                                        <p:tav tm="100000">
                                          <p:val>
                                            <p:strVal val="#ppt_y"/>
                                          </p:val>
                                        </p:tav>
                                      </p:tavLst>
                                    </p:anim>
                                  </p:childTnLst>
                                </p:cTn>
                              </p:par>
                              <p:par>
                                <p:cTn id="63" presetID="2" presetClass="entr" presetSubtype="4" fill="hold" nodeType="withEffect">
                                  <p:stCondLst>
                                    <p:cond delay="0"/>
                                  </p:stCondLst>
                                  <p:childTnLst>
                                    <p:set>
                                      <p:cBhvr>
                                        <p:cTn id="64" dur="1" fill="hold">
                                          <p:stCondLst>
                                            <p:cond delay="0"/>
                                          </p:stCondLst>
                                        </p:cTn>
                                        <p:tgtEl>
                                          <p:spTgt spid="4"/>
                                        </p:tgtEl>
                                        <p:attrNameLst>
                                          <p:attrName>style.visibility</p:attrName>
                                        </p:attrNameLst>
                                      </p:cBhvr>
                                      <p:to>
                                        <p:strVal val="visible"/>
                                      </p:to>
                                    </p:set>
                                    <p:anim calcmode="lin" valueType="num">
                                      <p:cBhvr additive="base">
                                        <p:cTn id="65" dur="500" fill="hold"/>
                                        <p:tgtEl>
                                          <p:spTgt spid="4"/>
                                        </p:tgtEl>
                                        <p:attrNameLst>
                                          <p:attrName>ppt_x</p:attrName>
                                        </p:attrNameLst>
                                      </p:cBhvr>
                                      <p:tavLst>
                                        <p:tav tm="0">
                                          <p:val>
                                            <p:strVal val="#ppt_x"/>
                                          </p:val>
                                        </p:tav>
                                        <p:tav tm="100000">
                                          <p:val>
                                            <p:strVal val="#ppt_x"/>
                                          </p:val>
                                        </p:tav>
                                      </p:tavLst>
                                    </p:anim>
                                    <p:anim calcmode="lin" valueType="num">
                                      <p:cBhvr additive="base">
                                        <p:cTn id="66" dur="500" fill="hold"/>
                                        <p:tgtEl>
                                          <p:spTgt spid="4"/>
                                        </p:tgtEl>
                                        <p:attrNameLst>
                                          <p:attrName>ppt_y</p:attrName>
                                        </p:attrNameLst>
                                      </p:cBhvr>
                                      <p:tavLst>
                                        <p:tav tm="0">
                                          <p:val>
                                            <p:strVal val="1+#ppt_h/2"/>
                                          </p:val>
                                        </p:tav>
                                        <p:tav tm="100000">
                                          <p:val>
                                            <p:strVal val="#ppt_y"/>
                                          </p:val>
                                        </p:tav>
                                      </p:tavLst>
                                    </p:anim>
                                  </p:childTnLst>
                                </p:cTn>
                              </p:par>
                              <p:par>
                                <p:cTn id="67" presetID="2" presetClass="entr" presetSubtype="4" fill="hold" nodeType="withEffect">
                                  <p:stCondLst>
                                    <p:cond delay="0"/>
                                  </p:stCondLst>
                                  <p:childTnLst>
                                    <p:set>
                                      <p:cBhvr>
                                        <p:cTn id="68" dur="1" fill="hold">
                                          <p:stCondLst>
                                            <p:cond delay="0"/>
                                          </p:stCondLst>
                                        </p:cTn>
                                        <p:tgtEl>
                                          <p:spTgt spid="7"/>
                                        </p:tgtEl>
                                        <p:attrNameLst>
                                          <p:attrName>style.visibility</p:attrName>
                                        </p:attrNameLst>
                                      </p:cBhvr>
                                      <p:to>
                                        <p:strVal val="visible"/>
                                      </p:to>
                                    </p:set>
                                    <p:anim calcmode="lin" valueType="num">
                                      <p:cBhvr additive="base">
                                        <p:cTn id="69" dur="500" fill="hold"/>
                                        <p:tgtEl>
                                          <p:spTgt spid="7"/>
                                        </p:tgtEl>
                                        <p:attrNameLst>
                                          <p:attrName>ppt_x</p:attrName>
                                        </p:attrNameLst>
                                      </p:cBhvr>
                                      <p:tavLst>
                                        <p:tav tm="0">
                                          <p:val>
                                            <p:strVal val="#ppt_x"/>
                                          </p:val>
                                        </p:tav>
                                        <p:tav tm="100000">
                                          <p:val>
                                            <p:strVal val="#ppt_x"/>
                                          </p:val>
                                        </p:tav>
                                      </p:tavLst>
                                    </p:anim>
                                    <p:anim calcmode="lin" valueType="num">
                                      <p:cBhvr additive="base">
                                        <p:cTn id="70" dur="500" fill="hold"/>
                                        <p:tgtEl>
                                          <p:spTgt spid="7"/>
                                        </p:tgtEl>
                                        <p:attrNameLst>
                                          <p:attrName>ppt_y</p:attrName>
                                        </p:attrNameLst>
                                      </p:cBhvr>
                                      <p:tavLst>
                                        <p:tav tm="0">
                                          <p:val>
                                            <p:strVal val="1+#ppt_h/2"/>
                                          </p:val>
                                        </p:tav>
                                        <p:tav tm="100000">
                                          <p:val>
                                            <p:strVal val="#ppt_y"/>
                                          </p:val>
                                        </p:tav>
                                      </p:tavLst>
                                    </p:anim>
                                  </p:childTnLst>
                                </p:cTn>
                              </p:par>
                              <p:par>
                                <p:cTn id="71" presetID="2" presetClass="entr" presetSubtype="4" fill="hold" nodeType="withEffect">
                                  <p:stCondLst>
                                    <p:cond delay="0"/>
                                  </p:stCondLst>
                                  <p:childTnLst>
                                    <p:set>
                                      <p:cBhvr>
                                        <p:cTn id="72" dur="1" fill="hold">
                                          <p:stCondLst>
                                            <p:cond delay="0"/>
                                          </p:stCondLst>
                                        </p:cTn>
                                        <p:tgtEl>
                                          <p:spTgt spid="9"/>
                                        </p:tgtEl>
                                        <p:attrNameLst>
                                          <p:attrName>style.visibility</p:attrName>
                                        </p:attrNameLst>
                                      </p:cBhvr>
                                      <p:to>
                                        <p:strVal val="visible"/>
                                      </p:to>
                                    </p:set>
                                    <p:anim calcmode="lin" valueType="num">
                                      <p:cBhvr additive="base">
                                        <p:cTn id="73" dur="500" fill="hold"/>
                                        <p:tgtEl>
                                          <p:spTgt spid="9"/>
                                        </p:tgtEl>
                                        <p:attrNameLst>
                                          <p:attrName>ppt_x</p:attrName>
                                        </p:attrNameLst>
                                      </p:cBhvr>
                                      <p:tavLst>
                                        <p:tav tm="0">
                                          <p:val>
                                            <p:strVal val="#ppt_x"/>
                                          </p:val>
                                        </p:tav>
                                        <p:tav tm="100000">
                                          <p:val>
                                            <p:strVal val="#ppt_x"/>
                                          </p:val>
                                        </p:tav>
                                      </p:tavLst>
                                    </p:anim>
                                    <p:anim calcmode="lin" valueType="num">
                                      <p:cBhvr additive="base">
                                        <p:cTn id="7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5" presetClass="entr" presetSubtype="10" fill="hold" grpId="0" nodeType="clickEffect">
                                  <p:stCondLst>
                                    <p:cond delay="0"/>
                                  </p:stCondLst>
                                  <p:childTnLst>
                                    <p:set>
                                      <p:cBhvr>
                                        <p:cTn id="78" dur="1" fill="hold">
                                          <p:stCondLst>
                                            <p:cond delay="0"/>
                                          </p:stCondLst>
                                        </p:cTn>
                                        <p:tgtEl>
                                          <p:spTgt spid="22"/>
                                        </p:tgtEl>
                                        <p:attrNameLst>
                                          <p:attrName>style.visibility</p:attrName>
                                        </p:attrNameLst>
                                      </p:cBhvr>
                                      <p:to>
                                        <p:strVal val="visible"/>
                                      </p:to>
                                    </p:set>
                                    <p:animEffect transition="in" filter="checkerboard(across)">
                                      <p:cBhvr>
                                        <p:cTn id="79" dur="500"/>
                                        <p:tgtEl>
                                          <p:spTgt spid="22"/>
                                        </p:tgtEl>
                                      </p:cBhvr>
                                    </p:animEffect>
                                  </p:childTnLst>
                                </p:cTn>
                              </p:par>
                              <p:par>
                                <p:cTn id="80" presetID="5" presetClass="entr" presetSubtype="10" fill="hold" nodeType="withEffect">
                                  <p:stCondLst>
                                    <p:cond delay="0"/>
                                  </p:stCondLst>
                                  <p:childTnLst>
                                    <p:set>
                                      <p:cBhvr>
                                        <p:cTn id="81" dur="1" fill="hold">
                                          <p:stCondLst>
                                            <p:cond delay="0"/>
                                          </p:stCondLst>
                                        </p:cTn>
                                        <p:tgtEl>
                                          <p:spTgt spid="10"/>
                                        </p:tgtEl>
                                        <p:attrNameLst>
                                          <p:attrName>style.visibility</p:attrName>
                                        </p:attrNameLst>
                                      </p:cBhvr>
                                      <p:to>
                                        <p:strVal val="visible"/>
                                      </p:to>
                                    </p:set>
                                    <p:animEffect transition="in" filter="checkerboard(across)">
                                      <p:cBhvr>
                                        <p:cTn id="8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p:bldP spid="11" grpId="0"/>
      <p:bldP spid="17" grpId="0"/>
      <p:bldP spid="18" grpId="0"/>
      <p:bldP spid="2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5" name="Text Box 2"/>
          <p:cNvSpPr txBox="1">
            <a:spLocks noChangeArrowheads="1"/>
          </p:cNvSpPr>
          <p:nvPr/>
        </p:nvSpPr>
        <p:spPr bwMode="auto">
          <a:xfrm>
            <a:off x="182880" y="629920"/>
            <a:ext cx="8729892" cy="892552"/>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用                        分别表示把区间</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等分的复化梯形公式，</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表示复化</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公式，复化</a:t>
            </a:r>
            <a:r>
              <a:rPr lang="en-US" altLang="zh-CN" sz="2000" dirty="0" smtClean="0">
                <a:solidFill>
                  <a:schemeClr val="dk1"/>
                </a:solidFill>
                <a:latin typeface="Calibri" pitchFamily="34" charset="0"/>
                <a:ea typeface="宋体" pitchFamily="2" charset="-122"/>
                <a:sym typeface="Symbol" pitchFamily="18" charset="2"/>
              </a:rPr>
              <a:t>Cotes</a:t>
            </a:r>
            <a:r>
              <a:rPr lang="zh-CN" altLang="en-US" sz="2000" dirty="0" smtClean="0">
                <a:solidFill>
                  <a:schemeClr val="dk1"/>
                </a:solidFill>
                <a:latin typeface="Calibri" pitchFamily="34" charset="0"/>
                <a:ea typeface="宋体" pitchFamily="2" charset="-122"/>
                <a:sym typeface="Symbol" pitchFamily="18" charset="2"/>
              </a:rPr>
              <a:t>公式和</a:t>
            </a:r>
            <a:r>
              <a:rPr lang="en-US" altLang="zh-CN" sz="2000" dirty="0" smtClean="0">
                <a:solidFill>
                  <a:schemeClr val="dk1"/>
                </a:solidFill>
                <a:latin typeface="Calibri" pitchFamily="34" charset="0"/>
                <a:ea typeface="宋体" pitchFamily="2" charset="-122"/>
                <a:sym typeface="Symbol" pitchFamily="18" charset="2"/>
              </a:rPr>
              <a:t>Romberg</a:t>
            </a:r>
            <a:r>
              <a:rPr lang="zh-CN" altLang="en-US" sz="2000" dirty="0" smtClean="0">
                <a:solidFill>
                  <a:schemeClr val="dk1"/>
                </a:solidFill>
                <a:latin typeface="Calibri" pitchFamily="34" charset="0"/>
                <a:ea typeface="宋体" pitchFamily="2" charset="-122"/>
                <a:sym typeface="Symbol" pitchFamily="18" charset="2"/>
              </a:rPr>
              <a:t>求积公式</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则有</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82999" name="Object 55"/>
          <p:cNvGraphicFramePr>
            <a:graphicFrameLocks noChangeAspect="1"/>
          </p:cNvGraphicFramePr>
          <p:nvPr/>
        </p:nvGraphicFramePr>
        <p:xfrm>
          <a:off x="499413" y="677863"/>
          <a:ext cx="1449387" cy="444500"/>
        </p:xfrm>
        <a:graphic>
          <a:graphicData uri="http://schemas.openxmlformats.org/presentationml/2006/ole">
            <mc:AlternateContent xmlns:mc="http://schemas.openxmlformats.org/markup-compatibility/2006">
              <mc:Choice xmlns:v="urn:schemas-microsoft-com:vml" Requires="v">
                <p:oleObj spid="_x0000_s75900" name="Equation" r:id="rId3" imgW="672840" imgH="203040" progId="Equation.DSMT4">
                  <p:embed/>
                </p:oleObj>
              </mc:Choice>
              <mc:Fallback>
                <p:oleObj name="Equation" r:id="rId3" imgW="672840" imgH="203040" progId="Equation.DSMT4">
                  <p:embed/>
                  <p:pic>
                    <p:nvPicPr>
                      <p:cNvPr id="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9413" y="677863"/>
                        <a:ext cx="1449387"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55"/>
          <p:cNvGraphicFramePr>
            <a:graphicFrameLocks noChangeAspect="1"/>
          </p:cNvGraphicFramePr>
          <p:nvPr/>
        </p:nvGraphicFramePr>
        <p:xfrm>
          <a:off x="3684525" y="678498"/>
          <a:ext cx="328613" cy="360362"/>
        </p:xfrm>
        <a:graphic>
          <a:graphicData uri="http://schemas.openxmlformats.org/presentationml/2006/ole">
            <mc:AlternateContent xmlns:mc="http://schemas.openxmlformats.org/markup-compatibility/2006">
              <mc:Choice xmlns:v="urn:schemas-microsoft-com:vml" Requires="v">
                <p:oleObj spid="_x0000_s75901" name="Equation" r:id="rId5" imgW="152280" imgH="164880" progId="Equation.DSMT4">
                  <p:embed/>
                </p:oleObj>
              </mc:Choice>
              <mc:Fallback>
                <p:oleObj name="Equation" r:id="rId5" imgW="152280" imgH="16488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84525" y="678498"/>
                        <a:ext cx="328613"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001" name="Object 57"/>
          <p:cNvGraphicFramePr>
            <a:graphicFrameLocks noChangeAspect="1"/>
          </p:cNvGraphicFramePr>
          <p:nvPr/>
        </p:nvGraphicFramePr>
        <p:xfrm>
          <a:off x="6405563" y="711200"/>
          <a:ext cx="400050" cy="401638"/>
        </p:xfrm>
        <a:graphic>
          <a:graphicData uri="http://schemas.openxmlformats.org/presentationml/2006/ole">
            <mc:AlternateContent xmlns:mc="http://schemas.openxmlformats.org/markup-compatibility/2006">
              <mc:Choice xmlns:v="urn:schemas-microsoft-com:vml" Requires="v">
                <p:oleObj spid="_x0000_s75902" name="Equation" r:id="rId7" imgW="203040" imgH="203040" progId="Equation.DSMT4">
                  <p:embed/>
                </p:oleObj>
              </mc:Choice>
              <mc:Fallback>
                <p:oleObj name="Equation" r:id="rId7" imgW="203040" imgH="203040" progId="Equation.DSMT4">
                  <p:embed/>
                  <p:pic>
                    <p:nvPicPr>
                      <p:cNvPr id="0" name="Object 5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05563" y="711200"/>
                        <a:ext cx="400050" cy="401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007" name="Object 63"/>
          <p:cNvGraphicFramePr>
            <a:graphicFrameLocks noChangeAspect="1"/>
          </p:cNvGraphicFramePr>
          <p:nvPr/>
        </p:nvGraphicFramePr>
        <p:xfrm>
          <a:off x="5027295" y="1085850"/>
          <a:ext cx="3143250" cy="469900"/>
        </p:xfrm>
        <a:graphic>
          <a:graphicData uri="http://schemas.openxmlformats.org/presentationml/2006/ole">
            <mc:AlternateContent xmlns:mc="http://schemas.openxmlformats.org/markup-compatibility/2006">
              <mc:Choice xmlns:v="urn:schemas-microsoft-com:vml" Requires="v">
                <p:oleObj spid="_x0000_s75903" name="Equation" r:id="rId9" imgW="1358640" imgH="203040" progId="Equation.DSMT4">
                  <p:embed/>
                </p:oleObj>
              </mc:Choice>
              <mc:Fallback>
                <p:oleObj name="Equation" r:id="rId9" imgW="1358640" imgH="203040" progId="Equation.DSMT4">
                  <p:embed/>
                  <p:pic>
                    <p:nvPicPr>
                      <p:cNvPr id="0" name="Object 6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27295" y="1085850"/>
                        <a:ext cx="314325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006" name="Object 62"/>
          <p:cNvGraphicFramePr>
            <a:graphicFrameLocks noChangeAspect="1"/>
          </p:cNvGraphicFramePr>
          <p:nvPr/>
        </p:nvGraphicFramePr>
        <p:xfrm>
          <a:off x="1544638" y="1395095"/>
          <a:ext cx="4732337" cy="1668463"/>
        </p:xfrm>
        <a:graphic>
          <a:graphicData uri="http://schemas.openxmlformats.org/presentationml/2006/ole">
            <mc:AlternateContent xmlns:mc="http://schemas.openxmlformats.org/markup-compatibility/2006">
              <mc:Choice xmlns:v="urn:schemas-microsoft-com:vml" Requires="v">
                <p:oleObj spid="_x0000_s75904" name="Equation" r:id="rId11" imgW="2171520" imgH="761760" progId="Equation.DSMT4">
                  <p:embed/>
                </p:oleObj>
              </mc:Choice>
              <mc:Fallback>
                <p:oleObj name="Equation" r:id="rId11" imgW="2171520" imgH="761760" progId="Equation.DSMT4">
                  <p:embed/>
                  <p:pic>
                    <p:nvPicPr>
                      <p:cNvPr id="0" name="Object 6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44638" y="1395095"/>
                        <a:ext cx="4732337" cy="166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004" name="Object 60"/>
          <p:cNvGraphicFramePr>
            <a:graphicFrameLocks noChangeAspect="1"/>
          </p:cNvGraphicFramePr>
          <p:nvPr/>
        </p:nvGraphicFramePr>
        <p:xfrm>
          <a:off x="1738948" y="1331595"/>
          <a:ext cx="2244725" cy="614363"/>
        </p:xfrm>
        <a:graphic>
          <a:graphicData uri="http://schemas.openxmlformats.org/presentationml/2006/ole">
            <mc:AlternateContent xmlns:mc="http://schemas.openxmlformats.org/markup-compatibility/2006">
              <mc:Choice xmlns:v="urn:schemas-microsoft-com:vml" Requires="v">
                <p:oleObj spid="_x0000_s75905" name="Equation" r:id="rId13" imgW="1066680" imgH="291960" progId="Equation.DSMT4">
                  <p:embed/>
                </p:oleObj>
              </mc:Choice>
              <mc:Fallback>
                <p:oleObj name="Equation" r:id="rId13" imgW="1066680" imgH="291960" progId="Equation.DSMT4">
                  <p:embed/>
                  <p:pic>
                    <p:nvPicPr>
                      <p:cNvPr id="0" name="Object 6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38948" y="1331595"/>
                        <a:ext cx="2244725" cy="614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005" name="Object 61"/>
          <p:cNvGraphicFramePr>
            <a:graphicFrameLocks noChangeAspect="1"/>
          </p:cNvGraphicFramePr>
          <p:nvPr/>
        </p:nvGraphicFramePr>
        <p:xfrm>
          <a:off x="1687195" y="1836738"/>
          <a:ext cx="4794250" cy="657225"/>
        </p:xfrm>
        <a:graphic>
          <a:graphicData uri="http://schemas.openxmlformats.org/presentationml/2006/ole">
            <mc:AlternateContent xmlns:mc="http://schemas.openxmlformats.org/markup-compatibility/2006">
              <mc:Choice xmlns:v="urn:schemas-microsoft-com:vml" Requires="v">
                <p:oleObj spid="_x0000_s75906" name="Equation" r:id="rId15" imgW="2603160" imgH="355320" progId="Equation.DSMT4">
                  <p:embed/>
                </p:oleObj>
              </mc:Choice>
              <mc:Fallback>
                <p:oleObj name="Equation" r:id="rId15" imgW="2603160" imgH="355320" progId="Equation.DSMT4">
                  <p:embed/>
                  <p:pic>
                    <p:nvPicPr>
                      <p:cNvPr id="0" name="Object 6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687195" y="1836738"/>
                        <a:ext cx="4794250" cy="65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16"/>
          <p:cNvSpPr txBox="1">
            <a:spLocks noChangeArrowheads="1"/>
          </p:cNvSpPr>
          <p:nvPr/>
        </p:nvSpPr>
        <p:spPr bwMode="auto">
          <a:xfrm>
            <a:off x="243840" y="3064751"/>
            <a:ext cx="8575040" cy="1477328"/>
          </a:xfrm>
          <a:prstGeom prst="rect">
            <a:avLst/>
          </a:prstGeom>
          <a:noFill/>
          <a:ln w="9525">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而且，要使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，只要                                                                              若对</a:t>
            </a:r>
            <a:r>
              <a:rPr lang="en-US" altLang="zh-CN" sz="2000" dirty="0" smtClean="0">
                <a:solidFill>
                  <a:schemeClr val="dk1"/>
                </a:solidFill>
                <a:latin typeface="Calibri" pitchFamily="34" charset="0"/>
                <a:ea typeface="宋体" pitchFamily="2" charset="-122"/>
                <a:sym typeface="Symbol" pitchFamily="18" charset="2"/>
              </a:rPr>
              <a:t>Romberg</a:t>
            </a:r>
            <a:r>
              <a:rPr lang="zh-CN" altLang="en-US" sz="2000" dirty="0" smtClean="0">
                <a:solidFill>
                  <a:schemeClr val="dk1"/>
                </a:solidFill>
                <a:latin typeface="Calibri" pitchFamily="34" charset="0"/>
                <a:ea typeface="宋体" pitchFamily="2" charset="-122"/>
                <a:sym typeface="Symbol" pitchFamily="18" charset="2"/>
              </a:rPr>
              <a:t>求积公式作组合也有</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4" name="Object 63"/>
          <p:cNvGraphicFramePr>
            <a:graphicFrameLocks noChangeAspect="1"/>
          </p:cNvGraphicFramePr>
          <p:nvPr/>
        </p:nvGraphicFramePr>
        <p:xfrm>
          <a:off x="1618615" y="3126423"/>
          <a:ext cx="1616075" cy="498475"/>
        </p:xfrm>
        <a:graphic>
          <a:graphicData uri="http://schemas.openxmlformats.org/presentationml/2006/ole">
            <mc:AlternateContent xmlns:mc="http://schemas.openxmlformats.org/markup-compatibility/2006">
              <mc:Choice xmlns:v="urn:schemas-microsoft-com:vml" Requires="v">
                <p:oleObj spid="_x0000_s75907" name="Equation" r:id="rId17" imgW="698400" imgH="215640" progId="Equation.DSMT4">
                  <p:embed/>
                </p:oleObj>
              </mc:Choice>
              <mc:Fallback>
                <p:oleObj name="Equation" r:id="rId17" imgW="698400" imgH="215640" progId="Equation.DSMT4">
                  <p:embed/>
                  <p:pic>
                    <p:nvPicPr>
                      <p:cNvPr id="0" name="Picture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18615" y="3126423"/>
                        <a:ext cx="1616075"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63"/>
          <p:cNvGraphicFramePr>
            <a:graphicFrameLocks noChangeAspect="1"/>
          </p:cNvGraphicFramePr>
          <p:nvPr/>
        </p:nvGraphicFramePr>
        <p:xfrm>
          <a:off x="3996690" y="3129598"/>
          <a:ext cx="4935538" cy="498475"/>
        </p:xfrm>
        <a:graphic>
          <a:graphicData uri="http://schemas.openxmlformats.org/presentationml/2006/ole">
            <mc:AlternateContent xmlns:mc="http://schemas.openxmlformats.org/markup-compatibility/2006">
              <mc:Choice xmlns:v="urn:schemas-microsoft-com:vml" Requires="v">
                <p:oleObj spid="_x0000_s75908" name="Equation" r:id="rId19" imgW="2133360" imgH="215640" progId="Equation.DSMT4">
                  <p:embed/>
                </p:oleObj>
              </mc:Choice>
              <mc:Fallback>
                <p:oleObj name="Equation" r:id="rId19" imgW="2133360" imgH="215640" progId="Equation.DSMT4">
                  <p:embed/>
                  <p:pic>
                    <p:nvPicPr>
                      <p:cNvPr id="0" name="Picture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996690" y="3129598"/>
                        <a:ext cx="4935538"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008" name="Object 64"/>
          <p:cNvGraphicFramePr>
            <a:graphicFrameLocks noChangeAspect="1"/>
          </p:cNvGraphicFramePr>
          <p:nvPr/>
        </p:nvGraphicFramePr>
        <p:xfrm>
          <a:off x="1663383" y="4023995"/>
          <a:ext cx="3581400" cy="695325"/>
        </p:xfrm>
        <a:graphic>
          <a:graphicData uri="http://schemas.openxmlformats.org/presentationml/2006/ole">
            <mc:AlternateContent xmlns:mc="http://schemas.openxmlformats.org/markup-compatibility/2006">
              <mc:Choice xmlns:v="urn:schemas-microsoft-com:vml" Requires="v">
                <p:oleObj spid="_x0000_s75909" name="Equation" r:id="rId21" imgW="1562040" imgH="304560" progId="Equation.DSMT4">
                  <p:embed/>
                </p:oleObj>
              </mc:Choice>
              <mc:Fallback>
                <p:oleObj name="Equation" r:id="rId21" imgW="1562040" imgH="304560" progId="Equation.DSMT4">
                  <p:embed/>
                  <p:pic>
                    <p:nvPicPr>
                      <p:cNvPr id="0" name="Object 6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663383" y="4023995"/>
                        <a:ext cx="3581400" cy="695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2999"/>
                                        </p:tgtEl>
                                        <p:attrNameLst>
                                          <p:attrName>style.visibility</p:attrName>
                                        </p:attrNameLst>
                                      </p:cBhvr>
                                      <p:to>
                                        <p:strVal val="visible"/>
                                      </p:to>
                                    </p:set>
                                    <p:animEffect transition="in" filter="blinds(horizontal)">
                                      <p:cBhvr>
                                        <p:cTn id="25" dur="500"/>
                                        <p:tgtEl>
                                          <p:spTgt spid="82999"/>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nodeType="withEffect">
                                  <p:stCondLst>
                                    <p:cond delay="0"/>
                                  </p:stCondLst>
                                  <p:childTnLst>
                                    <p:set>
                                      <p:cBhvr>
                                        <p:cTn id="30" dur="1" fill="hold">
                                          <p:stCondLst>
                                            <p:cond delay="0"/>
                                          </p:stCondLst>
                                        </p:cTn>
                                        <p:tgtEl>
                                          <p:spTgt spid="83001"/>
                                        </p:tgtEl>
                                        <p:attrNameLst>
                                          <p:attrName>style.visibility</p:attrName>
                                        </p:attrNameLst>
                                      </p:cBhvr>
                                      <p:to>
                                        <p:strVal val="visible"/>
                                      </p:to>
                                    </p:set>
                                    <p:animEffect transition="in" filter="blinds(horizontal)">
                                      <p:cBhvr>
                                        <p:cTn id="31" dur="500"/>
                                        <p:tgtEl>
                                          <p:spTgt spid="83001"/>
                                        </p:tgtEl>
                                      </p:cBhvr>
                                    </p:animEffect>
                                  </p:childTnLst>
                                </p:cTn>
                              </p:par>
                              <p:par>
                                <p:cTn id="32" presetID="3" presetClass="entr" presetSubtype="10" fill="hold" nodeType="withEffect">
                                  <p:stCondLst>
                                    <p:cond delay="0"/>
                                  </p:stCondLst>
                                  <p:childTnLst>
                                    <p:set>
                                      <p:cBhvr>
                                        <p:cTn id="33" dur="1" fill="hold">
                                          <p:stCondLst>
                                            <p:cond delay="0"/>
                                          </p:stCondLst>
                                        </p:cTn>
                                        <p:tgtEl>
                                          <p:spTgt spid="83007"/>
                                        </p:tgtEl>
                                        <p:attrNameLst>
                                          <p:attrName>style.visibility</p:attrName>
                                        </p:attrNameLst>
                                      </p:cBhvr>
                                      <p:to>
                                        <p:strVal val="visible"/>
                                      </p:to>
                                    </p:set>
                                    <p:animEffect transition="in" filter="blinds(horizontal)">
                                      <p:cBhvr>
                                        <p:cTn id="34" dur="500"/>
                                        <p:tgtEl>
                                          <p:spTgt spid="83007"/>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83006"/>
                                        </p:tgtEl>
                                        <p:attrNameLst>
                                          <p:attrName>style.visibility</p:attrName>
                                        </p:attrNameLst>
                                      </p:cBhvr>
                                      <p:to>
                                        <p:strVal val="visible"/>
                                      </p:to>
                                    </p:set>
                                    <p:animEffect transition="in" filter="blinds(horizontal)">
                                      <p:cBhvr>
                                        <p:cTn id="39" dur="500"/>
                                        <p:tgtEl>
                                          <p:spTgt spid="83006"/>
                                        </p:tgtEl>
                                      </p:cBhvr>
                                    </p:animEffect>
                                  </p:childTnLst>
                                </p:cTn>
                              </p:par>
                              <p:par>
                                <p:cTn id="40" presetID="3" presetClass="entr" presetSubtype="10" fill="hold" nodeType="withEffect">
                                  <p:stCondLst>
                                    <p:cond delay="0"/>
                                  </p:stCondLst>
                                  <p:childTnLst>
                                    <p:set>
                                      <p:cBhvr>
                                        <p:cTn id="41" dur="1" fill="hold">
                                          <p:stCondLst>
                                            <p:cond delay="0"/>
                                          </p:stCondLst>
                                        </p:cTn>
                                        <p:tgtEl>
                                          <p:spTgt spid="83004"/>
                                        </p:tgtEl>
                                        <p:attrNameLst>
                                          <p:attrName>style.visibility</p:attrName>
                                        </p:attrNameLst>
                                      </p:cBhvr>
                                      <p:to>
                                        <p:strVal val="visible"/>
                                      </p:to>
                                    </p:set>
                                    <p:animEffect transition="in" filter="blinds(horizontal)">
                                      <p:cBhvr>
                                        <p:cTn id="42" dur="500"/>
                                        <p:tgtEl>
                                          <p:spTgt spid="83004"/>
                                        </p:tgtEl>
                                      </p:cBhvr>
                                    </p:animEffect>
                                  </p:childTnLst>
                                </p:cTn>
                              </p:par>
                              <p:par>
                                <p:cTn id="43" presetID="3" presetClass="entr" presetSubtype="10" fill="hold" nodeType="withEffect">
                                  <p:stCondLst>
                                    <p:cond delay="0"/>
                                  </p:stCondLst>
                                  <p:childTnLst>
                                    <p:set>
                                      <p:cBhvr>
                                        <p:cTn id="44" dur="1" fill="hold">
                                          <p:stCondLst>
                                            <p:cond delay="0"/>
                                          </p:stCondLst>
                                        </p:cTn>
                                        <p:tgtEl>
                                          <p:spTgt spid="83005"/>
                                        </p:tgtEl>
                                        <p:attrNameLst>
                                          <p:attrName>style.visibility</p:attrName>
                                        </p:attrNameLst>
                                      </p:cBhvr>
                                      <p:to>
                                        <p:strVal val="visible"/>
                                      </p:to>
                                    </p:set>
                                    <p:animEffect transition="in" filter="blinds(horizontal)">
                                      <p:cBhvr>
                                        <p:cTn id="45" dur="500"/>
                                        <p:tgtEl>
                                          <p:spTgt spid="83005"/>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3"/>
                                        </p:tgtEl>
                                        <p:attrNameLst>
                                          <p:attrName>style.visibility</p:attrName>
                                        </p:attrNameLst>
                                      </p:cBhvr>
                                      <p:to>
                                        <p:strVal val="visible"/>
                                      </p:to>
                                    </p:set>
                                    <p:animEffect transition="in" filter="blinds(horizontal)">
                                      <p:cBhvr>
                                        <p:cTn id="50" dur="500"/>
                                        <p:tgtEl>
                                          <p:spTgt spid="13"/>
                                        </p:tgtEl>
                                      </p:cBhvr>
                                    </p:animEffect>
                                  </p:childTnLst>
                                </p:cTn>
                              </p:par>
                              <p:par>
                                <p:cTn id="51" presetID="3" presetClass="entr" presetSubtype="10" fill="hold" nodeType="with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blinds(horizontal)">
                                      <p:cBhvr>
                                        <p:cTn id="53" dur="500"/>
                                        <p:tgtEl>
                                          <p:spTgt spid="4"/>
                                        </p:tgtEl>
                                      </p:cBhvr>
                                    </p:animEffect>
                                  </p:childTnLst>
                                </p:cTn>
                              </p:par>
                              <p:par>
                                <p:cTn id="54" presetID="3" presetClass="entr" presetSubtype="10" fill="hold" nodeType="with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blinds(horizontal)">
                                      <p:cBhvr>
                                        <p:cTn id="56" dur="500"/>
                                        <p:tgtEl>
                                          <p:spTgt spid="6"/>
                                        </p:tgtEl>
                                      </p:cBhvr>
                                    </p:animEffect>
                                  </p:childTnLst>
                                </p:cTn>
                              </p:par>
                              <p:par>
                                <p:cTn id="57" presetID="3" presetClass="entr" presetSubtype="10" fill="hold" nodeType="withEffect">
                                  <p:stCondLst>
                                    <p:cond delay="0"/>
                                  </p:stCondLst>
                                  <p:childTnLst>
                                    <p:set>
                                      <p:cBhvr>
                                        <p:cTn id="58" dur="1" fill="hold">
                                          <p:stCondLst>
                                            <p:cond delay="0"/>
                                          </p:stCondLst>
                                        </p:cTn>
                                        <p:tgtEl>
                                          <p:spTgt spid="83008"/>
                                        </p:tgtEl>
                                        <p:attrNameLst>
                                          <p:attrName>style.visibility</p:attrName>
                                        </p:attrNameLst>
                                      </p:cBhvr>
                                      <p:to>
                                        <p:strVal val="visible"/>
                                      </p:to>
                                    </p:set>
                                    <p:animEffect transition="in" filter="blinds(horizontal)">
                                      <p:cBhvr>
                                        <p:cTn id="59" dur="500"/>
                                        <p:tgtEl>
                                          <p:spTgt spid="83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5" name="Text Box 8"/>
          <p:cNvSpPr txBox="1">
            <a:spLocks noChangeArrowheads="1"/>
          </p:cNvSpPr>
          <p:nvPr/>
        </p:nvSpPr>
        <p:spPr bwMode="auto">
          <a:xfrm>
            <a:off x="375920" y="607060"/>
            <a:ext cx="821944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实际计算可按下表顺序进行 </a:t>
            </a:r>
          </a:p>
        </p:txBody>
      </p:sp>
      <p:graphicFrame>
        <p:nvGraphicFramePr>
          <p:cNvPr id="6" name="Group 64"/>
          <p:cNvGraphicFramePr>
            <a:graphicFrameLocks noGrp="1"/>
          </p:cNvGraphicFramePr>
          <p:nvPr/>
        </p:nvGraphicFramePr>
        <p:xfrm>
          <a:off x="426721" y="1099820"/>
          <a:ext cx="8138159" cy="3512820"/>
        </p:xfrm>
        <a:graphic>
          <a:graphicData uri="http://schemas.openxmlformats.org/drawingml/2006/table">
            <a:tbl>
              <a:tblPr/>
              <a:tblGrid>
                <a:gridCol w="689676"/>
                <a:gridCol w="1517283"/>
                <a:gridCol w="1517283"/>
                <a:gridCol w="1517283"/>
                <a:gridCol w="1379351"/>
                <a:gridCol w="1517283"/>
              </a:tblGrid>
              <a:tr h="10409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smtClean="0">
                          <a:ln>
                            <a:noFill/>
                          </a:ln>
                          <a:solidFill>
                            <a:schemeClr val="tx1"/>
                          </a:solidFill>
                          <a:effectLst/>
                          <a:latin typeface="Times New Roman" pitchFamily="18" charset="0"/>
                          <a:ea typeface="宋体" pitchFamily="2" charset="-122"/>
                        </a:rPr>
                        <a:t>区间等分数</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zh-CN" altLang="en-US" sz="1800" b="0" i="0" u="none" strike="noStrike" cap="none" normalizeH="0" baseline="0" dirty="0" smtClean="0">
                          <a:ln>
                            <a:noFill/>
                          </a:ln>
                          <a:solidFill>
                            <a:schemeClr val="tx1"/>
                          </a:solidFill>
                          <a:effectLst/>
                          <a:latin typeface="Times New Roman" pitchFamily="18" charset="0"/>
                          <a:ea typeface="宋体" pitchFamily="2" charset="-122"/>
                        </a:rPr>
                        <a:t>梯形公式</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Simpson</a:t>
                      </a:r>
                      <a:r>
                        <a:rPr kumimoji="1" lang="zh-CN" altLang="en-US" sz="1800" b="0" i="0" u="none" strike="noStrike" cap="none" normalizeH="0" baseline="0" dirty="0" smtClean="0">
                          <a:ln>
                            <a:noFill/>
                          </a:ln>
                          <a:solidFill>
                            <a:schemeClr val="tx1"/>
                          </a:solidFill>
                          <a:effectLst/>
                          <a:latin typeface="Times New Roman" pitchFamily="18" charset="0"/>
                          <a:ea typeface="宋体" pitchFamily="2" charset="-122"/>
                        </a:rPr>
                        <a:t>公式</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Cotes</a:t>
                      </a:r>
                      <a:r>
                        <a:rPr kumimoji="1" lang="zh-CN" altLang="en-US" sz="1800" b="0" i="0" u="none" strike="noStrike" cap="none" normalizeH="0" baseline="0" dirty="0" smtClean="0">
                          <a:ln>
                            <a:noFill/>
                          </a:ln>
                          <a:solidFill>
                            <a:schemeClr val="tx1"/>
                          </a:solidFill>
                          <a:effectLst/>
                          <a:latin typeface="Times New Roman" pitchFamily="18" charset="0"/>
                          <a:ea typeface="宋体" pitchFamily="2" charset="-122"/>
                        </a:rPr>
                        <a:t>公式</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Romberg</a:t>
                      </a:r>
                      <a:r>
                        <a:rPr kumimoji="1" lang="zh-CN" altLang="en-US" sz="1800" b="0" i="0" u="none" strike="noStrike" cap="none" normalizeH="0" baseline="0" dirty="0" smtClean="0">
                          <a:ln>
                            <a:noFill/>
                          </a:ln>
                          <a:solidFill>
                            <a:schemeClr val="tx1"/>
                          </a:solidFill>
                          <a:effectLst/>
                          <a:latin typeface="Times New Roman" pitchFamily="18" charset="0"/>
                          <a:ea typeface="宋体" pitchFamily="2" charset="-122"/>
                        </a:rPr>
                        <a:t>公式</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4718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3</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4</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a:t>
                      </a: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4</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8</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16</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3007" name="Object 2"/>
          <p:cNvGraphicFramePr>
            <a:graphicFrameLocks noChangeAspect="1"/>
          </p:cNvGraphicFramePr>
          <p:nvPr/>
        </p:nvGraphicFramePr>
        <p:xfrm>
          <a:off x="616903" y="1405890"/>
          <a:ext cx="265112" cy="381000"/>
        </p:xfrm>
        <a:graphic>
          <a:graphicData uri="http://schemas.openxmlformats.org/presentationml/2006/ole">
            <mc:AlternateContent xmlns:mc="http://schemas.openxmlformats.org/markup-compatibility/2006">
              <mc:Choice xmlns:v="urn:schemas-microsoft-com:vml" Requires="v">
                <p:oleObj spid="_x0000_s77042" name="Equation" r:id="rId3" imgW="114120" imgH="164880" progId="Equation.DSMT4">
                  <p:embed/>
                </p:oleObj>
              </mc:Choice>
              <mc:Fallback>
                <p:oleObj name="Equation" r:id="rId3" imgW="114120" imgH="1648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6903" y="1405890"/>
                        <a:ext cx="26511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1458913" y="1527175"/>
          <a:ext cx="823912" cy="411163"/>
        </p:xfrm>
        <a:graphic>
          <a:graphicData uri="http://schemas.openxmlformats.org/presentationml/2006/ole">
            <mc:AlternateContent xmlns:mc="http://schemas.openxmlformats.org/markup-compatibility/2006">
              <mc:Choice xmlns:v="urn:schemas-microsoft-com:vml" Requires="v">
                <p:oleObj spid="_x0000_s77043" name="Equation" r:id="rId5" imgW="355320" imgH="177480" progId="Equation.DSMT4">
                  <p:embed/>
                </p:oleObj>
              </mc:Choice>
              <mc:Fallback>
                <p:oleObj name="Equation" r:id="rId5" imgW="355320" imgH="17748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58913" y="1527175"/>
                        <a:ext cx="823912"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3132138" y="1500505"/>
          <a:ext cx="530225" cy="469900"/>
        </p:xfrm>
        <a:graphic>
          <a:graphicData uri="http://schemas.openxmlformats.org/presentationml/2006/ole">
            <mc:AlternateContent xmlns:mc="http://schemas.openxmlformats.org/markup-compatibility/2006">
              <mc:Choice xmlns:v="urn:schemas-microsoft-com:vml" Requires="v">
                <p:oleObj spid="_x0000_s77044" name="Equation" r:id="rId7" imgW="228600" imgH="203040" progId="Equation.DSMT4">
                  <p:embed/>
                </p:oleObj>
              </mc:Choice>
              <mc:Fallback>
                <p:oleObj name="Equation" r:id="rId7" imgW="228600" imgH="2030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1500505"/>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5"/>
          <p:cNvGraphicFramePr>
            <a:graphicFrameLocks noChangeAspect="1"/>
          </p:cNvGraphicFramePr>
          <p:nvPr/>
        </p:nvGraphicFramePr>
        <p:xfrm>
          <a:off x="4601845" y="1502410"/>
          <a:ext cx="500063" cy="469900"/>
        </p:xfrm>
        <a:graphic>
          <a:graphicData uri="http://schemas.openxmlformats.org/presentationml/2006/ole">
            <mc:AlternateContent xmlns:mc="http://schemas.openxmlformats.org/markup-compatibility/2006">
              <mc:Choice xmlns:v="urn:schemas-microsoft-com:vml" Requires="v">
                <p:oleObj spid="_x0000_s77045" name="Equation" r:id="rId9" imgW="215640" imgH="203040" progId="Equation.DSMT4">
                  <p:embed/>
                </p:oleObj>
              </mc:Choice>
              <mc:Fallback>
                <p:oleObj name="Equation" r:id="rId9" imgW="215640" imgH="20304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601845" y="1502410"/>
                        <a:ext cx="50006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6213158" y="1543050"/>
          <a:ext cx="530225" cy="469900"/>
        </p:xfrm>
        <a:graphic>
          <a:graphicData uri="http://schemas.openxmlformats.org/presentationml/2006/ole">
            <mc:AlternateContent xmlns:mc="http://schemas.openxmlformats.org/markup-compatibility/2006">
              <mc:Choice xmlns:v="urn:schemas-microsoft-com:vml" Requires="v">
                <p:oleObj spid="_x0000_s77046" name="Equation" r:id="rId11" imgW="228600" imgH="203040" progId="Equation.DSMT4">
                  <p:embed/>
                </p:oleObj>
              </mc:Choice>
              <mc:Fallback>
                <p:oleObj name="Equation" r:id="rId11" imgW="228600" imgH="20304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213158" y="1543050"/>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7533958" y="1502410"/>
          <a:ext cx="530225" cy="469900"/>
        </p:xfrm>
        <a:graphic>
          <a:graphicData uri="http://schemas.openxmlformats.org/presentationml/2006/ole">
            <mc:AlternateContent xmlns:mc="http://schemas.openxmlformats.org/markup-compatibility/2006">
              <mc:Choice xmlns:v="urn:schemas-microsoft-com:vml" Requires="v">
                <p:oleObj spid="_x0000_s77047" name="Equation" r:id="rId13" imgW="228600" imgH="203040" progId="Equation.DSMT4">
                  <p:embed/>
                </p:oleObj>
              </mc:Choice>
              <mc:Fallback>
                <p:oleObj name="Equation" r:id="rId13" imgW="228600" imgH="20304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33958" y="1502410"/>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3124518" y="2122488"/>
          <a:ext cx="530225" cy="469900"/>
        </p:xfrm>
        <a:graphic>
          <a:graphicData uri="http://schemas.openxmlformats.org/presentationml/2006/ole">
            <mc:AlternateContent xmlns:mc="http://schemas.openxmlformats.org/markup-compatibility/2006">
              <mc:Choice xmlns:v="urn:schemas-microsoft-com:vml" Requires="v">
                <p:oleObj spid="_x0000_s77048" name="Equation" r:id="rId15" imgW="228600" imgH="203040" progId="Equation.DSMT4">
                  <p:embed/>
                </p:oleObj>
              </mc:Choice>
              <mc:Fallback>
                <p:oleObj name="Equation" r:id="rId15" imgW="228600" imgH="20304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124518" y="2122488"/>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9"/>
          <p:cNvGraphicFramePr>
            <a:graphicFrameLocks noChangeAspect="1"/>
          </p:cNvGraphicFramePr>
          <p:nvPr/>
        </p:nvGraphicFramePr>
        <p:xfrm>
          <a:off x="3096895" y="2520633"/>
          <a:ext cx="530225" cy="469900"/>
        </p:xfrm>
        <a:graphic>
          <a:graphicData uri="http://schemas.openxmlformats.org/presentationml/2006/ole">
            <mc:AlternateContent xmlns:mc="http://schemas.openxmlformats.org/markup-compatibility/2006">
              <mc:Choice xmlns:v="urn:schemas-microsoft-com:vml" Requires="v">
                <p:oleObj spid="_x0000_s77049" name="Equation" r:id="rId17" imgW="228600" imgH="203040" progId="Equation.DSMT4">
                  <p:embed/>
                </p:oleObj>
              </mc:Choice>
              <mc:Fallback>
                <p:oleObj name="Equation" r:id="rId17" imgW="228600" imgH="203040" progId="Equation.DSMT4">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96895" y="2520633"/>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3098800" y="2899093"/>
          <a:ext cx="530225" cy="469900"/>
        </p:xfrm>
        <a:graphic>
          <a:graphicData uri="http://schemas.openxmlformats.org/presentationml/2006/ole">
            <mc:AlternateContent xmlns:mc="http://schemas.openxmlformats.org/markup-compatibility/2006">
              <mc:Choice xmlns:v="urn:schemas-microsoft-com:vml" Requires="v">
                <p:oleObj spid="_x0000_s77050" name="Equation" r:id="rId19" imgW="228600" imgH="203040" progId="Equation.DSMT4">
                  <p:embed/>
                </p:oleObj>
              </mc:Choice>
              <mc:Fallback>
                <p:oleObj name="Equation" r:id="rId19" imgW="228600" imgH="203040" progId="Equation.DSMT4">
                  <p:embed/>
                  <p:pic>
                    <p:nvPicPr>
                      <p:cNvPr id="0" name="Picture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098800" y="2899093"/>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1"/>
          <p:cNvGraphicFramePr>
            <a:graphicFrameLocks noChangeAspect="1"/>
          </p:cNvGraphicFramePr>
          <p:nvPr/>
        </p:nvGraphicFramePr>
        <p:xfrm>
          <a:off x="3112135" y="3247073"/>
          <a:ext cx="530225" cy="469900"/>
        </p:xfrm>
        <a:graphic>
          <a:graphicData uri="http://schemas.openxmlformats.org/presentationml/2006/ole">
            <mc:AlternateContent xmlns:mc="http://schemas.openxmlformats.org/markup-compatibility/2006">
              <mc:Choice xmlns:v="urn:schemas-microsoft-com:vml" Requires="v">
                <p:oleObj spid="_x0000_s77051" name="Equation" r:id="rId21" imgW="228600" imgH="203040" progId="Equation.DSMT4">
                  <p:embed/>
                </p:oleObj>
              </mc:Choice>
              <mc:Fallback>
                <p:oleObj name="Equation" r:id="rId21" imgW="228600" imgH="203040" progId="Equation.DSMT4">
                  <p:embed/>
                  <p:pic>
                    <p:nvPicPr>
                      <p:cNvPr id="0" name="Picture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12135" y="3247073"/>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2"/>
          <p:cNvGraphicFramePr>
            <a:graphicFrameLocks noChangeAspect="1"/>
          </p:cNvGraphicFramePr>
          <p:nvPr/>
        </p:nvGraphicFramePr>
        <p:xfrm>
          <a:off x="3142615" y="3582353"/>
          <a:ext cx="530225" cy="469900"/>
        </p:xfrm>
        <a:graphic>
          <a:graphicData uri="http://schemas.openxmlformats.org/presentationml/2006/ole">
            <mc:AlternateContent xmlns:mc="http://schemas.openxmlformats.org/markup-compatibility/2006">
              <mc:Choice xmlns:v="urn:schemas-microsoft-com:vml" Requires="v">
                <p:oleObj spid="_x0000_s77052" name="Equation" r:id="rId23" imgW="228600" imgH="203040" progId="Equation.DSMT4">
                  <p:embed/>
                </p:oleObj>
              </mc:Choice>
              <mc:Fallback>
                <p:oleObj name="Equation" r:id="rId23" imgW="228600" imgH="203040" progId="Equation.DSMT4">
                  <p:embed/>
                  <p:pic>
                    <p:nvPicPr>
                      <p:cNvPr id="0" name="Picture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42615" y="3582353"/>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3"/>
          <p:cNvGraphicFramePr>
            <a:graphicFrameLocks noChangeAspect="1"/>
          </p:cNvGraphicFramePr>
          <p:nvPr/>
        </p:nvGraphicFramePr>
        <p:xfrm>
          <a:off x="4635183" y="2540635"/>
          <a:ext cx="500062" cy="469900"/>
        </p:xfrm>
        <a:graphic>
          <a:graphicData uri="http://schemas.openxmlformats.org/presentationml/2006/ole">
            <mc:AlternateContent xmlns:mc="http://schemas.openxmlformats.org/markup-compatibility/2006">
              <mc:Choice xmlns:v="urn:schemas-microsoft-com:vml" Requires="v">
                <p:oleObj spid="_x0000_s77053" name="Equation" r:id="rId25" imgW="215640" imgH="203040" progId="Equation.DSMT4">
                  <p:embed/>
                </p:oleObj>
              </mc:Choice>
              <mc:Fallback>
                <p:oleObj name="Equation" r:id="rId25" imgW="215640" imgH="203040" progId="Equation.DSMT4">
                  <p:embed/>
                  <p:pic>
                    <p:nvPicPr>
                      <p:cNvPr id="0" name="Picture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635183" y="2540635"/>
                        <a:ext cx="500062"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4"/>
          <p:cNvGraphicFramePr>
            <a:graphicFrameLocks noChangeAspect="1"/>
          </p:cNvGraphicFramePr>
          <p:nvPr/>
        </p:nvGraphicFramePr>
        <p:xfrm>
          <a:off x="4597718" y="2878455"/>
          <a:ext cx="500062" cy="469900"/>
        </p:xfrm>
        <a:graphic>
          <a:graphicData uri="http://schemas.openxmlformats.org/presentationml/2006/ole">
            <mc:AlternateContent xmlns:mc="http://schemas.openxmlformats.org/markup-compatibility/2006">
              <mc:Choice xmlns:v="urn:schemas-microsoft-com:vml" Requires="v">
                <p:oleObj spid="_x0000_s77054" name="Equation" r:id="rId27" imgW="215640" imgH="203040" progId="Equation.DSMT4">
                  <p:embed/>
                </p:oleObj>
              </mc:Choice>
              <mc:Fallback>
                <p:oleObj name="Equation" r:id="rId27" imgW="215640" imgH="203040" progId="Equation.DSMT4">
                  <p:embed/>
                  <p:pic>
                    <p:nvPicPr>
                      <p:cNvPr id="0" name="Picture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597718" y="2878455"/>
                        <a:ext cx="500062"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5"/>
          <p:cNvGraphicFramePr>
            <a:graphicFrameLocks noChangeAspect="1"/>
          </p:cNvGraphicFramePr>
          <p:nvPr/>
        </p:nvGraphicFramePr>
        <p:xfrm>
          <a:off x="4618038" y="3213735"/>
          <a:ext cx="500062" cy="469900"/>
        </p:xfrm>
        <a:graphic>
          <a:graphicData uri="http://schemas.openxmlformats.org/presentationml/2006/ole">
            <mc:AlternateContent xmlns:mc="http://schemas.openxmlformats.org/markup-compatibility/2006">
              <mc:Choice xmlns:v="urn:schemas-microsoft-com:vml" Requires="v">
                <p:oleObj spid="_x0000_s77055" name="Equation" r:id="rId29" imgW="215640" imgH="203040" progId="Equation.DSMT4">
                  <p:embed/>
                </p:oleObj>
              </mc:Choice>
              <mc:Fallback>
                <p:oleObj name="Equation" r:id="rId29" imgW="215640" imgH="203040" progId="Equation.DSMT4">
                  <p:embed/>
                  <p:pic>
                    <p:nvPicPr>
                      <p:cNvPr id="0" name="Picture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618038" y="3213735"/>
                        <a:ext cx="500062"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6"/>
          <p:cNvGraphicFramePr>
            <a:graphicFrameLocks noChangeAspect="1"/>
          </p:cNvGraphicFramePr>
          <p:nvPr/>
        </p:nvGraphicFramePr>
        <p:xfrm>
          <a:off x="4640898" y="3561715"/>
          <a:ext cx="500062" cy="469900"/>
        </p:xfrm>
        <a:graphic>
          <a:graphicData uri="http://schemas.openxmlformats.org/presentationml/2006/ole">
            <mc:AlternateContent xmlns:mc="http://schemas.openxmlformats.org/markup-compatibility/2006">
              <mc:Choice xmlns:v="urn:schemas-microsoft-com:vml" Requires="v">
                <p:oleObj spid="_x0000_s77056" name="Equation" r:id="rId31" imgW="215640" imgH="203040" progId="Equation.DSMT4">
                  <p:embed/>
                </p:oleObj>
              </mc:Choice>
              <mc:Fallback>
                <p:oleObj name="Equation" r:id="rId31" imgW="215640" imgH="203040" progId="Equation.DSMT4">
                  <p:embed/>
                  <p:pic>
                    <p:nvPicPr>
                      <p:cNvPr id="0" name="Picture 1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640898" y="3561715"/>
                        <a:ext cx="500062"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7"/>
          <p:cNvGraphicFramePr>
            <a:graphicFrameLocks noChangeAspect="1"/>
          </p:cNvGraphicFramePr>
          <p:nvPr/>
        </p:nvGraphicFramePr>
        <p:xfrm>
          <a:off x="6094413" y="2897505"/>
          <a:ext cx="530225" cy="469900"/>
        </p:xfrm>
        <a:graphic>
          <a:graphicData uri="http://schemas.openxmlformats.org/presentationml/2006/ole">
            <mc:AlternateContent xmlns:mc="http://schemas.openxmlformats.org/markup-compatibility/2006">
              <mc:Choice xmlns:v="urn:schemas-microsoft-com:vml" Requires="v">
                <p:oleObj spid="_x0000_s77057" name="Equation" r:id="rId33" imgW="228600" imgH="203040" progId="Equation.DSMT4">
                  <p:embed/>
                </p:oleObj>
              </mc:Choice>
              <mc:Fallback>
                <p:oleObj name="Equation" r:id="rId33" imgW="228600" imgH="203040" progId="Equation.DSMT4">
                  <p:embed/>
                  <p:pic>
                    <p:nvPicPr>
                      <p:cNvPr id="0" name="Picture 1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094413" y="2897505"/>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8"/>
          <p:cNvGraphicFramePr>
            <a:graphicFrameLocks noChangeAspect="1"/>
          </p:cNvGraphicFramePr>
          <p:nvPr/>
        </p:nvGraphicFramePr>
        <p:xfrm>
          <a:off x="6096953" y="3234690"/>
          <a:ext cx="530225" cy="469900"/>
        </p:xfrm>
        <a:graphic>
          <a:graphicData uri="http://schemas.openxmlformats.org/presentationml/2006/ole">
            <mc:AlternateContent xmlns:mc="http://schemas.openxmlformats.org/markup-compatibility/2006">
              <mc:Choice xmlns:v="urn:schemas-microsoft-com:vml" Requires="v">
                <p:oleObj spid="_x0000_s77058" name="Equation" r:id="rId35" imgW="228600" imgH="203040" progId="Equation.DSMT4">
                  <p:embed/>
                </p:oleObj>
              </mc:Choice>
              <mc:Fallback>
                <p:oleObj name="Equation" r:id="rId35" imgW="228600" imgH="203040" progId="Equation.DSMT4">
                  <p:embed/>
                  <p:pic>
                    <p:nvPicPr>
                      <p:cNvPr id="0" name="Picture 18"/>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096953" y="3234690"/>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9"/>
          <p:cNvGraphicFramePr>
            <a:graphicFrameLocks noChangeAspect="1"/>
          </p:cNvGraphicFramePr>
          <p:nvPr/>
        </p:nvGraphicFramePr>
        <p:xfrm>
          <a:off x="6120130" y="3562985"/>
          <a:ext cx="530225" cy="469900"/>
        </p:xfrm>
        <a:graphic>
          <a:graphicData uri="http://schemas.openxmlformats.org/presentationml/2006/ole">
            <mc:AlternateContent xmlns:mc="http://schemas.openxmlformats.org/markup-compatibility/2006">
              <mc:Choice xmlns:v="urn:schemas-microsoft-com:vml" Requires="v">
                <p:oleObj spid="_x0000_s77059" name="Equation" r:id="rId37" imgW="228600" imgH="203040" progId="Equation.DSMT4">
                  <p:embed/>
                </p:oleObj>
              </mc:Choice>
              <mc:Fallback>
                <p:oleObj name="Equation" r:id="rId37" imgW="228600" imgH="203040" progId="Equation.DSMT4">
                  <p:embed/>
                  <p:pic>
                    <p:nvPicPr>
                      <p:cNvPr id="0" name="Picture 1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120130" y="3562985"/>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0"/>
          <p:cNvGraphicFramePr>
            <a:graphicFrameLocks noChangeAspect="1"/>
          </p:cNvGraphicFramePr>
          <p:nvPr/>
        </p:nvGraphicFramePr>
        <p:xfrm>
          <a:off x="7526655" y="3180715"/>
          <a:ext cx="530225" cy="469900"/>
        </p:xfrm>
        <a:graphic>
          <a:graphicData uri="http://schemas.openxmlformats.org/presentationml/2006/ole">
            <mc:AlternateContent xmlns:mc="http://schemas.openxmlformats.org/markup-compatibility/2006">
              <mc:Choice xmlns:v="urn:schemas-microsoft-com:vml" Requires="v">
                <p:oleObj spid="_x0000_s77060" name="Equation" r:id="rId39" imgW="228600" imgH="203040" progId="Equation.DSMT4">
                  <p:embed/>
                </p:oleObj>
              </mc:Choice>
              <mc:Fallback>
                <p:oleObj name="Equation" r:id="rId39" imgW="228600" imgH="203040" progId="Equation.DSMT4">
                  <p:embed/>
                  <p:pic>
                    <p:nvPicPr>
                      <p:cNvPr id="0" name="Picture 20"/>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7526655" y="3180715"/>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1"/>
          <p:cNvGraphicFramePr>
            <a:graphicFrameLocks noChangeAspect="1"/>
          </p:cNvGraphicFramePr>
          <p:nvPr/>
        </p:nvGraphicFramePr>
        <p:xfrm>
          <a:off x="7546077" y="3519553"/>
          <a:ext cx="530225" cy="469900"/>
        </p:xfrm>
        <a:graphic>
          <a:graphicData uri="http://schemas.openxmlformats.org/presentationml/2006/ole">
            <mc:AlternateContent xmlns:mc="http://schemas.openxmlformats.org/markup-compatibility/2006">
              <mc:Choice xmlns:v="urn:schemas-microsoft-com:vml" Requires="v">
                <p:oleObj spid="_x0000_s77061" name="Equation" r:id="rId41" imgW="228600" imgH="203040" progId="Equation.DSMT4">
                  <p:embed/>
                </p:oleObj>
              </mc:Choice>
              <mc:Fallback>
                <p:oleObj name="Equation" r:id="rId41" imgW="228600" imgH="203040" progId="Equation.DSMT4">
                  <p:embed/>
                  <p:pic>
                    <p:nvPicPr>
                      <p:cNvPr id="0" name="Picture 2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7546077" y="3519553"/>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par>
                                <p:cTn id="28" presetID="3" presetClass="entr" presetSubtype="10" fill="hold" nodeType="withEffect">
                                  <p:stCondLst>
                                    <p:cond delay="0"/>
                                  </p:stCondLst>
                                  <p:childTnLst>
                                    <p:set>
                                      <p:cBhvr>
                                        <p:cTn id="29" dur="1" fill="hold">
                                          <p:stCondLst>
                                            <p:cond delay="0"/>
                                          </p:stCondLst>
                                        </p:cTn>
                                        <p:tgtEl>
                                          <p:spTgt spid="83007"/>
                                        </p:tgtEl>
                                        <p:attrNameLst>
                                          <p:attrName>style.visibility</p:attrName>
                                        </p:attrNameLst>
                                      </p:cBhvr>
                                      <p:to>
                                        <p:strVal val="visible"/>
                                      </p:to>
                                    </p:set>
                                    <p:animEffect transition="in" filter="blinds(horizontal)">
                                      <p:cBhvr>
                                        <p:cTn id="30" dur="500"/>
                                        <p:tgtEl>
                                          <p:spTgt spid="83007"/>
                                        </p:tgtEl>
                                      </p:cBhvr>
                                    </p:animEffect>
                                  </p:childTnLst>
                                </p:cTn>
                              </p:par>
                              <p:par>
                                <p:cTn id="31" presetID="3" presetClass="entr" presetSubtype="1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par>
                                <p:cTn id="34" presetID="3" presetClass="entr" presetSubtype="1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par>
                                <p:cTn id="37" presetID="3" presetClass="entr" presetSubtype="10" fill="hold" nodeType="with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blinds(horizontal)">
                                      <p:cBhvr>
                                        <p:cTn id="39" dur="500"/>
                                        <p:tgtEl>
                                          <p:spTgt spid="4"/>
                                        </p:tgtEl>
                                      </p:cBhvr>
                                    </p:animEffect>
                                  </p:childTnLst>
                                </p:cTn>
                              </p:par>
                              <p:par>
                                <p:cTn id="40" presetID="3" presetClass="entr" presetSubtype="10"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par>
                                <p:cTn id="43" presetID="3" presetClass="entr" presetSubtype="10" fill="hold" nodeType="withEffect">
                                  <p:stCondLst>
                                    <p:cond delay="0"/>
                                  </p:stCondLst>
                                  <p:childTnLst>
                                    <p:set>
                                      <p:cBhvr>
                                        <p:cTn id="44" dur="1" fill="hold">
                                          <p:stCondLst>
                                            <p:cond delay="0"/>
                                          </p:stCondLst>
                                        </p:cTn>
                                        <p:tgtEl>
                                          <p:spTgt spid="8"/>
                                        </p:tgtEl>
                                        <p:attrNameLst>
                                          <p:attrName>style.visibility</p:attrName>
                                        </p:attrNameLst>
                                      </p:cBhvr>
                                      <p:to>
                                        <p:strVal val="visible"/>
                                      </p:to>
                                    </p:set>
                                    <p:animEffect transition="in" filter="blinds(horizontal)">
                                      <p:cBhvr>
                                        <p:cTn id="45" dur="500"/>
                                        <p:tgtEl>
                                          <p:spTgt spid="8"/>
                                        </p:tgtEl>
                                      </p:cBhvr>
                                    </p:animEffect>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nodeType="clickEffect">
                                  <p:stCondLst>
                                    <p:cond delay="0"/>
                                  </p:stCondLst>
                                  <p:childTnLst>
                                    <p:set>
                                      <p:cBhvr>
                                        <p:cTn id="49" dur="1" fill="hold">
                                          <p:stCondLst>
                                            <p:cond delay="0"/>
                                          </p:stCondLst>
                                        </p:cTn>
                                        <p:tgtEl>
                                          <p:spTgt spid="9"/>
                                        </p:tgtEl>
                                        <p:attrNameLst>
                                          <p:attrName>style.visibility</p:attrName>
                                        </p:attrNameLst>
                                      </p:cBhvr>
                                      <p:to>
                                        <p:strVal val="visible"/>
                                      </p:to>
                                    </p:set>
                                    <p:animEffect transition="in" filter="blinds(horizontal)">
                                      <p:cBhvr>
                                        <p:cTn id="50" dur="500"/>
                                        <p:tgtEl>
                                          <p:spTgt spid="9"/>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nodeType="clickEffect">
                                  <p:stCondLst>
                                    <p:cond delay="0"/>
                                  </p:stCondLst>
                                  <p:childTnLst>
                                    <p:set>
                                      <p:cBhvr>
                                        <p:cTn id="54" dur="1" fill="hold">
                                          <p:stCondLst>
                                            <p:cond delay="0"/>
                                          </p:stCondLst>
                                        </p:cTn>
                                        <p:tgtEl>
                                          <p:spTgt spid="10"/>
                                        </p:tgtEl>
                                        <p:attrNameLst>
                                          <p:attrName>style.visibility</p:attrName>
                                        </p:attrNameLst>
                                      </p:cBhvr>
                                      <p:to>
                                        <p:strVal val="visible"/>
                                      </p:to>
                                    </p:set>
                                    <p:animEffect transition="in" filter="blinds(horizontal)">
                                      <p:cBhvr>
                                        <p:cTn id="55" dur="500"/>
                                        <p:tgtEl>
                                          <p:spTgt spid="10"/>
                                        </p:tgtEl>
                                      </p:cBhvr>
                                    </p:animEffect>
                                  </p:childTnLst>
                                </p:cTn>
                              </p:par>
                            </p:childTnLst>
                          </p:cTn>
                        </p:par>
                      </p:childTnLst>
                    </p:cTn>
                  </p:par>
                  <p:par>
                    <p:cTn id="56" fill="hold">
                      <p:stCondLst>
                        <p:cond delay="indefinite"/>
                      </p:stCondLst>
                      <p:childTnLst>
                        <p:par>
                          <p:cTn id="57" fill="hold">
                            <p:stCondLst>
                              <p:cond delay="0"/>
                            </p:stCondLst>
                            <p:childTnLst>
                              <p:par>
                                <p:cTn id="58" presetID="3" presetClass="entr" presetSubtype="10" fill="hold" nodeType="click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blinds(horizontal)">
                                      <p:cBhvr>
                                        <p:cTn id="60" dur="500"/>
                                        <p:tgtEl>
                                          <p:spTgt spid="11"/>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12"/>
                                        </p:tgtEl>
                                        <p:attrNameLst>
                                          <p:attrName>style.visibility</p:attrName>
                                        </p:attrNameLst>
                                      </p:cBhvr>
                                      <p:to>
                                        <p:strVal val="visible"/>
                                      </p:to>
                                    </p:set>
                                    <p:animEffect transition="in" filter="blinds(horizontal)">
                                      <p:cBhvr>
                                        <p:cTn id="65" dur="500"/>
                                        <p:tgtEl>
                                          <p:spTgt spid="12"/>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nodeType="clickEffect">
                                  <p:stCondLst>
                                    <p:cond delay="0"/>
                                  </p:stCondLst>
                                  <p:childTnLst>
                                    <p:set>
                                      <p:cBhvr>
                                        <p:cTn id="69" dur="1" fill="hold">
                                          <p:stCondLst>
                                            <p:cond delay="0"/>
                                          </p:stCondLst>
                                        </p:cTn>
                                        <p:tgtEl>
                                          <p:spTgt spid="13"/>
                                        </p:tgtEl>
                                        <p:attrNameLst>
                                          <p:attrName>style.visibility</p:attrName>
                                        </p:attrNameLst>
                                      </p:cBhvr>
                                      <p:to>
                                        <p:strVal val="visible"/>
                                      </p:to>
                                    </p:set>
                                    <p:animEffect transition="in" filter="blinds(horizontal)">
                                      <p:cBhvr>
                                        <p:cTn id="70" dur="500"/>
                                        <p:tgtEl>
                                          <p:spTgt spid="13"/>
                                        </p:tgtEl>
                                      </p:cBhvr>
                                    </p:animEffect>
                                  </p:childTnLst>
                                </p:cTn>
                              </p:par>
                            </p:childTnLst>
                          </p:cTn>
                        </p:par>
                      </p:childTnLst>
                    </p:cTn>
                  </p:par>
                  <p:par>
                    <p:cTn id="71" fill="hold">
                      <p:stCondLst>
                        <p:cond delay="indefinite"/>
                      </p:stCondLst>
                      <p:childTnLst>
                        <p:par>
                          <p:cTn id="72" fill="hold">
                            <p:stCondLst>
                              <p:cond delay="0"/>
                            </p:stCondLst>
                            <p:childTnLst>
                              <p:par>
                                <p:cTn id="73" presetID="3" presetClass="entr" presetSubtype="10" fill="hold"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blinds(horizontal)">
                                      <p:cBhvr>
                                        <p:cTn id="75" dur="500"/>
                                        <p:tgtEl>
                                          <p:spTgt spid="17"/>
                                        </p:tgtEl>
                                      </p:cBhvr>
                                    </p:animEffect>
                                  </p:childTnLst>
                                </p:cTn>
                              </p:par>
                            </p:childTnLst>
                          </p:cTn>
                        </p:par>
                      </p:childTnLst>
                    </p:cTn>
                  </p:par>
                  <p:par>
                    <p:cTn id="76" fill="hold">
                      <p:stCondLst>
                        <p:cond delay="indefinite"/>
                      </p:stCondLst>
                      <p:childTnLst>
                        <p:par>
                          <p:cTn id="77" fill="hold">
                            <p:stCondLst>
                              <p:cond delay="0"/>
                            </p:stCondLst>
                            <p:childTnLst>
                              <p:par>
                                <p:cTn id="78" presetID="3" presetClass="entr" presetSubtype="10" fill="hold" nodeType="click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blinds(horizontal)">
                                      <p:cBhvr>
                                        <p:cTn id="80" dur="500"/>
                                        <p:tgtEl>
                                          <p:spTgt spid="18"/>
                                        </p:tgtEl>
                                      </p:cBhvr>
                                    </p:animEffect>
                                  </p:childTnLst>
                                </p:cTn>
                              </p:par>
                            </p:childTnLst>
                          </p:cTn>
                        </p:par>
                      </p:childTnLst>
                    </p:cTn>
                  </p:par>
                  <p:par>
                    <p:cTn id="81" fill="hold">
                      <p:stCondLst>
                        <p:cond delay="indefinite"/>
                      </p:stCondLst>
                      <p:childTnLst>
                        <p:par>
                          <p:cTn id="82" fill="hold">
                            <p:stCondLst>
                              <p:cond delay="0"/>
                            </p:stCondLst>
                            <p:childTnLst>
                              <p:par>
                                <p:cTn id="83" presetID="3" presetClass="entr" presetSubtype="10" fill="hold" nodeType="clickEffect">
                                  <p:stCondLst>
                                    <p:cond delay="0"/>
                                  </p:stCondLst>
                                  <p:childTnLst>
                                    <p:set>
                                      <p:cBhvr>
                                        <p:cTn id="84" dur="1" fill="hold">
                                          <p:stCondLst>
                                            <p:cond delay="0"/>
                                          </p:stCondLst>
                                        </p:cTn>
                                        <p:tgtEl>
                                          <p:spTgt spid="19"/>
                                        </p:tgtEl>
                                        <p:attrNameLst>
                                          <p:attrName>style.visibility</p:attrName>
                                        </p:attrNameLst>
                                      </p:cBhvr>
                                      <p:to>
                                        <p:strVal val="visible"/>
                                      </p:to>
                                    </p:set>
                                    <p:animEffect transition="in" filter="blinds(horizontal)">
                                      <p:cBhvr>
                                        <p:cTn id="85" dur="500"/>
                                        <p:tgtEl>
                                          <p:spTgt spid="19"/>
                                        </p:tgtEl>
                                      </p:cBhvr>
                                    </p:animEffect>
                                  </p:childTnLst>
                                </p:cTn>
                              </p:par>
                            </p:childTnLst>
                          </p:cTn>
                        </p:par>
                      </p:childTnLst>
                    </p:cTn>
                  </p:par>
                  <p:par>
                    <p:cTn id="86" fill="hold">
                      <p:stCondLst>
                        <p:cond delay="indefinite"/>
                      </p:stCondLst>
                      <p:childTnLst>
                        <p:par>
                          <p:cTn id="87" fill="hold">
                            <p:stCondLst>
                              <p:cond delay="0"/>
                            </p:stCondLst>
                            <p:childTnLst>
                              <p:par>
                                <p:cTn id="88" presetID="3" presetClass="entr" presetSubtype="10" fill="hold" nodeType="clickEffect">
                                  <p:stCondLst>
                                    <p:cond delay="0"/>
                                  </p:stCondLst>
                                  <p:childTnLst>
                                    <p:set>
                                      <p:cBhvr>
                                        <p:cTn id="89" dur="1" fill="hold">
                                          <p:stCondLst>
                                            <p:cond delay="0"/>
                                          </p:stCondLst>
                                        </p:cTn>
                                        <p:tgtEl>
                                          <p:spTgt spid="20"/>
                                        </p:tgtEl>
                                        <p:attrNameLst>
                                          <p:attrName>style.visibility</p:attrName>
                                        </p:attrNameLst>
                                      </p:cBhvr>
                                      <p:to>
                                        <p:strVal val="visible"/>
                                      </p:to>
                                    </p:set>
                                    <p:animEffect transition="in" filter="blinds(horizontal)">
                                      <p:cBhvr>
                                        <p:cTn id="90" dur="500"/>
                                        <p:tgtEl>
                                          <p:spTgt spid="20"/>
                                        </p:tgtEl>
                                      </p:cBhvr>
                                    </p:animEffect>
                                  </p:childTnLst>
                                </p:cTn>
                              </p:par>
                            </p:childTnLst>
                          </p:cTn>
                        </p:par>
                      </p:childTnLst>
                    </p:cTn>
                  </p:par>
                  <p:par>
                    <p:cTn id="91" fill="hold">
                      <p:stCondLst>
                        <p:cond delay="indefinite"/>
                      </p:stCondLst>
                      <p:childTnLst>
                        <p:par>
                          <p:cTn id="92" fill="hold">
                            <p:stCondLst>
                              <p:cond delay="0"/>
                            </p:stCondLst>
                            <p:childTnLst>
                              <p:par>
                                <p:cTn id="93" presetID="3" presetClass="entr" presetSubtype="10" fill="hold" nodeType="clickEffect">
                                  <p:stCondLst>
                                    <p:cond delay="0"/>
                                  </p:stCondLst>
                                  <p:childTnLst>
                                    <p:set>
                                      <p:cBhvr>
                                        <p:cTn id="94" dur="1" fill="hold">
                                          <p:stCondLst>
                                            <p:cond delay="0"/>
                                          </p:stCondLst>
                                        </p:cTn>
                                        <p:tgtEl>
                                          <p:spTgt spid="21"/>
                                        </p:tgtEl>
                                        <p:attrNameLst>
                                          <p:attrName>style.visibility</p:attrName>
                                        </p:attrNameLst>
                                      </p:cBhvr>
                                      <p:to>
                                        <p:strVal val="visible"/>
                                      </p:to>
                                    </p:set>
                                    <p:animEffect transition="in" filter="blinds(horizontal)">
                                      <p:cBhvr>
                                        <p:cTn id="95" dur="500"/>
                                        <p:tgtEl>
                                          <p:spTgt spid="21"/>
                                        </p:tgtEl>
                                      </p:cBhvr>
                                    </p:animEffect>
                                  </p:childTnLst>
                                </p:cTn>
                              </p:par>
                            </p:childTnLst>
                          </p:cTn>
                        </p:par>
                      </p:childTnLst>
                    </p:cTn>
                  </p:par>
                  <p:par>
                    <p:cTn id="96" fill="hold">
                      <p:stCondLst>
                        <p:cond delay="indefinite"/>
                      </p:stCondLst>
                      <p:childTnLst>
                        <p:par>
                          <p:cTn id="97" fill="hold">
                            <p:stCondLst>
                              <p:cond delay="0"/>
                            </p:stCondLst>
                            <p:childTnLst>
                              <p:par>
                                <p:cTn id="98" presetID="3" presetClass="entr" presetSubtype="10" fill="hold" nodeType="clickEffect">
                                  <p:stCondLst>
                                    <p:cond delay="0"/>
                                  </p:stCondLst>
                                  <p:childTnLst>
                                    <p:set>
                                      <p:cBhvr>
                                        <p:cTn id="99" dur="1" fill="hold">
                                          <p:stCondLst>
                                            <p:cond delay="0"/>
                                          </p:stCondLst>
                                        </p:cTn>
                                        <p:tgtEl>
                                          <p:spTgt spid="22"/>
                                        </p:tgtEl>
                                        <p:attrNameLst>
                                          <p:attrName>style.visibility</p:attrName>
                                        </p:attrNameLst>
                                      </p:cBhvr>
                                      <p:to>
                                        <p:strVal val="visible"/>
                                      </p:to>
                                    </p:set>
                                    <p:animEffect transition="in" filter="blinds(horizontal)">
                                      <p:cBhvr>
                                        <p:cTn id="100" dur="500"/>
                                        <p:tgtEl>
                                          <p:spTgt spid="22"/>
                                        </p:tgtEl>
                                      </p:cBhvr>
                                    </p:animEffect>
                                  </p:childTnLst>
                                </p:cTn>
                              </p:par>
                            </p:childTnLst>
                          </p:cTn>
                        </p:par>
                      </p:childTnLst>
                    </p:cTn>
                  </p:par>
                  <p:par>
                    <p:cTn id="101" fill="hold">
                      <p:stCondLst>
                        <p:cond delay="indefinite"/>
                      </p:stCondLst>
                      <p:childTnLst>
                        <p:par>
                          <p:cTn id="102" fill="hold">
                            <p:stCondLst>
                              <p:cond delay="0"/>
                            </p:stCondLst>
                            <p:childTnLst>
                              <p:par>
                                <p:cTn id="103" presetID="3" presetClass="entr" presetSubtype="10" fill="hold" nodeType="clickEffect">
                                  <p:stCondLst>
                                    <p:cond delay="0"/>
                                  </p:stCondLst>
                                  <p:childTnLst>
                                    <p:set>
                                      <p:cBhvr>
                                        <p:cTn id="104" dur="1" fill="hold">
                                          <p:stCondLst>
                                            <p:cond delay="0"/>
                                          </p:stCondLst>
                                        </p:cTn>
                                        <p:tgtEl>
                                          <p:spTgt spid="23"/>
                                        </p:tgtEl>
                                        <p:attrNameLst>
                                          <p:attrName>style.visibility</p:attrName>
                                        </p:attrNameLst>
                                      </p:cBhvr>
                                      <p:to>
                                        <p:strVal val="visible"/>
                                      </p:to>
                                    </p:set>
                                    <p:animEffect transition="in" filter="blinds(horizontal)">
                                      <p:cBhvr>
                                        <p:cTn id="105" dur="500"/>
                                        <p:tgtEl>
                                          <p:spTgt spid="23"/>
                                        </p:tgtEl>
                                      </p:cBhvr>
                                    </p:animEffect>
                                  </p:childTnLst>
                                </p:cTn>
                              </p:par>
                            </p:childTnLst>
                          </p:cTn>
                        </p:par>
                      </p:childTnLst>
                    </p:cTn>
                  </p:par>
                  <p:par>
                    <p:cTn id="106" fill="hold">
                      <p:stCondLst>
                        <p:cond delay="indefinite"/>
                      </p:stCondLst>
                      <p:childTnLst>
                        <p:par>
                          <p:cTn id="107" fill="hold">
                            <p:stCondLst>
                              <p:cond delay="0"/>
                            </p:stCondLst>
                            <p:childTnLst>
                              <p:par>
                                <p:cTn id="108" presetID="3" presetClass="entr" presetSubtype="10" fill="hold"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blinds(horizontal)">
                                      <p:cBhvr>
                                        <p:cTn id="110" dur="500"/>
                                        <p:tgtEl>
                                          <p:spTgt spid="24"/>
                                        </p:tgtEl>
                                      </p:cBhvr>
                                    </p:animEffect>
                                  </p:childTnLst>
                                </p:cTn>
                              </p:par>
                            </p:childTnLst>
                          </p:cTn>
                        </p:par>
                      </p:childTnLst>
                    </p:cTn>
                  </p:par>
                  <p:par>
                    <p:cTn id="111" fill="hold">
                      <p:stCondLst>
                        <p:cond delay="indefinite"/>
                      </p:stCondLst>
                      <p:childTnLst>
                        <p:par>
                          <p:cTn id="112" fill="hold">
                            <p:stCondLst>
                              <p:cond delay="0"/>
                            </p:stCondLst>
                            <p:childTnLst>
                              <p:par>
                                <p:cTn id="113" presetID="3" presetClass="entr" presetSubtype="10" fill="hold" nodeType="clickEffect">
                                  <p:stCondLst>
                                    <p:cond delay="0"/>
                                  </p:stCondLst>
                                  <p:childTnLst>
                                    <p:set>
                                      <p:cBhvr>
                                        <p:cTn id="114" dur="1" fill="hold">
                                          <p:stCondLst>
                                            <p:cond delay="0"/>
                                          </p:stCondLst>
                                        </p:cTn>
                                        <p:tgtEl>
                                          <p:spTgt spid="25"/>
                                        </p:tgtEl>
                                        <p:attrNameLst>
                                          <p:attrName>style.visibility</p:attrName>
                                        </p:attrNameLst>
                                      </p:cBhvr>
                                      <p:to>
                                        <p:strVal val="visible"/>
                                      </p:to>
                                    </p:set>
                                    <p:animEffect transition="in" filter="blinds(horizontal)">
                                      <p:cBhvr>
                                        <p:cTn id="11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sp>
        <p:nvSpPr>
          <p:cNvPr id="5" name="Text Box 62"/>
          <p:cNvSpPr txBox="1">
            <a:spLocks noChangeArrowheads="1"/>
          </p:cNvSpPr>
          <p:nvPr/>
        </p:nvSpPr>
        <p:spPr bwMode="auto">
          <a:xfrm>
            <a:off x="314960" y="586740"/>
            <a:ext cx="792480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例</a:t>
            </a:r>
            <a:r>
              <a:rPr lang="en-US" altLang="zh-CN" sz="2000" dirty="0" smtClean="0">
                <a:solidFill>
                  <a:schemeClr val="dk1"/>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利用</a:t>
            </a:r>
            <a:r>
              <a:rPr lang="en-US" altLang="zh-CN" sz="2000" dirty="0" smtClean="0">
                <a:solidFill>
                  <a:schemeClr val="dk1"/>
                </a:solidFill>
                <a:latin typeface="Calibri" pitchFamily="34" charset="0"/>
                <a:ea typeface="宋体" pitchFamily="2" charset="-122"/>
                <a:sym typeface="Symbol" pitchFamily="18" charset="2"/>
              </a:rPr>
              <a:t>Romberg</a:t>
            </a:r>
            <a:r>
              <a:rPr lang="zh-CN" altLang="en-US" sz="2000" dirty="0" smtClean="0">
                <a:solidFill>
                  <a:schemeClr val="dk1"/>
                </a:solidFill>
                <a:latin typeface="Calibri" pitchFamily="34" charset="0"/>
                <a:ea typeface="宋体" pitchFamily="2" charset="-122"/>
                <a:sym typeface="Symbol" pitchFamily="18" charset="2"/>
              </a:rPr>
              <a:t>积分公式计算积分 </a:t>
            </a:r>
          </a:p>
        </p:txBody>
      </p:sp>
      <p:graphicFrame>
        <p:nvGraphicFramePr>
          <p:cNvPr id="83008" name="Object 64"/>
          <p:cNvGraphicFramePr>
            <a:graphicFrameLocks noChangeAspect="1"/>
          </p:cNvGraphicFramePr>
          <p:nvPr/>
        </p:nvGraphicFramePr>
        <p:xfrm>
          <a:off x="4504055" y="440055"/>
          <a:ext cx="1862138" cy="811213"/>
        </p:xfrm>
        <a:graphic>
          <a:graphicData uri="http://schemas.openxmlformats.org/presentationml/2006/ole">
            <mc:AlternateContent xmlns:mc="http://schemas.openxmlformats.org/markup-compatibility/2006">
              <mc:Choice xmlns:v="urn:schemas-microsoft-com:vml" Requires="v">
                <p:oleObj spid="_x0000_s79959" name="Equation" r:id="rId3" imgW="812520" imgH="355320" progId="Equation.DSMT4">
                  <p:embed/>
                </p:oleObj>
              </mc:Choice>
              <mc:Fallback>
                <p:oleObj name="Equation" r:id="rId3" imgW="812520" imgH="355320" progId="Equation.DSMT4">
                  <p:embed/>
                  <p:pic>
                    <p:nvPicPr>
                      <p:cNvPr id="0" name="Object 6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04055" y="440055"/>
                        <a:ext cx="1862138" cy="811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 Box 3"/>
          <p:cNvSpPr txBox="1">
            <a:spLocks noChangeArrowheads="1"/>
          </p:cNvSpPr>
          <p:nvPr/>
        </p:nvSpPr>
        <p:spPr bwMode="auto">
          <a:xfrm>
            <a:off x="304800" y="1178560"/>
            <a:ext cx="848360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解    按递推公式计算，结果如下</a:t>
            </a:r>
          </a:p>
        </p:txBody>
      </p:sp>
      <p:graphicFrame>
        <p:nvGraphicFramePr>
          <p:cNvPr id="10" name="表格 9"/>
          <p:cNvGraphicFramePr>
            <a:graphicFrameLocks noGrp="1"/>
          </p:cNvGraphicFramePr>
          <p:nvPr/>
        </p:nvGraphicFramePr>
        <p:xfrm>
          <a:off x="388882" y="1990177"/>
          <a:ext cx="7935310" cy="2490383"/>
        </p:xfrm>
        <a:graphic>
          <a:graphicData uri="http://schemas.openxmlformats.org/drawingml/2006/table">
            <a:tbl>
              <a:tblPr/>
              <a:tblGrid>
                <a:gridCol w="672484"/>
                <a:gridCol w="874229"/>
                <a:gridCol w="1613961"/>
                <a:gridCol w="1681210"/>
                <a:gridCol w="1546713"/>
                <a:gridCol w="1546713"/>
              </a:tblGrid>
              <a:tr h="478703">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802205">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4</a:t>
                      </a: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2</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4</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8</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3.0000000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3.1000000</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3.1311765</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3.1389885</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3.1409416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3.1333333</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3.1415687</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3.1415925</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3.1415926</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3.1421177</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3.1415941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3.1415926</a:t>
                      </a:r>
                      <a:endParaRPr kumimoji="1" lang="en-US" altLang="zh-CN" sz="1800" b="0" i="0" u="none" strike="noStrike" cap="none" normalizeH="0" baseline="3000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3.1415858</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sym typeface="MT Extra" pitchFamily="18" charset="2"/>
                        </a:rPr>
                        <a:t>3.1415926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83007" name="Object 4"/>
          <p:cNvGraphicFramePr>
            <a:graphicFrameLocks noChangeAspect="1"/>
          </p:cNvGraphicFramePr>
          <p:nvPr/>
        </p:nvGraphicFramePr>
        <p:xfrm>
          <a:off x="576898" y="2046605"/>
          <a:ext cx="265112" cy="381000"/>
        </p:xfrm>
        <a:graphic>
          <a:graphicData uri="http://schemas.openxmlformats.org/presentationml/2006/ole">
            <mc:AlternateContent xmlns:mc="http://schemas.openxmlformats.org/markup-compatibility/2006">
              <mc:Choice xmlns:v="urn:schemas-microsoft-com:vml" Requires="v">
                <p:oleObj spid="_x0000_s79960" name="Equation" r:id="rId5" imgW="114120" imgH="164880" progId="Equation.DSMT4">
                  <p:embed/>
                </p:oleObj>
              </mc:Choice>
              <mc:Fallback>
                <p:oleObj name="Equation" r:id="rId5" imgW="114120" imgH="16488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898" y="2046605"/>
                        <a:ext cx="265112"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5"/>
          <p:cNvGraphicFramePr>
            <a:graphicFrameLocks noChangeAspect="1"/>
          </p:cNvGraphicFramePr>
          <p:nvPr/>
        </p:nvGraphicFramePr>
        <p:xfrm>
          <a:off x="1082993" y="2045335"/>
          <a:ext cx="823912" cy="411163"/>
        </p:xfrm>
        <a:graphic>
          <a:graphicData uri="http://schemas.openxmlformats.org/presentationml/2006/ole">
            <mc:AlternateContent xmlns:mc="http://schemas.openxmlformats.org/markup-compatibility/2006">
              <mc:Choice xmlns:v="urn:schemas-microsoft-com:vml" Requires="v">
                <p:oleObj spid="_x0000_s79961" name="Equation" r:id="rId7" imgW="355320" imgH="177480" progId="Equation.DSMT4">
                  <p:embed/>
                </p:oleObj>
              </mc:Choice>
              <mc:Fallback>
                <p:oleObj name="Equation" r:id="rId7" imgW="355320" imgH="17748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82993" y="2045335"/>
                        <a:ext cx="823912"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6"/>
          <p:cNvGraphicFramePr>
            <a:graphicFrameLocks noChangeAspect="1"/>
          </p:cNvGraphicFramePr>
          <p:nvPr/>
        </p:nvGraphicFramePr>
        <p:xfrm>
          <a:off x="2502218" y="1987868"/>
          <a:ext cx="530225" cy="469900"/>
        </p:xfrm>
        <a:graphic>
          <a:graphicData uri="http://schemas.openxmlformats.org/presentationml/2006/ole">
            <mc:AlternateContent xmlns:mc="http://schemas.openxmlformats.org/markup-compatibility/2006">
              <mc:Choice xmlns:v="urn:schemas-microsoft-com:vml" Requires="v">
                <p:oleObj spid="_x0000_s79962" name="Equation" r:id="rId9" imgW="228600" imgH="203040" progId="Equation.DSMT4">
                  <p:embed/>
                </p:oleObj>
              </mc:Choice>
              <mc:Fallback>
                <p:oleObj name="Equation" r:id="rId9" imgW="228600" imgH="20304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02218" y="1987868"/>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7"/>
          <p:cNvGraphicFramePr>
            <a:graphicFrameLocks noChangeAspect="1"/>
          </p:cNvGraphicFramePr>
          <p:nvPr/>
        </p:nvGraphicFramePr>
        <p:xfrm>
          <a:off x="4155123" y="1979295"/>
          <a:ext cx="500062" cy="469900"/>
        </p:xfrm>
        <a:graphic>
          <a:graphicData uri="http://schemas.openxmlformats.org/presentationml/2006/ole">
            <mc:AlternateContent xmlns:mc="http://schemas.openxmlformats.org/markup-compatibility/2006">
              <mc:Choice xmlns:v="urn:schemas-microsoft-com:vml" Requires="v">
                <p:oleObj spid="_x0000_s79963" name="Equation" r:id="rId11" imgW="215640" imgH="203040" progId="Equation.DSMT4">
                  <p:embed/>
                </p:oleObj>
              </mc:Choice>
              <mc:Fallback>
                <p:oleObj name="Equation" r:id="rId11" imgW="215640" imgH="20304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5123" y="1979295"/>
                        <a:ext cx="500062"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8"/>
          <p:cNvGraphicFramePr>
            <a:graphicFrameLocks noChangeAspect="1"/>
          </p:cNvGraphicFramePr>
          <p:nvPr/>
        </p:nvGraphicFramePr>
        <p:xfrm>
          <a:off x="5807075" y="2000250"/>
          <a:ext cx="530225" cy="469900"/>
        </p:xfrm>
        <a:graphic>
          <a:graphicData uri="http://schemas.openxmlformats.org/presentationml/2006/ole">
            <mc:AlternateContent xmlns:mc="http://schemas.openxmlformats.org/markup-compatibility/2006">
              <mc:Choice xmlns:v="urn:schemas-microsoft-com:vml" Requires="v">
                <p:oleObj spid="_x0000_s79964" name="Equation" r:id="rId13" imgW="228600" imgH="203040" progId="Equation.DSMT4">
                  <p:embed/>
                </p:oleObj>
              </mc:Choice>
              <mc:Fallback>
                <p:oleObj name="Equation" r:id="rId13" imgW="228600" imgH="20304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807075" y="2000250"/>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9"/>
          <p:cNvGraphicFramePr>
            <a:graphicFrameLocks noChangeAspect="1"/>
          </p:cNvGraphicFramePr>
          <p:nvPr/>
        </p:nvGraphicFramePr>
        <p:xfrm>
          <a:off x="7270115" y="1979295"/>
          <a:ext cx="530225" cy="469900"/>
        </p:xfrm>
        <a:graphic>
          <a:graphicData uri="http://schemas.openxmlformats.org/presentationml/2006/ole">
            <mc:AlternateContent xmlns:mc="http://schemas.openxmlformats.org/markup-compatibility/2006">
              <mc:Choice xmlns:v="urn:schemas-microsoft-com:vml" Requires="v">
                <p:oleObj spid="_x0000_s79965" name="Equation" r:id="rId15" imgW="228600" imgH="203040" progId="Equation.DSMT4">
                  <p:embed/>
                </p:oleObj>
              </mc:Choice>
              <mc:Fallback>
                <p:oleObj name="Equation" r:id="rId15" imgW="228600" imgH="20304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270115" y="1979295"/>
                        <a:ext cx="53022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3008"/>
                                        </p:tgtEl>
                                        <p:attrNameLst>
                                          <p:attrName>style.visibility</p:attrName>
                                        </p:attrNameLst>
                                      </p:cBhvr>
                                      <p:to>
                                        <p:strVal val="visible"/>
                                      </p:to>
                                    </p:set>
                                    <p:animEffect transition="in" filter="blinds(horizontal)">
                                      <p:cBhvr>
                                        <p:cTn id="25" dur="500"/>
                                        <p:tgtEl>
                                          <p:spTgt spid="8300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linds(horizontal)">
                                      <p:cBhvr>
                                        <p:cTn id="30" dur="500"/>
                                        <p:tgtEl>
                                          <p:spTgt spid="8"/>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nodeType="clickEffect">
                                  <p:stCondLst>
                                    <p:cond delay="0"/>
                                  </p:stCondLst>
                                  <p:childTnLst>
                                    <p:set>
                                      <p:cBhvr>
                                        <p:cTn id="34" dur="1" fill="hold">
                                          <p:stCondLst>
                                            <p:cond delay="0"/>
                                          </p:stCondLst>
                                        </p:cTn>
                                        <p:tgtEl>
                                          <p:spTgt spid="83007"/>
                                        </p:tgtEl>
                                        <p:attrNameLst>
                                          <p:attrName>style.visibility</p:attrName>
                                        </p:attrNameLst>
                                      </p:cBhvr>
                                      <p:to>
                                        <p:strVal val="visible"/>
                                      </p:to>
                                    </p:set>
                                    <p:animEffect transition="in" filter="blinds(horizontal)">
                                      <p:cBhvr>
                                        <p:cTn id="35" dur="500"/>
                                        <p:tgtEl>
                                          <p:spTgt spid="83007"/>
                                        </p:tgtEl>
                                      </p:cBhvr>
                                    </p:animEffect>
                                  </p:childTnLst>
                                </p:cTn>
                              </p:par>
                              <p:par>
                                <p:cTn id="36" presetID="3" presetClass="entr" presetSubtype="10" fill="hold" nodeType="with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par>
                                <p:cTn id="39" presetID="3" presetClass="entr" presetSubtype="10" fill="hold" nodeType="with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blinds(horizontal)">
                                      <p:cBhvr>
                                        <p:cTn id="41" dur="500"/>
                                        <p:tgtEl>
                                          <p:spTgt spid="3"/>
                                        </p:tgtEl>
                                      </p:cBhvr>
                                    </p:animEffect>
                                  </p:childTnLst>
                                </p:cTn>
                              </p:par>
                              <p:par>
                                <p:cTn id="42" presetID="3" presetClass="entr" presetSubtype="10" fill="hold" nodeType="with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linds(horizontal)">
                                      <p:cBhvr>
                                        <p:cTn id="44" dur="500"/>
                                        <p:tgtEl>
                                          <p:spTgt spid="4"/>
                                        </p:tgtEl>
                                      </p:cBhvr>
                                    </p:animEffect>
                                  </p:childTnLst>
                                </p:cTn>
                              </p:par>
                              <p:par>
                                <p:cTn id="45" presetID="3" presetClass="entr" presetSubtype="10" fill="hold" nodeType="with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blinds(horizontal)">
                                      <p:cBhvr>
                                        <p:cTn id="47" dur="500"/>
                                        <p:tgtEl>
                                          <p:spTgt spid="6"/>
                                        </p:tgtEl>
                                      </p:cBhvr>
                                    </p:animEffect>
                                  </p:childTnLst>
                                </p:cTn>
                              </p:par>
                              <p:par>
                                <p:cTn id="48" presetID="3" presetClass="entr" presetSubtype="10" fill="hold" nodeType="withEffect">
                                  <p:stCondLst>
                                    <p:cond delay="0"/>
                                  </p:stCondLst>
                                  <p:childTnLst>
                                    <p:set>
                                      <p:cBhvr>
                                        <p:cTn id="49" dur="1" fill="hold">
                                          <p:stCondLst>
                                            <p:cond delay="0"/>
                                          </p:stCondLst>
                                        </p:cTn>
                                        <p:tgtEl>
                                          <p:spTgt spid="7"/>
                                        </p:tgtEl>
                                        <p:attrNameLst>
                                          <p:attrName>style.visibility</p:attrName>
                                        </p:attrNameLst>
                                      </p:cBhvr>
                                      <p:to>
                                        <p:strVal val="visible"/>
                                      </p:to>
                                    </p:set>
                                    <p:animEffect transition="in" filter="blinds(horizontal)">
                                      <p:cBhvr>
                                        <p:cTn id="50" dur="500"/>
                                        <p:tgtEl>
                                          <p:spTgt spid="7"/>
                                        </p:tgtEl>
                                      </p:cBhvr>
                                    </p:animEffect>
                                  </p:childTnLst>
                                </p:cTn>
                              </p:par>
                              <p:par>
                                <p:cTn id="51" presetID="3" presetClass="entr" presetSubtype="10" fill="hold" nodeType="withEffect">
                                  <p:stCondLst>
                                    <p:cond delay="0"/>
                                  </p:stCondLst>
                                  <p:childTnLst>
                                    <p:set>
                                      <p:cBhvr>
                                        <p:cTn id="52" dur="1" fill="hold">
                                          <p:stCondLst>
                                            <p:cond delay="0"/>
                                          </p:stCondLst>
                                        </p:cTn>
                                        <p:tgtEl>
                                          <p:spTgt spid="10"/>
                                        </p:tgtEl>
                                        <p:attrNameLst>
                                          <p:attrName>style.visibility</p:attrName>
                                        </p:attrNameLst>
                                      </p:cBhvr>
                                      <p:to>
                                        <p:strVal val="visible"/>
                                      </p:to>
                                    </p:set>
                                    <p:animEffect transition="in" filter="blinds(horizontal)">
                                      <p:cBhvr>
                                        <p:cTn id="5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utoUpdateAnimBg="0"/>
      <p:bldP spid="8" grpId="0" autoUpdateAnimBg="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65760"/>
            <a:ext cx="3230880" cy="1524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720080" y="371475"/>
            <a:ext cx="3300095" cy="14605"/>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126104" y="174625"/>
            <a:ext cx="274637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Romberg</a:t>
            </a:r>
            <a:r>
              <a:rPr lang="zh-CN" altLang="en-US" sz="2000" b="1" dirty="0" smtClean="0">
                <a:solidFill>
                  <a:srgbClr val="314865"/>
                </a:solidFill>
                <a:latin typeface="+mj-ea"/>
              </a:rPr>
              <a:t>求积公式</a:t>
            </a:r>
            <a:endParaRPr lang="zh-CN" altLang="en-US" sz="2000" b="1" dirty="0">
              <a:solidFill>
                <a:srgbClr val="314865"/>
              </a:solidFill>
              <a:latin typeface="+mj-ea"/>
            </a:endParaRPr>
          </a:p>
        </p:txBody>
      </p:sp>
      <p:graphicFrame>
        <p:nvGraphicFramePr>
          <p:cNvPr id="83007" name="Object 2"/>
          <p:cNvGraphicFramePr>
            <a:graphicFrameLocks noChangeAspect="1"/>
          </p:cNvGraphicFramePr>
          <p:nvPr/>
        </p:nvGraphicFramePr>
        <p:xfrm>
          <a:off x="563705" y="832463"/>
          <a:ext cx="7364413" cy="469900"/>
        </p:xfrm>
        <a:graphic>
          <a:graphicData uri="http://schemas.openxmlformats.org/presentationml/2006/ole">
            <mc:AlternateContent xmlns:mc="http://schemas.openxmlformats.org/markup-compatibility/2006">
              <mc:Choice xmlns:v="urn:schemas-microsoft-com:vml" Requires="v">
                <p:oleObj spid="_x0000_s80946" name="Equation" r:id="rId3" imgW="3174840" imgH="203040" progId="Equation.DSMT4">
                  <p:embed/>
                </p:oleObj>
              </mc:Choice>
              <mc:Fallback>
                <p:oleObj name="Equation" r:id="rId3" imgW="3174840" imgH="20304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3705" y="832463"/>
                        <a:ext cx="7364413"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600393" y="1486218"/>
          <a:ext cx="7275512" cy="469900"/>
        </p:xfrm>
        <a:graphic>
          <a:graphicData uri="http://schemas.openxmlformats.org/presentationml/2006/ole">
            <mc:AlternateContent xmlns:mc="http://schemas.openxmlformats.org/markup-compatibility/2006">
              <mc:Choice xmlns:v="urn:schemas-microsoft-com:vml" Requires="v">
                <p:oleObj spid="_x0000_s80947" name="Equation" r:id="rId5" imgW="3136680" imgH="203040" progId="Equation.DSMT4">
                  <p:embed/>
                </p:oleObj>
              </mc:Choice>
              <mc:Fallback>
                <p:oleObj name="Equation" r:id="rId5" imgW="3136680" imgH="20304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0393" y="1486218"/>
                        <a:ext cx="7275512"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585470" y="2139315"/>
          <a:ext cx="7392988" cy="469900"/>
        </p:xfrm>
        <a:graphic>
          <a:graphicData uri="http://schemas.openxmlformats.org/presentationml/2006/ole">
            <mc:AlternateContent xmlns:mc="http://schemas.openxmlformats.org/markup-compatibility/2006">
              <mc:Choice xmlns:v="urn:schemas-microsoft-com:vml" Requires="v">
                <p:oleObj spid="_x0000_s80948" name="Equation" r:id="rId7" imgW="3187440" imgH="203040" progId="Equation.DSMT4">
                  <p:embed/>
                </p:oleObj>
              </mc:Choice>
              <mc:Fallback>
                <p:oleObj name="Equation" r:id="rId7" imgW="3187440" imgH="2030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5470" y="2139315"/>
                        <a:ext cx="7392988"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5"/>
          <p:cNvGraphicFramePr>
            <a:graphicFrameLocks noChangeAspect="1"/>
          </p:cNvGraphicFramePr>
          <p:nvPr/>
        </p:nvGraphicFramePr>
        <p:xfrm>
          <a:off x="625158" y="2731453"/>
          <a:ext cx="7216775" cy="469900"/>
        </p:xfrm>
        <a:graphic>
          <a:graphicData uri="http://schemas.openxmlformats.org/presentationml/2006/ole">
            <mc:AlternateContent xmlns:mc="http://schemas.openxmlformats.org/markup-compatibility/2006">
              <mc:Choice xmlns:v="urn:schemas-microsoft-com:vml" Requires="v">
                <p:oleObj spid="_x0000_s80949" name="Equation" r:id="rId9" imgW="3111480" imgH="203040" progId="Equation.DSMT4">
                  <p:embed/>
                </p:oleObj>
              </mc:Choice>
              <mc:Fallback>
                <p:oleObj name="Equation" r:id="rId9" imgW="3111480" imgH="20304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25158" y="2731453"/>
                        <a:ext cx="7216775"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83007"/>
                                        </p:tgtEl>
                                        <p:attrNameLst>
                                          <p:attrName>style.visibility</p:attrName>
                                        </p:attrNameLst>
                                      </p:cBhvr>
                                      <p:to>
                                        <p:strVal val="visible"/>
                                      </p:to>
                                    </p:set>
                                    <p:anim calcmode="lin" valueType="num">
                                      <p:cBhvr additive="base">
                                        <p:cTn id="22" dur="500" fill="hold"/>
                                        <p:tgtEl>
                                          <p:spTgt spid="83007"/>
                                        </p:tgtEl>
                                        <p:attrNameLst>
                                          <p:attrName>ppt_x</p:attrName>
                                        </p:attrNameLst>
                                      </p:cBhvr>
                                      <p:tavLst>
                                        <p:tav tm="0">
                                          <p:val>
                                            <p:strVal val="#ppt_x"/>
                                          </p:val>
                                        </p:tav>
                                        <p:tav tm="100000">
                                          <p:val>
                                            <p:strVal val="#ppt_x"/>
                                          </p:val>
                                        </p:tav>
                                      </p:tavLst>
                                    </p:anim>
                                    <p:anim calcmode="lin" valueType="num">
                                      <p:cBhvr additive="base">
                                        <p:cTn id="23" dur="500" fill="hold"/>
                                        <p:tgtEl>
                                          <p:spTgt spid="83007"/>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 calcmode="lin" valueType="num">
                                      <p:cBhvr additive="base">
                                        <p:cTn id="34" dur="500" fill="hold"/>
                                        <p:tgtEl>
                                          <p:spTgt spid="3"/>
                                        </p:tgtEl>
                                        <p:attrNameLst>
                                          <p:attrName>ppt_x</p:attrName>
                                        </p:attrNameLst>
                                      </p:cBhvr>
                                      <p:tavLst>
                                        <p:tav tm="0">
                                          <p:val>
                                            <p:strVal val="#ppt_x"/>
                                          </p:val>
                                        </p:tav>
                                        <p:tav tm="100000">
                                          <p:val>
                                            <p:strVal val="#ppt_x"/>
                                          </p:val>
                                        </p:tav>
                                      </p:tavLst>
                                    </p:anim>
                                    <p:anim calcmode="lin" valueType="num">
                                      <p:cBhvr additive="base">
                                        <p:cTn id="3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 calcmode="lin" valueType="num">
                                      <p:cBhvr additive="base">
                                        <p:cTn id="40" dur="500" fill="hold"/>
                                        <p:tgtEl>
                                          <p:spTgt spid="4"/>
                                        </p:tgtEl>
                                        <p:attrNameLst>
                                          <p:attrName>ppt_x</p:attrName>
                                        </p:attrNameLst>
                                      </p:cBhvr>
                                      <p:tavLst>
                                        <p:tav tm="0">
                                          <p:val>
                                            <p:strVal val="#ppt_x"/>
                                          </p:val>
                                        </p:tav>
                                        <p:tav tm="100000">
                                          <p:val>
                                            <p:strVal val="#ppt_x"/>
                                          </p:val>
                                        </p:tav>
                                      </p:tavLst>
                                    </p:anim>
                                    <p:anim calcmode="lin" valueType="num">
                                      <p:cBhvr additive="base">
                                        <p:cTn id="41"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70840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191760" y="371476"/>
            <a:ext cx="3828415" cy="1460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13784" y="174625"/>
            <a:ext cx="180149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正交多项式</a:t>
            </a:r>
            <a:endParaRPr lang="zh-CN" altLang="en-US" sz="2000" b="1" dirty="0">
              <a:solidFill>
                <a:srgbClr val="314865"/>
              </a:solidFill>
              <a:latin typeface="+mj-ea"/>
            </a:endParaRPr>
          </a:p>
        </p:txBody>
      </p:sp>
      <p:sp>
        <p:nvSpPr>
          <p:cNvPr id="5" name="Text Box 3"/>
          <p:cNvSpPr txBox="1">
            <a:spLocks noChangeArrowheads="1"/>
          </p:cNvSpPr>
          <p:nvPr/>
        </p:nvSpPr>
        <p:spPr bwMode="auto">
          <a:xfrm>
            <a:off x="254000" y="650240"/>
            <a:ext cx="8524240" cy="1015663"/>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记区间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上所有连续函数的全体为                 可以证明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是一个线性空间，把所有次数不超过</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的多项式全体记为       ，则</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是</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的子空间</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83007" name="Object 2"/>
          <p:cNvGraphicFramePr>
            <a:graphicFrameLocks noChangeAspect="1"/>
          </p:cNvGraphicFramePr>
          <p:nvPr/>
        </p:nvGraphicFramePr>
        <p:xfrm>
          <a:off x="1115060" y="738505"/>
          <a:ext cx="676275" cy="439738"/>
        </p:xfrm>
        <a:graphic>
          <a:graphicData uri="http://schemas.openxmlformats.org/presentationml/2006/ole">
            <mc:AlternateContent xmlns:mc="http://schemas.openxmlformats.org/markup-compatibility/2006">
              <mc:Choice xmlns:v="urn:schemas-microsoft-com:vml" Requires="v">
                <p:oleObj spid="_x0000_s82140" name="Equation" r:id="rId3" imgW="291960" imgH="190440" progId="Equation.DSMT4">
                  <p:embed/>
                </p:oleObj>
              </mc:Choice>
              <mc:Fallback>
                <p:oleObj name="Equation" r:id="rId3" imgW="291960" imgH="19044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060" y="738505"/>
                        <a:ext cx="676275"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4578350" y="751523"/>
          <a:ext cx="971550" cy="439737"/>
        </p:xfrm>
        <a:graphic>
          <a:graphicData uri="http://schemas.openxmlformats.org/presentationml/2006/ole">
            <mc:AlternateContent xmlns:mc="http://schemas.openxmlformats.org/markup-compatibility/2006">
              <mc:Choice xmlns:v="urn:schemas-microsoft-com:vml" Requires="v">
                <p:oleObj spid="_x0000_s82141" name="Equation" r:id="rId5" imgW="419040" imgH="190440" progId="Equation.DSMT4">
                  <p:embed/>
                </p:oleObj>
              </mc:Choice>
              <mc:Fallback>
                <p:oleObj name="Equation" r:id="rId5" imgW="419040" imgH="19044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8350" y="751523"/>
                        <a:ext cx="971550"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5"/>
          <p:cNvGraphicFramePr>
            <a:graphicFrameLocks noChangeAspect="1"/>
          </p:cNvGraphicFramePr>
          <p:nvPr/>
        </p:nvGraphicFramePr>
        <p:xfrm>
          <a:off x="6519863" y="733425"/>
          <a:ext cx="912812" cy="439738"/>
        </p:xfrm>
        <a:graphic>
          <a:graphicData uri="http://schemas.openxmlformats.org/presentationml/2006/ole">
            <mc:AlternateContent xmlns:mc="http://schemas.openxmlformats.org/markup-compatibility/2006">
              <mc:Choice xmlns:v="urn:schemas-microsoft-com:vml" Requires="v">
                <p:oleObj spid="_x0000_s82142" name="Equation" r:id="rId7" imgW="393480" imgH="190440" progId="Equation.DSMT4">
                  <p:embed/>
                </p:oleObj>
              </mc:Choice>
              <mc:Fallback>
                <p:oleObj name="Equation" r:id="rId7" imgW="393480" imgH="19044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19863" y="733425"/>
                        <a:ext cx="912812"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6"/>
          <p:cNvGraphicFramePr>
            <a:graphicFrameLocks noChangeAspect="1"/>
          </p:cNvGraphicFramePr>
          <p:nvPr/>
        </p:nvGraphicFramePr>
        <p:xfrm>
          <a:off x="3164840" y="1284923"/>
          <a:ext cx="265113" cy="293687"/>
        </p:xfrm>
        <a:graphic>
          <a:graphicData uri="http://schemas.openxmlformats.org/presentationml/2006/ole">
            <mc:AlternateContent xmlns:mc="http://schemas.openxmlformats.org/markup-compatibility/2006">
              <mc:Choice xmlns:v="urn:schemas-microsoft-com:vml" Requires="v">
                <p:oleObj spid="_x0000_s82143" name="Equation" r:id="rId9" imgW="114120" imgH="126720" progId="Equation.DSMT4">
                  <p:embed/>
                </p:oleObj>
              </mc:Choice>
              <mc:Fallback>
                <p:oleObj name="Equation" r:id="rId9" imgW="114120" imgH="12672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64840" y="1284923"/>
                        <a:ext cx="265113" cy="293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7"/>
          <p:cNvGraphicFramePr>
            <a:graphicFrameLocks noChangeAspect="1"/>
          </p:cNvGraphicFramePr>
          <p:nvPr/>
        </p:nvGraphicFramePr>
        <p:xfrm>
          <a:off x="5438458" y="1210945"/>
          <a:ext cx="352425" cy="439738"/>
        </p:xfrm>
        <a:graphic>
          <a:graphicData uri="http://schemas.openxmlformats.org/presentationml/2006/ole">
            <mc:AlternateContent xmlns:mc="http://schemas.openxmlformats.org/markup-compatibility/2006">
              <mc:Choice xmlns:v="urn:schemas-microsoft-com:vml" Requires="v">
                <p:oleObj spid="_x0000_s82144" name="Equation" r:id="rId11" imgW="152280" imgH="190440" progId="Equation.DSMT4">
                  <p:embed/>
                </p:oleObj>
              </mc:Choice>
              <mc:Fallback>
                <p:oleObj name="Equation" r:id="rId11" imgW="152280" imgH="19044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438458" y="1210945"/>
                        <a:ext cx="352425"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8"/>
          <p:cNvGraphicFramePr>
            <a:graphicFrameLocks noChangeAspect="1"/>
          </p:cNvGraphicFramePr>
          <p:nvPr/>
        </p:nvGraphicFramePr>
        <p:xfrm>
          <a:off x="6314758" y="1224280"/>
          <a:ext cx="352425" cy="439738"/>
        </p:xfrm>
        <a:graphic>
          <a:graphicData uri="http://schemas.openxmlformats.org/presentationml/2006/ole">
            <mc:AlternateContent xmlns:mc="http://schemas.openxmlformats.org/markup-compatibility/2006">
              <mc:Choice xmlns:v="urn:schemas-microsoft-com:vml" Requires="v">
                <p:oleObj spid="_x0000_s82145" name="Equation" r:id="rId13" imgW="152280" imgH="190440" progId="Equation.DSMT4">
                  <p:embed/>
                </p:oleObj>
              </mc:Choice>
              <mc:Fallback>
                <p:oleObj name="Equation" r:id="rId13" imgW="152280" imgH="190440" progId="Equation.DSMT4">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14758" y="1224280"/>
                        <a:ext cx="352425"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9"/>
          <p:cNvGraphicFramePr>
            <a:graphicFrameLocks noChangeAspect="1"/>
          </p:cNvGraphicFramePr>
          <p:nvPr/>
        </p:nvGraphicFramePr>
        <p:xfrm>
          <a:off x="6817043" y="1203960"/>
          <a:ext cx="912812" cy="439738"/>
        </p:xfrm>
        <a:graphic>
          <a:graphicData uri="http://schemas.openxmlformats.org/presentationml/2006/ole">
            <mc:AlternateContent xmlns:mc="http://schemas.openxmlformats.org/markup-compatibility/2006">
              <mc:Choice xmlns:v="urn:schemas-microsoft-com:vml" Requires="v">
                <p:oleObj spid="_x0000_s82146" name="Equation" r:id="rId14" imgW="393480" imgH="190440" progId="Equation.DSMT4">
                  <p:embed/>
                </p:oleObj>
              </mc:Choice>
              <mc:Fallback>
                <p:oleObj name="Equation" r:id="rId14" imgW="393480" imgH="190440" progId="Equation.DSMT4">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17043" y="1203960"/>
                        <a:ext cx="912812"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6"/>
          <p:cNvSpPr txBox="1">
            <a:spLocks noChangeArrowheads="1"/>
          </p:cNvSpPr>
          <p:nvPr/>
        </p:nvSpPr>
        <p:spPr bwMode="auto">
          <a:xfrm>
            <a:off x="243840" y="1803400"/>
            <a:ext cx="8544560" cy="1938992"/>
          </a:xfrm>
          <a:prstGeom prst="rect">
            <a:avLst/>
          </a:prstGeom>
          <a:ln>
            <a:headEnd/>
            <a:tailEnd/>
          </a:ln>
          <a:scene3d>
            <a:camera prst="orthographicFront"/>
            <a:lightRig rig="threePt" dir="t"/>
          </a:scene3d>
          <a:sp3d>
            <a:bevelT w="165100" prst="coolSlant"/>
          </a:sp3d>
        </p:spPr>
        <p:style>
          <a:lnRef idx="1">
            <a:schemeClr val="accent4"/>
          </a:lnRef>
          <a:fillRef idx="2">
            <a:schemeClr val="accent4"/>
          </a:fillRef>
          <a:effectRef idx="1">
            <a:schemeClr val="accent4"/>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若                                            则称                              为          与</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的内积</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记为</a:t>
            </a:r>
            <a:r>
              <a:rPr lang="en-US" altLang="zh-CN" sz="2000" dirty="0" smtClean="0">
                <a:solidFill>
                  <a:schemeClr val="dk1"/>
                </a:solidFill>
                <a:latin typeface="Calibri" pitchFamily="34" charset="0"/>
                <a:ea typeface="宋体" pitchFamily="2" charset="-122"/>
                <a:sym typeface="Symbol" pitchFamily="18" charset="2"/>
              </a:rPr>
              <a:t>  </a:t>
            </a:r>
          </a:p>
          <a:p>
            <a:pPr algn="l">
              <a:lnSpc>
                <a:spcPct val="15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满足</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 </a:t>
            </a:r>
          </a:p>
        </p:txBody>
      </p:sp>
      <p:graphicFrame>
        <p:nvGraphicFramePr>
          <p:cNvPr id="10" name="Object 10"/>
          <p:cNvGraphicFramePr>
            <a:graphicFrameLocks noChangeAspect="1"/>
          </p:cNvGraphicFramePr>
          <p:nvPr/>
        </p:nvGraphicFramePr>
        <p:xfrm>
          <a:off x="577215" y="1898015"/>
          <a:ext cx="2470150" cy="439738"/>
        </p:xfrm>
        <a:graphic>
          <a:graphicData uri="http://schemas.openxmlformats.org/presentationml/2006/ole">
            <mc:AlternateContent xmlns:mc="http://schemas.openxmlformats.org/markup-compatibility/2006">
              <mc:Choice xmlns:v="urn:schemas-microsoft-com:vml" Requires="v">
                <p:oleObj spid="_x0000_s82147" name="Equation" r:id="rId15" imgW="1066680" imgH="190440" progId="Equation.DSMT4">
                  <p:embed/>
                </p:oleObj>
              </mc:Choice>
              <mc:Fallback>
                <p:oleObj name="Equation" r:id="rId15" imgW="1066680" imgH="190440" progId="Equation.DSMT4">
                  <p:embed/>
                  <p:pic>
                    <p:nvPicPr>
                      <p:cNvPr id="0" name="Picture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77215" y="1898015"/>
                        <a:ext cx="2470150"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2"/>
          <p:cNvGraphicFramePr>
            <a:graphicFrameLocks noChangeAspect="1"/>
          </p:cNvGraphicFramePr>
          <p:nvPr/>
        </p:nvGraphicFramePr>
        <p:xfrm>
          <a:off x="3570605" y="1768158"/>
          <a:ext cx="1792288" cy="644525"/>
        </p:xfrm>
        <a:graphic>
          <a:graphicData uri="http://schemas.openxmlformats.org/presentationml/2006/ole">
            <mc:AlternateContent xmlns:mc="http://schemas.openxmlformats.org/markup-compatibility/2006">
              <mc:Choice xmlns:v="urn:schemas-microsoft-com:vml" Requires="v">
                <p:oleObj spid="_x0000_s82148" name="Equation" r:id="rId17" imgW="774360" imgH="279360" progId="Equation.DSMT4">
                  <p:embed/>
                </p:oleObj>
              </mc:Choice>
              <mc:Fallback>
                <p:oleObj name="Equation" r:id="rId17" imgW="774360" imgH="279360" progId="Equation.DSMT4">
                  <p:embed/>
                  <p:pic>
                    <p:nvPicPr>
                      <p:cNvPr id="0" name="Picture 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570605" y="1768158"/>
                        <a:ext cx="1792288" cy="64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3"/>
          <p:cNvGraphicFramePr>
            <a:graphicFrameLocks noChangeAspect="1"/>
          </p:cNvGraphicFramePr>
          <p:nvPr/>
        </p:nvGraphicFramePr>
        <p:xfrm>
          <a:off x="5501640" y="1913573"/>
          <a:ext cx="676275" cy="439737"/>
        </p:xfrm>
        <a:graphic>
          <a:graphicData uri="http://schemas.openxmlformats.org/presentationml/2006/ole">
            <mc:AlternateContent xmlns:mc="http://schemas.openxmlformats.org/markup-compatibility/2006">
              <mc:Choice xmlns:v="urn:schemas-microsoft-com:vml" Requires="v">
                <p:oleObj spid="_x0000_s82149" name="Equation" r:id="rId19" imgW="291960" imgH="190440" progId="Equation.DSMT4">
                  <p:embed/>
                </p:oleObj>
              </mc:Choice>
              <mc:Fallback>
                <p:oleObj name="Equation" r:id="rId19" imgW="291960" imgH="190440" progId="Equation.DSMT4">
                  <p:embed/>
                  <p:pic>
                    <p:nvPicPr>
                      <p:cNvPr id="0" name="Picture 1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501640" y="1913573"/>
                        <a:ext cx="676275"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4"/>
          <p:cNvGraphicFramePr>
            <a:graphicFrameLocks noChangeAspect="1"/>
          </p:cNvGraphicFramePr>
          <p:nvPr/>
        </p:nvGraphicFramePr>
        <p:xfrm>
          <a:off x="6361113" y="1875790"/>
          <a:ext cx="646112" cy="439738"/>
        </p:xfrm>
        <a:graphic>
          <a:graphicData uri="http://schemas.openxmlformats.org/presentationml/2006/ole">
            <mc:AlternateContent xmlns:mc="http://schemas.openxmlformats.org/markup-compatibility/2006">
              <mc:Choice xmlns:v="urn:schemas-microsoft-com:vml" Requires="v">
                <p:oleObj spid="_x0000_s82150" name="Equation" r:id="rId21" imgW="279360" imgH="190440" progId="Equation.DSMT4">
                  <p:embed/>
                </p:oleObj>
              </mc:Choice>
              <mc:Fallback>
                <p:oleObj name="Equation" r:id="rId21" imgW="279360" imgH="190440" progId="Equation.DSMT4">
                  <p:embed/>
                  <p:pic>
                    <p:nvPicPr>
                      <p:cNvPr id="0" name="Picture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6361113" y="1875790"/>
                        <a:ext cx="646112"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5"/>
          <p:cNvGraphicFramePr>
            <a:graphicFrameLocks noChangeAspect="1"/>
          </p:cNvGraphicFramePr>
          <p:nvPr/>
        </p:nvGraphicFramePr>
        <p:xfrm>
          <a:off x="392113" y="2312353"/>
          <a:ext cx="882650" cy="439737"/>
        </p:xfrm>
        <a:graphic>
          <a:graphicData uri="http://schemas.openxmlformats.org/presentationml/2006/ole">
            <mc:AlternateContent xmlns:mc="http://schemas.openxmlformats.org/markup-compatibility/2006">
              <mc:Choice xmlns:v="urn:schemas-microsoft-com:vml" Requires="v">
                <p:oleObj spid="_x0000_s82151" name="Equation" r:id="rId23" imgW="380880" imgH="190440" progId="Equation.DSMT4">
                  <p:embed/>
                </p:oleObj>
              </mc:Choice>
              <mc:Fallback>
                <p:oleObj name="Equation" r:id="rId23" imgW="380880" imgH="190440" progId="Equation.DSMT4">
                  <p:embed/>
                  <p:pic>
                    <p:nvPicPr>
                      <p:cNvPr id="0" name="Picture 15"/>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2113" y="2312353"/>
                        <a:ext cx="882650"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6"/>
          <p:cNvGraphicFramePr>
            <a:graphicFrameLocks noChangeAspect="1"/>
          </p:cNvGraphicFramePr>
          <p:nvPr/>
        </p:nvGraphicFramePr>
        <p:xfrm>
          <a:off x="2057083" y="2348230"/>
          <a:ext cx="4054475" cy="1317625"/>
        </p:xfrm>
        <a:graphic>
          <a:graphicData uri="http://schemas.openxmlformats.org/presentationml/2006/ole">
            <mc:AlternateContent xmlns:mc="http://schemas.openxmlformats.org/markup-compatibility/2006">
              <mc:Choice xmlns:v="urn:schemas-microsoft-com:vml" Requires="v">
                <p:oleObj spid="_x0000_s82152" name="Equation" r:id="rId25" imgW="1752480" imgH="571320" progId="Equation.DSMT4">
                  <p:embed/>
                </p:oleObj>
              </mc:Choice>
              <mc:Fallback>
                <p:oleObj name="Equation" r:id="rId25" imgW="1752480" imgH="571320" progId="Equation.DSMT4">
                  <p:embed/>
                  <p:pic>
                    <p:nvPicPr>
                      <p:cNvPr id="0" name="Picture 16"/>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2057083" y="2348230"/>
                        <a:ext cx="4054475" cy="1317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Text Box 12"/>
          <p:cNvSpPr txBox="1">
            <a:spLocks noChangeArrowheads="1"/>
          </p:cNvSpPr>
          <p:nvPr/>
        </p:nvSpPr>
        <p:spPr bwMode="auto">
          <a:xfrm>
            <a:off x="233680" y="3847148"/>
            <a:ext cx="8554720" cy="962956"/>
          </a:xfrm>
          <a:prstGeom prst="rect">
            <a:avLst/>
          </a:prstGeom>
          <a:ln>
            <a:headEnd/>
            <a:tailEnd/>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若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称          与</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正交，记为             </a:t>
            </a:r>
            <a:r>
              <a:rPr lang="en-US" altLang="zh-CN" sz="2000" dirty="0" smtClean="0">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利用内积可以定义函数的平方模</a:t>
            </a:r>
          </a:p>
        </p:txBody>
      </p:sp>
      <p:graphicFrame>
        <p:nvGraphicFramePr>
          <p:cNvPr id="20" name="Object 17"/>
          <p:cNvGraphicFramePr>
            <a:graphicFrameLocks noChangeAspect="1"/>
          </p:cNvGraphicFramePr>
          <p:nvPr/>
        </p:nvGraphicFramePr>
        <p:xfrm>
          <a:off x="578485" y="3910965"/>
          <a:ext cx="1147763" cy="439738"/>
        </p:xfrm>
        <a:graphic>
          <a:graphicData uri="http://schemas.openxmlformats.org/presentationml/2006/ole">
            <mc:AlternateContent xmlns:mc="http://schemas.openxmlformats.org/markup-compatibility/2006">
              <mc:Choice xmlns:v="urn:schemas-microsoft-com:vml" Requires="v">
                <p:oleObj spid="_x0000_s82153" name="Equation" r:id="rId27" imgW="495000" imgH="190440" progId="Equation.DSMT4">
                  <p:embed/>
                </p:oleObj>
              </mc:Choice>
              <mc:Fallback>
                <p:oleObj name="Equation" r:id="rId27" imgW="495000" imgH="190440" progId="Equation.DSMT4">
                  <p:embed/>
                  <p:pic>
                    <p:nvPicPr>
                      <p:cNvPr id="0" name="Picture 17"/>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78485" y="3910965"/>
                        <a:ext cx="1147763"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8"/>
          <p:cNvGraphicFramePr>
            <a:graphicFrameLocks noChangeAspect="1"/>
          </p:cNvGraphicFramePr>
          <p:nvPr/>
        </p:nvGraphicFramePr>
        <p:xfrm>
          <a:off x="2182495" y="3927158"/>
          <a:ext cx="676275" cy="439737"/>
        </p:xfrm>
        <a:graphic>
          <a:graphicData uri="http://schemas.openxmlformats.org/presentationml/2006/ole">
            <mc:AlternateContent xmlns:mc="http://schemas.openxmlformats.org/markup-compatibility/2006">
              <mc:Choice xmlns:v="urn:schemas-microsoft-com:vml" Requires="v">
                <p:oleObj spid="_x0000_s82154" name="Equation" r:id="rId29" imgW="291960" imgH="190440" progId="Equation.DSMT4">
                  <p:embed/>
                </p:oleObj>
              </mc:Choice>
              <mc:Fallback>
                <p:oleObj name="Equation" r:id="rId29" imgW="291960" imgH="190440" progId="Equation.DSMT4">
                  <p:embed/>
                  <p:pic>
                    <p:nvPicPr>
                      <p:cNvPr id="0" name="Picture 1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82495" y="3927158"/>
                        <a:ext cx="676275" cy="439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19"/>
          <p:cNvGraphicFramePr>
            <a:graphicFrameLocks noChangeAspect="1"/>
          </p:cNvGraphicFramePr>
          <p:nvPr/>
        </p:nvGraphicFramePr>
        <p:xfrm>
          <a:off x="3010853" y="3910965"/>
          <a:ext cx="646112" cy="439738"/>
        </p:xfrm>
        <a:graphic>
          <a:graphicData uri="http://schemas.openxmlformats.org/presentationml/2006/ole">
            <mc:AlternateContent xmlns:mc="http://schemas.openxmlformats.org/markup-compatibility/2006">
              <mc:Choice xmlns:v="urn:schemas-microsoft-com:vml" Requires="v">
                <p:oleObj spid="_x0000_s82155" name="Equation" r:id="rId30" imgW="279360" imgH="190440" progId="Equation.DSMT4">
                  <p:embed/>
                </p:oleObj>
              </mc:Choice>
              <mc:Fallback>
                <p:oleObj name="Equation" r:id="rId30" imgW="279360" imgH="190440" progId="Equation.DSMT4">
                  <p:embed/>
                  <p:pic>
                    <p:nvPicPr>
                      <p:cNvPr id="0" name="Picture 1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010853" y="3910965"/>
                        <a:ext cx="646112"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0"/>
          <p:cNvGraphicFramePr>
            <a:graphicFrameLocks noChangeAspect="1"/>
          </p:cNvGraphicFramePr>
          <p:nvPr/>
        </p:nvGraphicFramePr>
        <p:xfrm>
          <a:off x="4837430" y="3940810"/>
          <a:ext cx="852488" cy="439738"/>
        </p:xfrm>
        <a:graphic>
          <a:graphicData uri="http://schemas.openxmlformats.org/presentationml/2006/ole">
            <mc:AlternateContent xmlns:mc="http://schemas.openxmlformats.org/markup-compatibility/2006">
              <mc:Choice xmlns:v="urn:schemas-microsoft-com:vml" Requires="v">
                <p:oleObj spid="_x0000_s82156" name="Equation" r:id="rId31" imgW="368280" imgH="190440" progId="Equation.DSMT4">
                  <p:embed/>
                </p:oleObj>
              </mc:Choice>
              <mc:Fallback>
                <p:oleObj name="Equation" r:id="rId31" imgW="368280" imgH="190440" progId="Equation.DSMT4">
                  <p:embed/>
                  <p:pic>
                    <p:nvPicPr>
                      <p:cNvPr id="0" name="Picture 20"/>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837430" y="3940810"/>
                        <a:ext cx="852488"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1"/>
          <p:cNvGraphicFramePr>
            <a:graphicFrameLocks noChangeAspect="1"/>
          </p:cNvGraphicFramePr>
          <p:nvPr/>
        </p:nvGraphicFramePr>
        <p:xfrm>
          <a:off x="1195705" y="4227195"/>
          <a:ext cx="2938463" cy="644525"/>
        </p:xfrm>
        <a:graphic>
          <a:graphicData uri="http://schemas.openxmlformats.org/presentationml/2006/ole">
            <mc:AlternateContent xmlns:mc="http://schemas.openxmlformats.org/markup-compatibility/2006">
              <mc:Choice xmlns:v="urn:schemas-microsoft-com:vml" Requires="v">
                <p:oleObj spid="_x0000_s82157" name="Equation" r:id="rId33" imgW="1269720" imgH="279360" progId="Equation.DSMT4">
                  <p:embed/>
                </p:oleObj>
              </mc:Choice>
              <mc:Fallback>
                <p:oleObj name="Equation" r:id="rId33" imgW="1269720" imgH="279360" progId="Equation.DSMT4">
                  <p:embed/>
                  <p:pic>
                    <p:nvPicPr>
                      <p:cNvPr id="0" name="Picture 2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195705" y="4227195"/>
                        <a:ext cx="2938463" cy="644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3007"/>
                                        </p:tgtEl>
                                        <p:attrNameLst>
                                          <p:attrName>style.visibility</p:attrName>
                                        </p:attrNameLst>
                                      </p:cBhvr>
                                      <p:to>
                                        <p:strVal val="visible"/>
                                      </p:to>
                                    </p:set>
                                    <p:animEffect transition="in" filter="blinds(horizontal)">
                                      <p:cBhvr>
                                        <p:cTn id="25" dur="500"/>
                                        <p:tgtEl>
                                          <p:spTgt spid="83007"/>
                                        </p:tgtEl>
                                      </p:cBhvr>
                                    </p:animEffect>
                                  </p:childTnLst>
                                </p:cTn>
                              </p:par>
                              <p:par>
                                <p:cTn id="26" presetID="3" presetClass="entr" presetSubtype="1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par>
                                <p:cTn id="29" presetID="3" presetClass="entr" presetSubtype="10" fill="hold" nodeType="with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blinds(horizontal)">
                                      <p:cBhvr>
                                        <p:cTn id="31" dur="500"/>
                                        <p:tgtEl>
                                          <p:spTgt spid="4"/>
                                        </p:tgtEl>
                                      </p:cBhvr>
                                    </p:animEffect>
                                  </p:childTnLst>
                                </p:cTn>
                              </p:par>
                              <p:par>
                                <p:cTn id="32" presetID="3" presetClass="entr" presetSubtype="10" fill="hold" nodeType="withEffect">
                                  <p:stCondLst>
                                    <p:cond delay="0"/>
                                  </p:stCondLst>
                                  <p:childTnLst>
                                    <p:set>
                                      <p:cBhvr>
                                        <p:cTn id="33" dur="1" fill="hold">
                                          <p:stCondLst>
                                            <p:cond delay="0"/>
                                          </p:stCondLst>
                                        </p:cTn>
                                        <p:tgtEl>
                                          <p:spTgt spid="6"/>
                                        </p:tgtEl>
                                        <p:attrNameLst>
                                          <p:attrName>style.visibility</p:attrName>
                                        </p:attrNameLst>
                                      </p:cBhvr>
                                      <p:to>
                                        <p:strVal val="visible"/>
                                      </p:to>
                                    </p:set>
                                    <p:animEffect transition="in" filter="blinds(horizontal)">
                                      <p:cBhvr>
                                        <p:cTn id="34" dur="500"/>
                                        <p:tgtEl>
                                          <p:spTgt spid="6"/>
                                        </p:tgtEl>
                                      </p:cBhvr>
                                    </p:animEffect>
                                  </p:childTnLst>
                                </p:cTn>
                              </p:par>
                              <p:par>
                                <p:cTn id="35" presetID="3" presetClass="entr" presetSubtype="1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blinds(horizontal)">
                                      <p:cBhvr>
                                        <p:cTn id="37" dur="500"/>
                                        <p:tgtEl>
                                          <p:spTgt spid="7"/>
                                        </p:tgtEl>
                                      </p:cBhvr>
                                    </p:animEffect>
                                  </p:childTnLst>
                                </p:cTn>
                              </p:par>
                              <p:par>
                                <p:cTn id="38" presetID="3" presetClass="entr" presetSubtype="10" fill="hold" nodeType="with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linds(horizontal)">
                                      <p:cBhvr>
                                        <p:cTn id="40" dur="500"/>
                                        <p:tgtEl>
                                          <p:spTgt spid="9"/>
                                        </p:tgtEl>
                                      </p:cBhvr>
                                    </p:animEffect>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blinds(horizontal)">
                                      <p:cBhvr>
                                        <p:cTn id="45" dur="500"/>
                                        <p:tgtEl>
                                          <p:spTgt spid="17"/>
                                        </p:tgtEl>
                                      </p:cBhvr>
                                    </p:animEffect>
                                  </p:childTnLst>
                                </p:cTn>
                              </p:par>
                              <p:par>
                                <p:cTn id="46" presetID="3" presetClass="entr" presetSubtype="10" fill="hold" nodeType="withEffect">
                                  <p:stCondLst>
                                    <p:cond delay="0"/>
                                  </p:stCondLst>
                                  <p:childTnLst>
                                    <p:set>
                                      <p:cBhvr>
                                        <p:cTn id="47" dur="1" fill="hold">
                                          <p:stCondLst>
                                            <p:cond delay="0"/>
                                          </p:stCondLst>
                                        </p:cTn>
                                        <p:tgtEl>
                                          <p:spTgt spid="10"/>
                                        </p:tgtEl>
                                        <p:attrNameLst>
                                          <p:attrName>style.visibility</p:attrName>
                                        </p:attrNameLst>
                                      </p:cBhvr>
                                      <p:to>
                                        <p:strVal val="visible"/>
                                      </p:to>
                                    </p:set>
                                    <p:animEffect transition="in" filter="blinds(horizontal)">
                                      <p:cBhvr>
                                        <p:cTn id="48" dur="500"/>
                                        <p:tgtEl>
                                          <p:spTgt spid="10"/>
                                        </p:tgtEl>
                                      </p:cBhvr>
                                    </p:animEffect>
                                  </p:childTnLst>
                                </p:cTn>
                              </p:par>
                              <p:par>
                                <p:cTn id="49" presetID="3" presetClass="entr" presetSubtype="10" fill="hold" nodeType="withEffect">
                                  <p:stCondLst>
                                    <p:cond delay="0"/>
                                  </p:stCondLst>
                                  <p:childTnLst>
                                    <p:set>
                                      <p:cBhvr>
                                        <p:cTn id="50" dur="1" fill="hold">
                                          <p:stCondLst>
                                            <p:cond delay="0"/>
                                          </p:stCondLst>
                                        </p:cTn>
                                        <p:tgtEl>
                                          <p:spTgt spid="11"/>
                                        </p:tgtEl>
                                        <p:attrNameLst>
                                          <p:attrName>style.visibility</p:attrName>
                                        </p:attrNameLst>
                                      </p:cBhvr>
                                      <p:to>
                                        <p:strVal val="visible"/>
                                      </p:to>
                                    </p:set>
                                    <p:animEffect transition="in" filter="blinds(horizontal)">
                                      <p:cBhvr>
                                        <p:cTn id="51" dur="500"/>
                                        <p:tgtEl>
                                          <p:spTgt spid="11"/>
                                        </p:tgtEl>
                                      </p:cBhvr>
                                    </p:animEffect>
                                  </p:childTnLst>
                                </p:cTn>
                              </p:par>
                              <p:par>
                                <p:cTn id="52" presetID="3" presetClass="entr" presetSubtype="10" fill="hold" nodeType="withEffect">
                                  <p:stCondLst>
                                    <p:cond delay="0"/>
                                  </p:stCondLst>
                                  <p:childTnLst>
                                    <p:set>
                                      <p:cBhvr>
                                        <p:cTn id="53" dur="1" fill="hold">
                                          <p:stCondLst>
                                            <p:cond delay="0"/>
                                          </p:stCondLst>
                                        </p:cTn>
                                        <p:tgtEl>
                                          <p:spTgt spid="12"/>
                                        </p:tgtEl>
                                        <p:attrNameLst>
                                          <p:attrName>style.visibility</p:attrName>
                                        </p:attrNameLst>
                                      </p:cBhvr>
                                      <p:to>
                                        <p:strVal val="visible"/>
                                      </p:to>
                                    </p:set>
                                    <p:animEffect transition="in" filter="blinds(horizontal)">
                                      <p:cBhvr>
                                        <p:cTn id="54" dur="500"/>
                                        <p:tgtEl>
                                          <p:spTgt spid="12"/>
                                        </p:tgtEl>
                                      </p:cBhvr>
                                    </p:animEffect>
                                  </p:childTnLst>
                                </p:cTn>
                              </p:par>
                              <p:par>
                                <p:cTn id="55" presetID="3" presetClass="entr" presetSubtype="10" fill="hold" nodeType="with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blinds(horizontal)">
                                      <p:cBhvr>
                                        <p:cTn id="57" dur="500"/>
                                        <p:tgtEl>
                                          <p:spTgt spid="13"/>
                                        </p:tgtEl>
                                      </p:cBhvr>
                                    </p:animEffect>
                                  </p:childTnLst>
                                </p:cTn>
                              </p:par>
                              <p:par>
                                <p:cTn id="58" presetID="3" presetClass="entr" presetSubtype="10" fill="hold" nodeType="withEffect">
                                  <p:stCondLst>
                                    <p:cond delay="0"/>
                                  </p:stCondLst>
                                  <p:childTnLst>
                                    <p:set>
                                      <p:cBhvr>
                                        <p:cTn id="59" dur="1" fill="hold">
                                          <p:stCondLst>
                                            <p:cond delay="0"/>
                                          </p:stCondLst>
                                        </p:cTn>
                                        <p:tgtEl>
                                          <p:spTgt spid="18"/>
                                        </p:tgtEl>
                                        <p:attrNameLst>
                                          <p:attrName>style.visibility</p:attrName>
                                        </p:attrNameLst>
                                      </p:cBhvr>
                                      <p:to>
                                        <p:strVal val="visible"/>
                                      </p:to>
                                    </p:set>
                                    <p:animEffect transition="in" filter="blinds(horizontal)">
                                      <p:cBhvr>
                                        <p:cTn id="60" dur="500"/>
                                        <p:tgtEl>
                                          <p:spTgt spid="18"/>
                                        </p:tgtEl>
                                      </p:cBhvr>
                                    </p:animEffect>
                                  </p:childTnLst>
                                </p:cTn>
                              </p:par>
                              <p:par>
                                <p:cTn id="61" presetID="3" presetClass="entr" presetSubtype="10" fill="hold" nodeType="withEffect">
                                  <p:stCondLst>
                                    <p:cond delay="0"/>
                                  </p:stCondLst>
                                  <p:childTnLst>
                                    <p:set>
                                      <p:cBhvr>
                                        <p:cTn id="62" dur="1" fill="hold">
                                          <p:stCondLst>
                                            <p:cond delay="0"/>
                                          </p:stCondLst>
                                        </p:cTn>
                                        <p:tgtEl>
                                          <p:spTgt spid="19"/>
                                        </p:tgtEl>
                                        <p:attrNameLst>
                                          <p:attrName>style.visibility</p:attrName>
                                        </p:attrNameLst>
                                      </p:cBhvr>
                                      <p:to>
                                        <p:strVal val="visible"/>
                                      </p:to>
                                    </p:set>
                                    <p:animEffect transition="in" filter="blinds(horizontal)">
                                      <p:cBhvr>
                                        <p:cTn id="63" dur="500"/>
                                        <p:tgtEl>
                                          <p:spTgt spid="19"/>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blinds(horizontal)">
                                      <p:cBhvr>
                                        <p:cTn id="68" dur="500"/>
                                        <p:tgtEl>
                                          <p:spTgt spid="22"/>
                                        </p:tgtEl>
                                      </p:cBhvr>
                                    </p:animEffect>
                                  </p:childTnLst>
                                </p:cTn>
                              </p:par>
                              <p:par>
                                <p:cTn id="69" presetID="3" presetClass="entr" presetSubtype="10" fill="hold" nodeType="withEffect">
                                  <p:stCondLst>
                                    <p:cond delay="0"/>
                                  </p:stCondLst>
                                  <p:childTnLst>
                                    <p:set>
                                      <p:cBhvr>
                                        <p:cTn id="70" dur="1" fill="hold">
                                          <p:stCondLst>
                                            <p:cond delay="0"/>
                                          </p:stCondLst>
                                        </p:cTn>
                                        <p:tgtEl>
                                          <p:spTgt spid="20"/>
                                        </p:tgtEl>
                                        <p:attrNameLst>
                                          <p:attrName>style.visibility</p:attrName>
                                        </p:attrNameLst>
                                      </p:cBhvr>
                                      <p:to>
                                        <p:strVal val="visible"/>
                                      </p:to>
                                    </p:set>
                                    <p:animEffect transition="in" filter="blinds(horizontal)">
                                      <p:cBhvr>
                                        <p:cTn id="71" dur="500"/>
                                        <p:tgtEl>
                                          <p:spTgt spid="20"/>
                                        </p:tgtEl>
                                      </p:cBhvr>
                                    </p:animEffect>
                                  </p:childTnLst>
                                </p:cTn>
                              </p:par>
                              <p:par>
                                <p:cTn id="72" presetID="3" presetClass="entr" presetSubtype="10" fill="hold"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blinds(horizontal)">
                                      <p:cBhvr>
                                        <p:cTn id="74" dur="500"/>
                                        <p:tgtEl>
                                          <p:spTgt spid="21"/>
                                        </p:tgtEl>
                                      </p:cBhvr>
                                    </p:animEffect>
                                  </p:childTnLst>
                                </p:cTn>
                              </p:par>
                              <p:par>
                                <p:cTn id="75" presetID="3" presetClass="entr" presetSubtype="10" fill="hold" nodeType="withEffect">
                                  <p:stCondLst>
                                    <p:cond delay="0"/>
                                  </p:stCondLst>
                                  <p:childTnLst>
                                    <p:set>
                                      <p:cBhvr>
                                        <p:cTn id="76" dur="1" fill="hold">
                                          <p:stCondLst>
                                            <p:cond delay="0"/>
                                          </p:stCondLst>
                                        </p:cTn>
                                        <p:tgtEl>
                                          <p:spTgt spid="23"/>
                                        </p:tgtEl>
                                        <p:attrNameLst>
                                          <p:attrName>style.visibility</p:attrName>
                                        </p:attrNameLst>
                                      </p:cBhvr>
                                      <p:to>
                                        <p:strVal val="visible"/>
                                      </p:to>
                                    </p:set>
                                    <p:animEffect transition="in" filter="blinds(horizontal)">
                                      <p:cBhvr>
                                        <p:cTn id="77" dur="500"/>
                                        <p:tgtEl>
                                          <p:spTgt spid="23"/>
                                        </p:tgtEl>
                                      </p:cBhvr>
                                    </p:animEffect>
                                  </p:childTnLst>
                                </p:cTn>
                              </p:par>
                              <p:par>
                                <p:cTn id="78" presetID="3" presetClass="entr" presetSubtype="10" fill="hold" nodeType="withEffect">
                                  <p:stCondLst>
                                    <p:cond delay="0"/>
                                  </p:stCondLst>
                                  <p:childTnLst>
                                    <p:set>
                                      <p:cBhvr>
                                        <p:cTn id="79" dur="1" fill="hold">
                                          <p:stCondLst>
                                            <p:cond delay="0"/>
                                          </p:stCondLst>
                                        </p:cTn>
                                        <p:tgtEl>
                                          <p:spTgt spid="24"/>
                                        </p:tgtEl>
                                        <p:attrNameLst>
                                          <p:attrName>style.visibility</p:attrName>
                                        </p:attrNameLst>
                                      </p:cBhvr>
                                      <p:to>
                                        <p:strVal val="visible"/>
                                      </p:to>
                                    </p:set>
                                    <p:animEffect transition="in" filter="blinds(horizontal)">
                                      <p:cBhvr>
                                        <p:cTn id="80" dur="500"/>
                                        <p:tgtEl>
                                          <p:spTgt spid="24"/>
                                        </p:tgtEl>
                                      </p:cBhvr>
                                    </p:animEffect>
                                  </p:childTnLst>
                                </p:cTn>
                              </p:par>
                              <p:par>
                                <p:cTn id="81" presetID="3" presetClass="entr" presetSubtype="10" fill="hold" nodeType="withEffect">
                                  <p:stCondLst>
                                    <p:cond delay="0"/>
                                  </p:stCondLst>
                                  <p:childTnLst>
                                    <p:set>
                                      <p:cBhvr>
                                        <p:cTn id="82" dur="1" fill="hold">
                                          <p:stCondLst>
                                            <p:cond delay="0"/>
                                          </p:stCondLst>
                                        </p:cTn>
                                        <p:tgtEl>
                                          <p:spTgt spid="25"/>
                                        </p:tgtEl>
                                        <p:attrNameLst>
                                          <p:attrName>style.visibility</p:attrName>
                                        </p:attrNameLst>
                                      </p:cBhvr>
                                      <p:to>
                                        <p:strVal val="visible"/>
                                      </p:to>
                                    </p:set>
                                    <p:animEffect transition="in" filter="blinds(horizontal)">
                                      <p:cBhvr>
                                        <p:cTn id="83"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17" grpId="0" animBg="1"/>
      <p:bldP spid="22"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70840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191760" y="371476"/>
            <a:ext cx="3828415" cy="1460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13784" y="174625"/>
            <a:ext cx="180149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正交多项式</a:t>
            </a:r>
            <a:endParaRPr lang="zh-CN" altLang="en-US" sz="2000" b="1" dirty="0">
              <a:solidFill>
                <a:srgbClr val="314865"/>
              </a:solidFill>
              <a:latin typeface="+mj-ea"/>
            </a:endParaRPr>
          </a:p>
        </p:txBody>
      </p:sp>
      <p:sp>
        <p:nvSpPr>
          <p:cNvPr id="8" name="Text Box 2"/>
          <p:cNvSpPr txBox="1">
            <a:spLocks noChangeArrowheads="1"/>
          </p:cNvSpPr>
          <p:nvPr/>
        </p:nvSpPr>
        <p:spPr bwMode="auto">
          <a:xfrm>
            <a:off x="213711" y="568434"/>
            <a:ext cx="8194565" cy="1815882"/>
          </a:xfrm>
          <a:prstGeom prst="rect">
            <a:avLst/>
          </a:prstGeom>
          <a:ln>
            <a:headEnd/>
            <a:tailEnd/>
          </a:ln>
          <a:scene3d>
            <a:camera prst="orthographicFront"/>
            <a:lightRig rig="threePt" dir="t"/>
          </a:scene3d>
          <a:sp3d>
            <a:bevelT w="165100" prst="coolSlant"/>
          </a:sp3d>
        </p:spPr>
        <p:style>
          <a:lnRef idx="1">
            <a:schemeClr val="accent1"/>
          </a:lnRef>
          <a:fillRef idx="2">
            <a:schemeClr val="accent1"/>
          </a:fillRef>
          <a:effectRef idx="1">
            <a:schemeClr val="accent1"/>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函数的平方模满足</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83007" name="Object 2"/>
          <p:cNvGraphicFramePr>
            <a:graphicFrameLocks noChangeAspect="1"/>
          </p:cNvGraphicFramePr>
          <p:nvPr/>
        </p:nvGraphicFramePr>
        <p:xfrm>
          <a:off x="2372360" y="631508"/>
          <a:ext cx="5111750" cy="1785937"/>
        </p:xfrm>
        <a:graphic>
          <a:graphicData uri="http://schemas.openxmlformats.org/presentationml/2006/ole">
            <mc:AlternateContent xmlns:mc="http://schemas.openxmlformats.org/markup-compatibility/2006">
              <mc:Choice xmlns:v="urn:schemas-microsoft-com:vml" Requires="v">
                <p:oleObj spid="_x0000_s84042" name="Equation" r:id="rId3" imgW="2209680" imgH="774360" progId="Equation.DSMT4">
                  <p:embed/>
                </p:oleObj>
              </mc:Choice>
              <mc:Fallback>
                <p:oleObj name="Equation" r:id="rId3" imgW="2209680" imgH="77436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2360" y="631508"/>
                        <a:ext cx="5111750" cy="1785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7"/>
          <p:cNvSpPr txBox="1">
            <a:spLocks noChangeArrowheads="1"/>
          </p:cNvSpPr>
          <p:nvPr/>
        </p:nvSpPr>
        <p:spPr bwMode="auto">
          <a:xfrm>
            <a:off x="203200" y="2623820"/>
            <a:ext cx="8199120" cy="1631216"/>
          </a:xfrm>
          <a:prstGeom prst="rect">
            <a:avLst/>
          </a:prstGeom>
          <a:ln>
            <a:headEnd/>
            <a:tailEnd/>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gn="l"/>
            <a:r>
              <a:rPr lang="zh-CN" altLang="en-US" sz="2000" dirty="0" smtClean="0">
                <a:solidFill>
                  <a:schemeClr val="dk1"/>
                </a:solidFill>
                <a:latin typeface="Calibri" pitchFamily="34" charset="0"/>
                <a:ea typeface="宋体" pitchFamily="2" charset="-122"/>
                <a:sym typeface="Symbol" pitchFamily="18" charset="2"/>
              </a:rPr>
              <a:t>考虑到           在区间</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上各点的函数值比重不同，常引进加权形式的</a:t>
            </a:r>
            <a:endParaRPr lang="en-US" altLang="zh-CN" sz="2000" dirty="0" smtClean="0">
              <a:solidFill>
                <a:schemeClr val="dk1"/>
              </a:solidFill>
              <a:latin typeface="Calibri" pitchFamily="34" charset="0"/>
              <a:ea typeface="宋体" pitchFamily="2" charset="-122"/>
              <a:sym typeface="Symbol" pitchFamily="18" charset="2"/>
            </a:endParaRPr>
          </a:p>
          <a:p>
            <a:pPr algn="l"/>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定义：                                                        ，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这里函数            是非负连续函数</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2" name="Object 3"/>
          <p:cNvGraphicFramePr>
            <a:graphicFrameLocks noChangeAspect="1"/>
          </p:cNvGraphicFramePr>
          <p:nvPr/>
        </p:nvGraphicFramePr>
        <p:xfrm>
          <a:off x="985520" y="2617470"/>
          <a:ext cx="674688" cy="439738"/>
        </p:xfrm>
        <a:graphic>
          <a:graphicData uri="http://schemas.openxmlformats.org/presentationml/2006/ole">
            <mc:AlternateContent xmlns:mc="http://schemas.openxmlformats.org/markup-compatibility/2006">
              <mc:Choice xmlns:v="urn:schemas-microsoft-com:vml" Requires="v">
                <p:oleObj spid="_x0000_s84043" name="Equation" r:id="rId5" imgW="291960" imgH="190440" progId="Equation.DSMT4">
                  <p:embed/>
                </p:oleObj>
              </mc:Choice>
              <mc:Fallback>
                <p:oleObj name="Equation" r:id="rId5" imgW="291960" imgH="19044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5520" y="2617470"/>
                        <a:ext cx="674688"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2399983" y="2620645"/>
          <a:ext cx="674687" cy="439738"/>
        </p:xfrm>
        <a:graphic>
          <a:graphicData uri="http://schemas.openxmlformats.org/presentationml/2006/ole">
            <mc:AlternateContent xmlns:mc="http://schemas.openxmlformats.org/markup-compatibility/2006">
              <mc:Choice xmlns:v="urn:schemas-microsoft-com:vml" Requires="v">
                <p:oleObj spid="_x0000_s84044" name="Equation" r:id="rId7" imgW="291960" imgH="190440" progId="Equation.DSMT4">
                  <p:embed/>
                </p:oleObj>
              </mc:Choice>
              <mc:Fallback>
                <p:oleObj name="Equation" r:id="rId7" imgW="291960" imgH="1904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99983" y="2620645"/>
                        <a:ext cx="674687"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4" name="Object 8"/>
          <p:cNvGraphicFramePr>
            <a:graphicFrameLocks noChangeAspect="1"/>
          </p:cNvGraphicFramePr>
          <p:nvPr/>
        </p:nvGraphicFramePr>
        <p:xfrm>
          <a:off x="969645" y="3238818"/>
          <a:ext cx="3182938" cy="571500"/>
        </p:xfrm>
        <a:graphic>
          <a:graphicData uri="http://schemas.openxmlformats.org/presentationml/2006/ole">
            <mc:AlternateContent xmlns:mc="http://schemas.openxmlformats.org/markup-compatibility/2006">
              <mc:Choice xmlns:v="urn:schemas-microsoft-com:vml" Requires="v">
                <p:oleObj spid="_x0000_s84045" name="Equation" r:id="rId9" imgW="2552400" imgH="457200" progId="Equation.DSMT4">
                  <p:embed/>
                </p:oleObj>
              </mc:Choice>
              <mc:Fallback>
                <p:oleObj name="Equation" r:id="rId9" imgW="2552400" imgH="45720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9645" y="3238818"/>
                        <a:ext cx="3182938"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6265" name="Object 9"/>
          <p:cNvGraphicFramePr>
            <a:graphicFrameLocks noChangeAspect="1"/>
          </p:cNvGraphicFramePr>
          <p:nvPr/>
        </p:nvGraphicFramePr>
        <p:xfrm>
          <a:off x="4397693" y="3152458"/>
          <a:ext cx="2801937" cy="665162"/>
        </p:xfrm>
        <a:graphic>
          <a:graphicData uri="http://schemas.openxmlformats.org/presentationml/2006/ole">
            <mc:AlternateContent xmlns:mc="http://schemas.openxmlformats.org/markup-compatibility/2006">
              <mc:Choice xmlns:v="urn:schemas-microsoft-com:vml" Requires="v">
                <p:oleObj spid="_x0000_s84046" name="Equation" r:id="rId11" imgW="2247840" imgH="533160" progId="Equation.DSMT4">
                  <p:embed/>
                </p:oleObj>
              </mc:Choice>
              <mc:Fallback>
                <p:oleObj name="Equation" r:id="rId11" imgW="2247840" imgH="53316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97693" y="3152458"/>
                        <a:ext cx="2801937" cy="665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7"/>
          <p:cNvGraphicFramePr>
            <a:graphicFrameLocks noChangeAspect="1"/>
          </p:cNvGraphicFramePr>
          <p:nvPr/>
        </p:nvGraphicFramePr>
        <p:xfrm>
          <a:off x="531178" y="3778250"/>
          <a:ext cx="674687" cy="439738"/>
        </p:xfrm>
        <a:graphic>
          <a:graphicData uri="http://schemas.openxmlformats.org/presentationml/2006/ole">
            <mc:AlternateContent xmlns:mc="http://schemas.openxmlformats.org/markup-compatibility/2006">
              <mc:Choice xmlns:v="urn:schemas-microsoft-com:vml" Requires="v">
                <p:oleObj spid="_x0000_s84047" name="Equation" r:id="rId13" imgW="291960" imgH="190440" progId="Equation.DSMT4">
                  <p:embed/>
                </p:oleObj>
              </mc:Choice>
              <mc:Fallback>
                <p:oleObj name="Equation" r:id="rId13" imgW="291960" imgH="19044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1178" y="3778250"/>
                        <a:ext cx="674687"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blinds(horizontal)">
                                      <p:cBhvr>
                                        <p:cTn id="22" dur="500"/>
                                        <p:tgtEl>
                                          <p:spTgt spid="8"/>
                                        </p:tgtEl>
                                      </p:cBhvr>
                                    </p:animEffect>
                                  </p:childTnLst>
                                </p:cTn>
                              </p:par>
                              <p:par>
                                <p:cTn id="23" presetID="3" presetClass="entr" presetSubtype="10" fill="hold" nodeType="withEffect">
                                  <p:stCondLst>
                                    <p:cond delay="0"/>
                                  </p:stCondLst>
                                  <p:childTnLst>
                                    <p:set>
                                      <p:cBhvr>
                                        <p:cTn id="24" dur="1" fill="hold">
                                          <p:stCondLst>
                                            <p:cond delay="0"/>
                                          </p:stCondLst>
                                        </p:cTn>
                                        <p:tgtEl>
                                          <p:spTgt spid="83007"/>
                                        </p:tgtEl>
                                        <p:attrNameLst>
                                          <p:attrName>style.visibility</p:attrName>
                                        </p:attrNameLst>
                                      </p:cBhvr>
                                      <p:to>
                                        <p:strVal val="visible"/>
                                      </p:to>
                                    </p:set>
                                    <p:animEffect transition="in" filter="blinds(horizontal)">
                                      <p:cBhvr>
                                        <p:cTn id="25" dur="500"/>
                                        <p:tgtEl>
                                          <p:spTgt spid="83007"/>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blinds(horizontal)">
                                      <p:cBhvr>
                                        <p:cTn id="30" dur="500"/>
                                        <p:tgtEl>
                                          <p:spTgt spid="10"/>
                                        </p:tgtEl>
                                      </p:cBhvr>
                                    </p:animEffect>
                                  </p:childTnLst>
                                </p:cTn>
                              </p:par>
                              <p:par>
                                <p:cTn id="31" presetID="3" presetClass="entr" presetSubtype="1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par>
                                <p:cTn id="34" presetID="3" presetClass="entr" presetSubtype="1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par>
                                <p:cTn id="37" presetID="3" presetClass="entr" presetSubtype="10" fill="hold" nodeType="withEffect">
                                  <p:stCondLst>
                                    <p:cond delay="0"/>
                                  </p:stCondLst>
                                  <p:childTnLst>
                                    <p:set>
                                      <p:cBhvr>
                                        <p:cTn id="38" dur="1" fill="hold">
                                          <p:stCondLst>
                                            <p:cond delay="0"/>
                                          </p:stCondLst>
                                        </p:cTn>
                                        <p:tgtEl>
                                          <p:spTgt spid="96264"/>
                                        </p:tgtEl>
                                        <p:attrNameLst>
                                          <p:attrName>style.visibility</p:attrName>
                                        </p:attrNameLst>
                                      </p:cBhvr>
                                      <p:to>
                                        <p:strVal val="visible"/>
                                      </p:to>
                                    </p:set>
                                    <p:animEffect transition="in" filter="blinds(horizontal)">
                                      <p:cBhvr>
                                        <p:cTn id="39" dur="500"/>
                                        <p:tgtEl>
                                          <p:spTgt spid="96264"/>
                                        </p:tgtEl>
                                      </p:cBhvr>
                                    </p:animEffect>
                                  </p:childTnLst>
                                </p:cTn>
                              </p:par>
                              <p:par>
                                <p:cTn id="40" presetID="3" presetClass="entr" presetSubtype="10" fill="hold" nodeType="withEffect">
                                  <p:stCondLst>
                                    <p:cond delay="0"/>
                                  </p:stCondLst>
                                  <p:childTnLst>
                                    <p:set>
                                      <p:cBhvr>
                                        <p:cTn id="41" dur="1" fill="hold">
                                          <p:stCondLst>
                                            <p:cond delay="0"/>
                                          </p:stCondLst>
                                        </p:cTn>
                                        <p:tgtEl>
                                          <p:spTgt spid="96265"/>
                                        </p:tgtEl>
                                        <p:attrNameLst>
                                          <p:attrName>style.visibility</p:attrName>
                                        </p:attrNameLst>
                                      </p:cBhvr>
                                      <p:to>
                                        <p:strVal val="visible"/>
                                      </p:to>
                                    </p:set>
                                    <p:animEffect transition="in" filter="blinds(horizontal)">
                                      <p:cBhvr>
                                        <p:cTn id="42" dur="500"/>
                                        <p:tgtEl>
                                          <p:spTgt spid="96265"/>
                                        </p:tgtEl>
                                      </p:cBhvr>
                                    </p:animEffect>
                                  </p:childTnLst>
                                </p:cTn>
                              </p:par>
                              <p:par>
                                <p:cTn id="43" presetID="3" presetClass="entr" presetSubtype="1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blinds(horizontal)">
                                      <p:cBhvr>
                                        <p:cTn id="4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8" grpId="0" animBg="1"/>
      <p:bldP spid="10"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70840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191760" y="371476"/>
            <a:ext cx="3828415" cy="1460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13784" y="174625"/>
            <a:ext cx="180149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正交多项式</a:t>
            </a:r>
            <a:endParaRPr lang="zh-CN" altLang="en-US" sz="2000" b="1" dirty="0">
              <a:solidFill>
                <a:srgbClr val="314865"/>
              </a:solidFill>
              <a:latin typeface="+mj-ea"/>
            </a:endParaRPr>
          </a:p>
        </p:txBody>
      </p:sp>
      <p:sp>
        <p:nvSpPr>
          <p:cNvPr id="6" name="Text Box 2"/>
          <p:cNvSpPr txBox="1">
            <a:spLocks noChangeArrowheads="1"/>
          </p:cNvSpPr>
          <p:nvPr/>
        </p:nvSpPr>
        <p:spPr bwMode="auto">
          <a:xfrm>
            <a:off x="346841" y="582230"/>
            <a:ext cx="8324193" cy="1323439"/>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r>
              <a:rPr lang="zh-CN" altLang="en-US" sz="2000" dirty="0" smtClean="0">
                <a:solidFill>
                  <a:srgbClr val="FF0000"/>
                </a:solidFill>
                <a:latin typeface="Calibri" pitchFamily="34" charset="0"/>
                <a:ea typeface="宋体" pitchFamily="2" charset="-122"/>
                <a:sym typeface="Symbol" pitchFamily="18" charset="2"/>
              </a:rPr>
              <a:t>定理</a:t>
            </a:r>
            <a:r>
              <a:rPr lang="en-US" altLang="zh-CN" sz="2000" dirty="0" smtClean="0">
                <a:solidFill>
                  <a:srgbClr val="FF0000"/>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若                                        为</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上的一组线性无关函数</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则可得到</a:t>
            </a:r>
            <a:endParaRPr lang="en-US" altLang="zh-CN" sz="2000" dirty="0" smtClean="0">
              <a:solidFill>
                <a:schemeClr val="dk1"/>
              </a:solidFill>
              <a:latin typeface="Calibri" pitchFamily="34" charset="0"/>
              <a:ea typeface="宋体" pitchFamily="2" charset="-122"/>
              <a:sym typeface="Symbol" pitchFamily="18" charset="2"/>
            </a:endParaRPr>
          </a:p>
          <a:p>
            <a:pPr algn="l"/>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上一组两两正交的函数组</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满足</a:t>
            </a:r>
            <a:endParaRPr lang="en-US" altLang="zh-CN" sz="2000" dirty="0" smtClean="0">
              <a:solidFill>
                <a:schemeClr val="dk1"/>
              </a:solidFill>
              <a:latin typeface="Calibri" pitchFamily="34" charset="0"/>
              <a:ea typeface="宋体" pitchFamily="2" charset="-122"/>
              <a:sym typeface="Symbol" pitchFamily="18" charset="2"/>
            </a:endParaRPr>
          </a:p>
          <a:p>
            <a:pPr marL="457200" indent="-457200" algn="l">
              <a:buAutoNum type="arabicParenBoth"/>
            </a:pPr>
            <a:r>
              <a:rPr lang="zh-CN" altLang="en-US" sz="2000" dirty="0" smtClean="0">
                <a:solidFill>
                  <a:schemeClr val="dk1"/>
                </a:solidFill>
                <a:latin typeface="Calibri" pitchFamily="34" charset="0"/>
                <a:ea typeface="宋体" pitchFamily="2" charset="-122"/>
                <a:sym typeface="Symbol" pitchFamily="18" charset="2"/>
              </a:rPr>
              <a:t>          为                                         的线性组合，</a:t>
            </a:r>
            <a:endParaRPr lang="en-US" altLang="zh-CN" sz="2000" dirty="0" smtClean="0">
              <a:solidFill>
                <a:schemeClr val="dk1"/>
              </a:solidFill>
              <a:latin typeface="Calibri" pitchFamily="34" charset="0"/>
              <a:ea typeface="宋体" pitchFamily="2" charset="-122"/>
              <a:sym typeface="Symbol" pitchFamily="18" charset="2"/>
            </a:endParaRPr>
          </a:p>
          <a:p>
            <a:pPr marL="457200" indent="-457200" algn="l"/>
            <a:r>
              <a:rPr lang="en-US" altLang="zh-CN" sz="2000" dirty="0" smtClean="0">
                <a:solidFill>
                  <a:schemeClr val="dk1"/>
                </a:solidFill>
                <a:latin typeface="Calibri" pitchFamily="34" charset="0"/>
                <a:ea typeface="宋体" pitchFamily="2" charset="-122"/>
                <a:sym typeface="Symbol" pitchFamily="18" charset="2"/>
              </a:rPr>
              <a:t>(2)             </a:t>
            </a:r>
            <a:r>
              <a:rPr lang="zh-CN" altLang="en-US" sz="2000" dirty="0" smtClean="0">
                <a:solidFill>
                  <a:schemeClr val="dk1"/>
                </a:solidFill>
                <a:latin typeface="Calibri" pitchFamily="34" charset="0"/>
                <a:ea typeface="宋体" pitchFamily="2" charset="-122"/>
                <a:sym typeface="Symbol" pitchFamily="18" charset="2"/>
              </a:rPr>
              <a:t>为                                         的线性组合</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2" name="Object 3"/>
          <p:cNvGraphicFramePr>
            <a:graphicFrameLocks noChangeAspect="1"/>
          </p:cNvGraphicFramePr>
          <p:nvPr/>
        </p:nvGraphicFramePr>
        <p:xfrm>
          <a:off x="1479057" y="555680"/>
          <a:ext cx="2287587" cy="411162"/>
        </p:xfrm>
        <a:graphic>
          <a:graphicData uri="http://schemas.openxmlformats.org/presentationml/2006/ole">
            <mc:AlternateContent xmlns:mc="http://schemas.openxmlformats.org/markup-compatibility/2006">
              <mc:Choice xmlns:v="urn:schemas-microsoft-com:vml" Requires="v">
                <p:oleObj spid="_x0000_s85139" name="Equation" r:id="rId3" imgW="990360" imgH="177480" progId="Equation.DSMT4">
                  <p:embed/>
                </p:oleObj>
              </mc:Choice>
              <mc:Fallback>
                <p:oleObj name="Equation" r:id="rId3" imgW="990360" imgH="17748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9057" y="555680"/>
                        <a:ext cx="2287587"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4031418" y="594929"/>
          <a:ext cx="822325" cy="381000"/>
        </p:xfrm>
        <a:graphic>
          <a:graphicData uri="http://schemas.openxmlformats.org/presentationml/2006/ole">
            <mc:AlternateContent xmlns:mc="http://schemas.openxmlformats.org/markup-compatibility/2006">
              <mc:Choice xmlns:v="urn:schemas-microsoft-com:vml" Requires="v">
                <p:oleObj spid="_x0000_s85140" name="Equation" r:id="rId5" imgW="355320" imgH="164880" progId="Equation.DSMT4">
                  <p:embed/>
                </p:oleObj>
              </mc:Choice>
              <mc:Fallback>
                <p:oleObj name="Equation" r:id="rId5" imgW="355320" imgH="16488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31418" y="594929"/>
                        <a:ext cx="8223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5"/>
          <p:cNvGraphicFramePr>
            <a:graphicFrameLocks noChangeAspect="1"/>
          </p:cNvGraphicFramePr>
          <p:nvPr/>
        </p:nvGraphicFramePr>
        <p:xfrm>
          <a:off x="4039093" y="850089"/>
          <a:ext cx="2346325" cy="409575"/>
        </p:xfrm>
        <a:graphic>
          <a:graphicData uri="http://schemas.openxmlformats.org/presentationml/2006/ole">
            <mc:AlternateContent xmlns:mc="http://schemas.openxmlformats.org/markup-compatibility/2006">
              <mc:Choice xmlns:v="urn:schemas-microsoft-com:vml" Requires="v">
                <p:oleObj spid="_x0000_s85141" name="Equation" r:id="rId7" imgW="1015920" imgH="177480" progId="Equation.DSMT4">
                  <p:embed/>
                </p:oleObj>
              </mc:Choice>
              <mc:Fallback>
                <p:oleObj name="Equation" r:id="rId7" imgW="1015920" imgH="17748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39093" y="850089"/>
                        <a:ext cx="234632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6"/>
          <p:cNvGraphicFramePr>
            <a:graphicFrameLocks noChangeAspect="1"/>
          </p:cNvGraphicFramePr>
          <p:nvPr/>
        </p:nvGraphicFramePr>
        <p:xfrm>
          <a:off x="794189" y="1144621"/>
          <a:ext cx="703263" cy="411163"/>
        </p:xfrm>
        <a:graphic>
          <a:graphicData uri="http://schemas.openxmlformats.org/presentationml/2006/ole">
            <mc:AlternateContent xmlns:mc="http://schemas.openxmlformats.org/markup-compatibility/2006">
              <mc:Choice xmlns:v="urn:schemas-microsoft-com:vml" Requires="v">
                <p:oleObj spid="_x0000_s85142" name="Equation" r:id="rId9" imgW="304560" imgH="177480" progId="Equation.DSMT4">
                  <p:embed/>
                </p:oleObj>
              </mc:Choice>
              <mc:Fallback>
                <p:oleObj name="Equation" r:id="rId9" imgW="304560" imgH="17748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94189" y="1144621"/>
                        <a:ext cx="703263"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7"/>
          <p:cNvGraphicFramePr>
            <a:graphicFrameLocks noChangeAspect="1"/>
          </p:cNvGraphicFramePr>
          <p:nvPr/>
        </p:nvGraphicFramePr>
        <p:xfrm>
          <a:off x="441436" y="879180"/>
          <a:ext cx="822325" cy="381000"/>
        </p:xfrm>
        <a:graphic>
          <a:graphicData uri="http://schemas.openxmlformats.org/presentationml/2006/ole">
            <mc:AlternateContent xmlns:mc="http://schemas.openxmlformats.org/markup-compatibility/2006">
              <mc:Choice xmlns:v="urn:schemas-microsoft-com:vml" Requires="v">
                <p:oleObj spid="_x0000_s85143" name="Equation" r:id="rId11" imgW="355320" imgH="164880" progId="Equation.DSMT4">
                  <p:embed/>
                </p:oleObj>
              </mc:Choice>
              <mc:Fallback>
                <p:oleObj name="Equation" r:id="rId11" imgW="355320" imgH="16488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1436" y="879180"/>
                        <a:ext cx="822325"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8"/>
          <p:cNvGraphicFramePr>
            <a:graphicFrameLocks noChangeAspect="1"/>
          </p:cNvGraphicFramePr>
          <p:nvPr/>
        </p:nvGraphicFramePr>
        <p:xfrm>
          <a:off x="1737492" y="1190536"/>
          <a:ext cx="2287588" cy="411163"/>
        </p:xfrm>
        <a:graphic>
          <a:graphicData uri="http://schemas.openxmlformats.org/presentationml/2006/ole">
            <mc:AlternateContent xmlns:mc="http://schemas.openxmlformats.org/markup-compatibility/2006">
              <mc:Choice xmlns:v="urn:schemas-microsoft-com:vml" Requires="v">
                <p:oleObj spid="_x0000_s85144" name="Equation" r:id="rId13" imgW="990360" imgH="177480" progId="Equation.DSMT4">
                  <p:embed/>
                </p:oleObj>
              </mc:Choice>
              <mc:Fallback>
                <p:oleObj name="Equation" r:id="rId13" imgW="990360" imgH="17748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37492" y="1190536"/>
                        <a:ext cx="2287588"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9"/>
          <p:cNvGraphicFramePr>
            <a:graphicFrameLocks noChangeAspect="1"/>
          </p:cNvGraphicFramePr>
          <p:nvPr/>
        </p:nvGraphicFramePr>
        <p:xfrm>
          <a:off x="814497" y="1481138"/>
          <a:ext cx="673100" cy="411162"/>
        </p:xfrm>
        <a:graphic>
          <a:graphicData uri="http://schemas.openxmlformats.org/presentationml/2006/ole">
            <mc:AlternateContent xmlns:mc="http://schemas.openxmlformats.org/markup-compatibility/2006">
              <mc:Choice xmlns:v="urn:schemas-microsoft-com:vml" Requires="v">
                <p:oleObj spid="_x0000_s85145" name="Equation" r:id="rId15" imgW="291960" imgH="177480" progId="Equation.DSMT4">
                  <p:embed/>
                </p:oleObj>
              </mc:Choice>
              <mc:Fallback>
                <p:oleObj name="Equation" r:id="rId15" imgW="291960" imgH="17748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814497" y="1481138"/>
                        <a:ext cx="673100"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0"/>
          <p:cNvGraphicFramePr>
            <a:graphicFrameLocks noChangeAspect="1"/>
          </p:cNvGraphicFramePr>
          <p:nvPr/>
        </p:nvGraphicFramePr>
        <p:xfrm>
          <a:off x="1692222" y="1484050"/>
          <a:ext cx="2346325" cy="411162"/>
        </p:xfrm>
        <a:graphic>
          <a:graphicData uri="http://schemas.openxmlformats.org/presentationml/2006/ole">
            <mc:AlternateContent xmlns:mc="http://schemas.openxmlformats.org/markup-compatibility/2006">
              <mc:Choice xmlns:v="urn:schemas-microsoft-com:vml" Requires="v">
                <p:oleObj spid="_x0000_s85146" name="Equation" r:id="rId17" imgW="1015920" imgH="177480" progId="Equation.DSMT4">
                  <p:embed/>
                </p:oleObj>
              </mc:Choice>
              <mc:Fallback>
                <p:oleObj name="Equation" r:id="rId17" imgW="1015920" imgH="177480" progId="Equation.DSMT4">
                  <p:embed/>
                  <p:pic>
                    <p:nvPicPr>
                      <p:cNvPr id="0"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92222" y="1484050"/>
                        <a:ext cx="2346325"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6"/>
          <p:cNvSpPr txBox="1">
            <a:spLocks noChangeArrowheads="1"/>
          </p:cNvSpPr>
          <p:nvPr/>
        </p:nvSpPr>
        <p:spPr bwMode="auto">
          <a:xfrm>
            <a:off x="345440" y="1925638"/>
            <a:ext cx="8392160" cy="455125"/>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证明  只要按</a:t>
            </a:r>
            <a:r>
              <a:rPr lang="en-US" altLang="zh-CN" sz="2000" dirty="0" err="1" smtClean="0">
                <a:solidFill>
                  <a:srgbClr val="FF0000"/>
                </a:solidFill>
                <a:latin typeface="Calibri" pitchFamily="34" charset="0"/>
                <a:ea typeface="宋体" pitchFamily="2" charset="-122"/>
                <a:sym typeface="Symbol" pitchFamily="18" charset="2"/>
              </a:rPr>
              <a:t>Schemite</a:t>
            </a:r>
            <a:r>
              <a:rPr lang="zh-CN" altLang="en-US" sz="2000" dirty="0" smtClean="0">
                <a:solidFill>
                  <a:srgbClr val="FF0000"/>
                </a:solidFill>
                <a:latin typeface="Calibri" pitchFamily="34" charset="0"/>
                <a:ea typeface="宋体" pitchFamily="2" charset="-122"/>
                <a:sym typeface="Symbol" pitchFamily="18" charset="2"/>
              </a:rPr>
              <a:t>正交化</a:t>
            </a:r>
            <a:r>
              <a:rPr lang="zh-CN" altLang="en-US" sz="2000" dirty="0" smtClean="0">
                <a:solidFill>
                  <a:schemeClr val="dk1"/>
                </a:solidFill>
                <a:latin typeface="Calibri" pitchFamily="34" charset="0"/>
                <a:ea typeface="宋体" pitchFamily="2" charset="-122"/>
                <a:sym typeface="Symbol" pitchFamily="18" charset="2"/>
              </a:rPr>
              <a:t>过程构造</a:t>
            </a:r>
          </a:p>
        </p:txBody>
      </p:sp>
      <p:graphicFrame>
        <p:nvGraphicFramePr>
          <p:cNvPr id="97288" name="Object 8"/>
          <p:cNvGraphicFramePr>
            <a:graphicFrameLocks noChangeAspect="1"/>
          </p:cNvGraphicFramePr>
          <p:nvPr/>
        </p:nvGraphicFramePr>
        <p:xfrm>
          <a:off x="1099820" y="2287905"/>
          <a:ext cx="1287463" cy="338138"/>
        </p:xfrm>
        <a:graphic>
          <a:graphicData uri="http://schemas.openxmlformats.org/presentationml/2006/ole">
            <mc:AlternateContent xmlns:mc="http://schemas.openxmlformats.org/markup-compatibility/2006">
              <mc:Choice xmlns:v="urn:schemas-microsoft-com:vml" Requires="v">
                <p:oleObj spid="_x0000_s85147" name="Equation" r:id="rId19" imgW="1054080" imgH="279360" progId="Equation.DSMT4">
                  <p:embed/>
                </p:oleObj>
              </mc:Choice>
              <mc:Fallback>
                <p:oleObj name="Equation" r:id="rId19" imgW="1054080" imgH="279360" progId="Equation.DSMT4">
                  <p:embed/>
                  <p:pic>
                    <p:nvPicPr>
                      <p:cNvPr id="0" name="Object 8"/>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99820" y="2287905"/>
                        <a:ext cx="1287463" cy="338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8"/>
          <p:cNvGraphicFramePr>
            <a:graphicFrameLocks noChangeAspect="1"/>
          </p:cNvGraphicFramePr>
          <p:nvPr/>
        </p:nvGraphicFramePr>
        <p:xfrm>
          <a:off x="1067435" y="2502535"/>
          <a:ext cx="2957513" cy="679450"/>
        </p:xfrm>
        <a:graphic>
          <a:graphicData uri="http://schemas.openxmlformats.org/presentationml/2006/ole">
            <mc:AlternateContent xmlns:mc="http://schemas.openxmlformats.org/markup-compatibility/2006">
              <mc:Choice xmlns:v="urn:schemas-microsoft-com:vml" Requires="v">
                <p:oleObj spid="_x0000_s85148" name="Equation" r:id="rId21" imgW="2425680" imgH="558720" progId="Equation.DSMT4">
                  <p:embed/>
                </p:oleObj>
              </mc:Choice>
              <mc:Fallback>
                <p:oleObj name="Equation" r:id="rId21" imgW="2425680" imgH="558720" progId="Equation.DSMT4">
                  <p:embed/>
                  <p:pic>
                    <p:nvPicPr>
                      <p:cNvPr id="0" name="Picture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67435" y="2502535"/>
                        <a:ext cx="2957513"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8"/>
          <p:cNvGraphicFramePr>
            <a:graphicFrameLocks noChangeAspect="1"/>
          </p:cNvGraphicFramePr>
          <p:nvPr/>
        </p:nvGraphicFramePr>
        <p:xfrm>
          <a:off x="1029970" y="3104198"/>
          <a:ext cx="4522788" cy="681037"/>
        </p:xfrm>
        <a:graphic>
          <a:graphicData uri="http://schemas.openxmlformats.org/presentationml/2006/ole">
            <mc:AlternateContent xmlns:mc="http://schemas.openxmlformats.org/markup-compatibility/2006">
              <mc:Choice xmlns:v="urn:schemas-microsoft-com:vml" Requires="v">
                <p:oleObj spid="_x0000_s85149" name="Equation" r:id="rId23" imgW="3708360" imgH="558720" progId="Equation.DSMT4">
                  <p:embed/>
                </p:oleObj>
              </mc:Choice>
              <mc:Fallback>
                <p:oleObj name="Equation" r:id="rId23" imgW="3708360" imgH="558720" progId="Equation.DSMT4">
                  <p:embed/>
                  <p:pic>
                    <p:nvPicPr>
                      <p:cNvPr id="0" name="Picture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29970" y="3104198"/>
                        <a:ext cx="4522788" cy="681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7290" name="Object 10"/>
          <p:cNvGraphicFramePr>
            <a:graphicFrameLocks noChangeAspect="1"/>
          </p:cNvGraphicFramePr>
          <p:nvPr/>
        </p:nvGraphicFramePr>
        <p:xfrm>
          <a:off x="1079818" y="4001453"/>
          <a:ext cx="3257550" cy="704850"/>
        </p:xfrm>
        <a:graphic>
          <a:graphicData uri="http://schemas.openxmlformats.org/presentationml/2006/ole">
            <mc:AlternateContent xmlns:mc="http://schemas.openxmlformats.org/markup-compatibility/2006">
              <mc:Choice xmlns:v="urn:schemas-microsoft-com:vml" Requires="v">
                <p:oleObj spid="_x0000_s85150" name="Equation" r:id="rId25" imgW="2641320" imgH="571320" progId="Equation.DSMT4">
                  <p:embed/>
                </p:oleObj>
              </mc:Choice>
              <mc:Fallback>
                <p:oleObj name="Equation" r:id="rId25" imgW="2641320" imgH="571320" progId="Equation.DSMT4">
                  <p:embed/>
                  <p:pic>
                    <p:nvPicPr>
                      <p:cNvPr id="0" name="Object 10"/>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079818" y="4001453"/>
                        <a:ext cx="3257550"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9"/>
          <p:cNvSpPr txBox="1">
            <a:spLocks noChangeArrowheads="1"/>
          </p:cNvSpPr>
          <p:nvPr/>
        </p:nvSpPr>
        <p:spPr bwMode="auto">
          <a:xfrm>
            <a:off x="965200" y="3646488"/>
            <a:ext cx="5554717" cy="362407"/>
          </a:xfrm>
          <a:prstGeom prst="rect">
            <a:avLst/>
          </a:prstGeom>
          <a:noFill/>
          <a:ln w="9525">
            <a:noFill/>
            <a:miter lim="800000"/>
            <a:headEnd/>
            <a:tailEnd/>
          </a:ln>
        </p:spPr>
        <p:txBody>
          <a:bodyPr wrap="square">
            <a:spAutoFit/>
          </a:bodyPr>
          <a:lstStyle/>
          <a:p>
            <a:pPr algn="l">
              <a:lnSpc>
                <a:spcPct val="130000"/>
              </a:lnSpc>
            </a:pPr>
            <a:r>
              <a:rPr lang="en-US" altLang="zh-CN" dirty="0"/>
              <a:t>              </a:t>
            </a:r>
            <a:r>
              <a:rPr lang="en-US" altLang="zh-CN" dirty="0">
                <a:sym typeface="MT Extra" pitchFamily="18" charset="2"/>
              </a:rPr>
              <a:t></a:t>
            </a:r>
            <a:endParaRPr lang="en-US" altLang="zh-CN" dirty="0">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par>
                                <p:cTn id="23" presetID="3" presetClass="entr" presetSubtype="1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par>
                                <p:cTn id="26" presetID="3" presetClass="entr" presetSubtype="1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par>
                                <p:cTn id="29" presetID="3" presetClass="entr" presetSubtype="1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blinds(horizontal)">
                                      <p:cBhvr>
                                        <p:cTn id="31" dur="500"/>
                                        <p:tgtEl>
                                          <p:spTgt spid="7"/>
                                        </p:tgtEl>
                                      </p:cBhvr>
                                    </p:animEffect>
                                  </p:childTnLst>
                                </p:cTn>
                              </p:par>
                              <p:par>
                                <p:cTn id="32" presetID="3" presetClass="entr" presetSubtype="1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par>
                                <p:cTn id="35" presetID="3" presetClass="entr" presetSubtype="1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par>
                                <p:cTn id="38" presetID="3" presetClass="entr" presetSubtype="10" fill="hold" nodeType="with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blinds(horizontal)">
                                      <p:cBhvr>
                                        <p:cTn id="40" dur="500"/>
                                        <p:tgtEl>
                                          <p:spTgt spid="8"/>
                                        </p:tgtEl>
                                      </p:cBhvr>
                                    </p:animEffect>
                                  </p:childTnLst>
                                </p:cTn>
                              </p:par>
                              <p:par>
                                <p:cTn id="41" presetID="3" presetClass="entr" presetSubtype="10" fill="hold" nodeType="with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blinds(horizontal)">
                                      <p:cBhvr>
                                        <p:cTn id="43" dur="500"/>
                                        <p:tgtEl>
                                          <p:spTgt spid="9"/>
                                        </p:tgtEl>
                                      </p:cBhvr>
                                    </p:animEffect>
                                  </p:childTnLst>
                                </p:cTn>
                              </p:par>
                              <p:par>
                                <p:cTn id="44" presetID="3" presetClass="entr" presetSubtype="10" fill="hold" nodeType="with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linds(horizontal)">
                                      <p:cBhvr>
                                        <p:cTn id="46" dur="500"/>
                                        <p:tgtEl>
                                          <p:spTgt spid="11"/>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17"/>
                                        </p:tgtEl>
                                        <p:attrNameLst>
                                          <p:attrName>style.visibility</p:attrName>
                                        </p:attrNameLst>
                                      </p:cBhvr>
                                      <p:to>
                                        <p:strVal val="visible"/>
                                      </p:to>
                                    </p:set>
                                    <p:anim calcmode="lin" valueType="num">
                                      <p:cBhvr additive="base">
                                        <p:cTn id="51" dur="500" fill="hold"/>
                                        <p:tgtEl>
                                          <p:spTgt spid="17"/>
                                        </p:tgtEl>
                                        <p:attrNameLst>
                                          <p:attrName>ppt_x</p:attrName>
                                        </p:attrNameLst>
                                      </p:cBhvr>
                                      <p:tavLst>
                                        <p:tav tm="0">
                                          <p:val>
                                            <p:strVal val="#ppt_x"/>
                                          </p:val>
                                        </p:tav>
                                        <p:tav tm="100000">
                                          <p:val>
                                            <p:strVal val="#ppt_x"/>
                                          </p:val>
                                        </p:tav>
                                      </p:tavLst>
                                    </p:anim>
                                    <p:anim calcmode="lin" valueType="num">
                                      <p:cBhvr additive="base">
                                        <p:cTn id="5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97288"/>
                                        </p:tgtEl>
                                        <p:attrNameLst>
                                          <p:attrName>style.visibility</p:attrName>
                                        </p:attrNameLst>
                                      </p:cBhvr>
                                      <p:to>
                                        <p:strVal val="visible"/>
                                      </p:to>
                                    </p:set>
                                    <p:anim calcmode="lin" valueType="num">
                                      <p:cBhvr additive="base">
                                        <p:cTn id="57" dur="500" fill="hold"/>
                                        <p:tgtEl>
                                          <p:spTgt spid="97288"/>
                                        </p:tgtEl>
                                        <p:attrNameLst>
                                          <p:attrName>ppt_x</p:attrName>
                                        </p:attrNameLst>
                                      </p:cBhvr>
                                      <p:tavLst>
                                        <p:tav tm="0">
                                          <p:val>
                                            <p:strVal val="#ppt_x"/>
                                          </p:val>
                                        </p:tav>
                                        <p:tav tm="100000">
                                          <p:val>
                                            <p:strVal val="#ppt_x"/>
                                          </p:val>
                                        </p:tav>
                                      </p:tavLst>
                                    </p:anim>
                                    <p:anim calcmode="lin" valueType="num">
                                      <p:cBhvr additive="base">
                                        <p:cTn id="58" dur="500" fill="hold"/>
                                        <p:tgtEl>
                                          <p:spTgt spid="97288"/>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nodeType="clickEffect">
                                  <p:stCondLst>
                                    <p:cond delay="0"/>
                                  </p:stCondLst>
                                  <p:childTnLst>
                                    <p:set>
                                      <p:cBhvr>
                                        <p:cTn id="62" dur="1" fill="hold">
                                          <p:stCondLst>
                                            <p:cond delay="0"/>
                                          </p:stCondLst>
                                        </p:cTn>
                                        <p:tgtEl>
                                          <p:spTgt spid="12"/>
                                        </p:tgtEl>
                                        <p:attrNameLst>
                                          <p:attrName>style.visibility</p:attrName>
                                        </p:attrNameLst>
                                      </p:cBhvr>
                                      <p:to>
                                        <p:strVal val="visible"/>
                                      </p:to>
                                    </p:set>
                                    <p:anim calcmode="lin" valueType="num">
                                      <p:cBhvr additive="base">
                                        <p:cTn id="63" dur="500" fill="hold"/>
                                        <p:tgtEl>
                                          <p:spTgt spid="12"/>
                                        </p:tgtEl>
                                        <p:attrNameLst>
                                          <p:attrName>ppt_x</p:attrName>
                                        </p:attrNameLst>
                                      </p:cBhvr>
                                      <p:tavLst>
                                        <p:tav tm="0">
                                          <p:val>
                                            <p:strVal val="#ppt_x"/>
                                          </p:val>
                                        </p:tav>
                                        <p:tav tm="100000">
                                          <p:val>
                                            <p:strVal val="#ppt_x"/>
                                          </p:val>
                                        </p:tav>
                                      </p:tavLst>
                                    </p:anim>
                                    <p:anim calcmode="lin" valueType="num">
                                      <p:cBhvr additive="base">
                                        <p:cTn id="6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13"/>
                                        </p:tgtEl>
                                        <p:attrNameLst>
                                          <p:attrName>style.visibility</p:attrName>
                                        </p:attrNameLst>
                                      </p:cBhvr>
                                      <p:to>
                                        <p:strVal val="visible"/>
                                      </p:to>
                                    </p:set>
                                    <p:anim calcmode="lin" valueType="num">
                                      <p:cBhvr additive="base">
                                        <p:cTn id="69" dur="500" fill="hold"/>
                                        <p:tgtEl>
                                          <p:spTgt spid="13"/>
                                        </p:tgtEl>
                                        <p:attrNameLst>
                                          <p:attrName>ppt_x</p:attrName>
                                        </p:attrNameLst>
                                      </p:cBhvr>
                                      <p:tavLst>
                                        <p:tav tm="0">
                                          <p:val>
                                            <p:strVal val="#ppt_x"/>
                                          </p:val>
                                        </p:tav>
                                        <p:tav tm="100000">
                                          <p:val>
                                            <p:strVal val="#ppt_x"/>
                                          </p:val>
                                        </p:tav>
                                      </p:tavLst>
                                    </p:anim>
                                    <p:anim calcmode="lin" valueType="num">
                                      <p:cBhvr additive="base">
                                        <p:cTn id="7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2" presetClass="entr" presetSubtype="4" fill="hold" grpId="0" nodeType="clickEffect">
                                  <p:stCondLst>
                                    <p:cond delay="0"/>
                                  </p:stCondLst>
                                  <p:childTnLst>
                                    <p:set>
                                      <p:cBhvr>
                                        <p:cTn id="74" dur="1" fill="hold">
                                          <p:stCondLst>
                                            <p:cond delay="0"/>
                                          </p:stCondLst>
                                        </p:cTn>
                                        <p:tgtEl>
                                          <p:spTgt spid="21"/>
                                        </p:tgtEl>
                                        <p:attrNameLst>
                                          <p:attrName>style.visibility</p:attrName>
                                        </p:attrNameLst>
                                      </p:cBhvr>
                                      <p:to>
                                        <p:strVal val="visible"/>
                                      </p:to>
                                    </p:set>
                                    <p:anim calcmode="lin" valueType="num">
                                      <p:cBhvr additive="base">
                                        <p:cTn id="75" dur="500" fill="hold"/>
                                        <p:tgtEl>
                                          <p:spTgt spid="21"/>
                                        </p:tgtEl>
                                        <p:attrNameLst>
                                          <p:attrName>ppt_x</p:attrName>
                                        </p:attrNameLst>
                                      </p:cBhvr>
                                      <p:tavLst>
                                        <p:tav tm="0">
                                          <p:val>
                                            <p:strVal val="#ppt_x"/>
                                          </p:val>
                                        </p:tav>
                                        <p:tav tm="100000">
                                          <p:val>
                                            <p:strVal val="#ppt_x"/>
                                          </p:val>
                                        </p:tav>
                                      </p:tavLst>
                                    </p:anim>
                                    <p:anim calcmode="lin" valueType="num">
                                      <p:cBhvr additive="base">
                                        <p:cTn id="7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2" presetClass="entr" presetSubtype="4" fill="hold" nodeType="clickEffect">
                                  <p:stCondLst>
                                    <p:cond delay="0"/>
                                  </p:stCondLst>
                                  <p:childTnLst>
                                    <p:set>
                                      <p:cBhvr>
                                        <p:cTn id="80" dur="1" fill="hold">
                                          <p:stCondLst>
                                            <p:cond delay="0"/>
                                          </p:stCondLst>
                                        </p:cTn>
                                        <p:tgtEl>
                                          <p:spTgt spid="97290"/>
                                        </p:tgtEl>
                                        <p:attrNameLst>
                                          <p:attrName>style.visibility</p:attrName>
                                        </p:attrNameLst>
                                      </p:cBhvr>
                                      <p:to>
                                        <p:strVal val="visible"/>
                                      </p:to>
                                    </p:set>
                                    <p:anim calcmode="lin" valueType="num">
                                      <p:cBhvr additive="base">
                                        <p:cTn id="81" dur="500" fill="hold"/>
                                        <p:tgtEl>
                                          <p:spTgt spid="97290"/>
                                        </p:tgtEl>
                                        <p:attrNameLst>
                                          <p:attrName>ppt_x</p:attrName>
                                        </p:attrNameLst>
                                      </p:cBhvr>
                                      <p:tavLst>
                                        <p:tav tm="0">
                                          <p:val>
                                            <p:strVal val="#ppt_x"/>
                                          </p:val>
                                        </p:tav>
                                        <p:tav tm="100000">
                                          <p:val>
                                            <p:strVal val="#ppt_x"/>
                                          </p:val>
                                        </p:tav>
                                      </p:tavLst>
                                    </p:anim>
                                    <p:anim calcmode="lin" valueType="num">
                                      <p:cBhvr additive="base">
                                        <p:cTn id="82" dur="500" fill="hold"/>
                                        <p:tgtEl>
                                          <p:spTgt spid="9729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animBg="1"/>
      <p:bldP spid="17" grpId="0"/>
      <p:bldP spid="21"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70840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191760" y="371476"/>
            <a:ext cx="3828415" cy="1460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13784" y="174625"/>
            <a:ext cx="180149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正交多项式</a:t>
            </a:r>
            <a:endParaRPr lang="zh-CN" altLang="en-US" sz="2000" b="1" dirty="0">
              <a:solidFill>
                <a:srgbClr val="314865"/>
              </a:solidFill>
              <a:latin typeface="+mj-ea"/>
            </a:endParaRPr>
          </a:p>
        </p:txBody>
      </p:sp>
      <p:sp>
        <p:nvSpPr>
          <p:cNvPr id="5" name="Text Box 3"/>
          <p:cNvSpPr txBox="1">
            <a:spLocks noChangeArrowheads="1"/>
          </p:cNvSpPr>
          <p:nvPr/>
        </p:nvSpPr>
        <p:spPr bwMode="auto">
          <a:xfrm>
            <a:off x="264160" y="822960"/>
            <a:ext cx="8087360" cy="1692771"/>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30000"/>
              </a:lnSpc>
            </a:pPr>
            <a:r>
              <a:rPr lang="en-US" altLang="zh-CN" dirty="0"/>
              <a:t>    </a:t>
            </a:r>
            <a:r>
              <a:rPr lang="en-US" altLang="zh-CN" dirty="0">
                <a:sym typeface="Symbol" pitchFamily="18" charset="2"/>
              </a:rPr>
              <a:t>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两两正交且满足</a:t>
            </a:r>
            <a:r>
              <a:rPr lang="en-US" altLang="zh-CN" sz="2000" dirty="0" smtClean="0">
                <a:solidFill>
                  <a:schemeClr val="dk1"/>
                </a:solidFill>
                <a:latin typeface="Calibri" pitchFamily="34" charset="0"/>
                <a:ea typeface="宋体" pitchFamily="2" charset="-122"/>
                <a:sym typeface="Symbol" pitchFamily="18" charset="2"/>
              </a:rPr>
              <a:t>(1)</a:t>
            </a:r>
            <a:r>
              <a:rPr lang="zh-CN" altLang="en-US" sz="2000" dirty="0" smtClean="0">
                <a:solidFill>
                  <a:schemeClr val="dk1"/>
                </a:solidFill>
                <a:latin typeface="Calibri" pitchFamily="34" charset="0"/>
                <a:ea typeface="宋体" pitchFamily="2" charset="-122"/>
                <a:sym typeface="Symbol" pitchFamily="18" charset="2"/>
              </a:rPr>
              <a:t>、</a:t>
            </a:r>
            <a:r>
              <a:rPr lang="en-US" altLang="zh-CN" sz="2000" dirty="0" smtClean="0">
                <a:solidFill>
                  <a:schemeClr val="dk1"/>
                </a:solidFill>
                <a:latin typeface="Calibri" pitchFamily="34" charset="0"/>
                <a:ea typeface="宋体" pitchFamily="2" charset="-122"/>
                <a:sym typeface="Symbol" pitchFamily="18" charset="2"/>
              </a:rPr>
              <a:t>(2)</a:t>
            </a:r>
            <a:r>
              <a:rPr lang="zh-CN" altLang="en-US" sz="2000" dirty="0" smtClean="0">
                <a:solidFill>
                  <a:schemeClr val="dk1"/>
                </a:solidFill>
                <a:latin typeface="Calibri" pitchFamily="34" charset="0"/>
                <a:ea typeface="宋体" pitchFamily="2" charset="-122"/>
                <a:sym typeface="Symbol" pitchFamily="18" charset="2"/>
              </a:rPr>
              <a:t>，再令</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30000"/>
              </a:lnSpc>
            </a:pPr>
            <a:r>
              <a:rPr lang="zh-CN" altLang="en-US" sz="2000" dirty="0" smtClean="0">
                <a:latin typeface="Calibri" pitchFamily="34" charset="0"/>
                <a:ea typeface="宋体" pitchFamily="2" charset="-122"/>
                <a:sym typeface="Symbol" pitchFamily="18" charset="2"/>
              </a:rPr>
              <a:t>称函数组  </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为规范正交组</a:t>
            </a:r>
            <a:r>
              <a:rPr lang="en-US" altLang="zh-CN" sz="2000" dirty="0" smtClean="0">
                <a:latin typeface="Calibri" pitchFamily="34" charset="0"/>
                <a:ea typeface="宋体" pitchFamily="2" charset="-122"/>
                <a:sym typeface="Symbol" pitchFamily="18" charset="2"/>
              </a:rPr>
              <a:t>.</a:t>
            </a:r>
          </a:p>
        </p:txBody>
      </p:sp>
      <p:graphicFrame>
        <p:nvGraphicFramePr>
          <p:cNvPr id="83007" name="Object 2"/>
          <p:cNvGraphicFramePr>
            <a:graphicFrameLocks noChangeAspect="1"/>
          </p:cNvGraphicFramePr>
          <p:nvPr/>
        </p:nvGraphicFramePr>
        <p:xfrm>
          <a:off x="289560" y="859473"/>
          <a:ext cx="2346325" cy="409575"/>
        </p:xfrm>
        <a:graphic>
          <a:graphicData uri="http://schemas.openxmlformats.org/presentationml/2006/ole">
            <mc:AlternateContent xmlns:mc="http://schemas.openxmlformats.org/markup-compatibility/2006">
              <mc:Choice xmlns:v="urn:schemas-microsoft-com:vml" Requires="v">
                <p:oleObj spid="_x0000_s86102" name="Equation" r:id="rId3" imgW="1015920" imgH="177480" progId="Equation.DSMT4">
                  <p:embed/>
                </p:oleObj>
              </mc:Choice>
              <mc:Fallback>
                <p:oleObj name="Equation" r:id="rId3" imgW="1015920" imgH="1774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 y="859473"/>
                        <a:ext cx="234632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8308" name="Object 4"/>
          <p:cNvGraphicFramePr>
            <a:graphicFrameLocks noChangeAspect="1"/>
          </p:cNvGraphicFramePr>
          <p:nvPr/>
        </p:nvGraphicFramePr>
        <p:xfrm>
          <a:off x="2654618" y="1220788"/>
          <a:ext cx="3843337" cy="763587"/>
        </p:xfrm>
        <a:graphic>
          <a:graphicData uri="http://schemas.openxmlformats.org/presentationml/2006/ole">
            <mc:AlternateContent xmlns:mc="http://schemas.openxmlformats.org/markup-compatibility/2006">
              <mc:Choice xmlns:v="urn:schemas-microsoft-com:vml" Requires="v">
                <p:oleObj spid="_x0000_s86103" name="Equation" r:id="rId5" imgW="2298600" imgH="457200" progId="Equation.DSMT4">
                  <p:embed/>
                </p:oleObj>
              </mc:Choice>
              <mc:Fallback>
                <p:oleObj name="Equation" r:id="rId5" imgW="2298600" imgH="45720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54618" y="1220788"/>
                        <a:ext cx="3843337"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nvGraphicFramePr>
        <p:xfrm>
          <a:off x="1391285" y="2080895"/>
          <a:ext cx="2198688" cy="409575"/>
        </p:xfrm>
        <a:graphic>
          <a:graphicData uri="http://schemas.openxmlformats.org/presentationml/2006/ole">
            <mc:AlternateContent xmlns:mc="http://schemas.openxmlformats.org/markup-compatibility/2006">
              <mc:Choice xmlns:v="urn:schemas-microsoft-com:vml" Requires="v">
                <p:oleObj spid="_x0000_s86104" name="Equation" r:id="rId7" imgW="952200" imgH="177480" progId="Equation.DSMT4">
                  <p:embed/>
                </p:oleObj>
              </mc:Choice>
              <mc:Fallback>
                <p:oleObj name="Equation" r:id="rId7" imgW="952200" imgH="17748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91285" y="2080895"/>
                        <a:ext cx="2198688"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6"/>
          <p:cNvSpPr txBox="1">
            <a:spLocks noChangeArrowheads="1"/>
          </p:cNvSpPr>
          <p:nvPr/>
        </p:nvSpPr>
        <p:spPr bwMode="auto">
          <a:xfrm>
            <a:off x="264160" y="2915920"/>
            <a:ext cx="8077200" cy="1015663"/>
          </a:xfrm>
          <a:prstGeom prst="rect">
            <a:avLst/>
          </a:prstGeom>
          <a:ln>
            <a:headEnd/>
            <a:tailEnd/>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gn="l">
              <a:lnSpc>
                <a:spcPct val="150000"/>
              </a:lnSpc>
            </a:pPr>
            <a:r>
              <a:rPr lang="en-US" altLang="zh-CN" dirty="0">
                <a:sym typeface="Symbol" pitchFamily="18" charset="2"/>
              </a:rPr>
              <a:t>    </a:t>
            </a:r>
            <a:r>
              <a:rPr lang="en-US" altLang="zh-CN" dirty="0" smtClean="0">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上由线性无关函数</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经过</a:t>
            </a:r>
            <a:r>
              <a:rPr lang="en-US" altLang="zh-CN" sz="2000" dirty="0" err="1" smtClean="0">
                <a:solidFill>
                  <a:schemeClr val="dk1"/>
                </a:solidFill>
                <a:latin typeface="Calibri" pitchFamily="34" charset="0"/>
                <a:ea typeface="宋体" pitchFamily="2" charset="-122"/>
                <a:sym typeface="Symbol" pitchFamily="18" charset="2"/>
              </a:rPr>
              <a:t>Schemite</a:t>
            </a:r>
            <a:r>
              <a:rPr lang="zh-CN" altLang="en-US" sz="2000" dirty="0" smtClean="0">
                <a:solidFill>
                  <a:schemeClr val="dk1"/>
                </a:solidFill>
                <a:latin typeface="Calibri" pitchFamily="34" charset="0"/>
                <a:ea typeface="宋体" pitchFamily="2" charset="-122"/>
                <a:sym typeface="Symbol" pitchFamily="18" charset="2"/>
              </a:rPr>
              <a:t>正交化过程得到的多项式</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称为</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上的正交多项式</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3" name="Object 5"/>
          <p:cNvGraphicFramePr>
            <a:graphicFrameLocks noChangeAspect="1"/>
          </p:cNvGraphicFramePr>
          <p:nvPr/>
        </p:nvGraphicFramePr>
        <p:xfrm>
          <a:off x="318135" y="3018473"/>
          <a:ext cx="323850" cy="409575"/>
        </p:xfrm>
        <a:graphic>
          <a:graphicData uri="http://schemas.openxmlformats.org/presentationml/2006/ole">
            <mc:AlternateContent xmlns:mc="http://schemas.openxmlformats.org/markup-compatibility/2006">
              <mc:Choice xmlns:v="urn:schemas-microsoft-com:vml" Requires="v">
                <p:oleObj spid="_x0000_s86105" name="Equation" r:id="rId9" imgW="139680" imgH="177480" progId="Equation.DSMT4">
                  <p:embed/>
                </p:oleObj>
              </mc:Choice>
              <mc:Fallback>
                <p:oleObj name="Equation" r:id="rId9" imgW="139680" imgH="17748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8135" y="3018473"/>
                        <a:ext cx="32385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6"/>
          <p:cNvGraphicFramePr>
            <a:graphicFrameLocks noChangeAspect="1"/>
          </p:cNvGraphicFramePr>
          <p:nvPr/>
        </p:nvGraphicFramePr>
        <p:xfrm>
          <a:off x="2692083" y="3008313"/>
          <a:ext cx="1406525" cy="409575"/>
        </p:xfrm>
        <a:graphic>
          <a:graphicData uri="http://schemas.openxmlformats.org/presentationml/2006/ole">
            <mc:AlternateContent xmlns:mc="http://schemas.openxmlformats.org/markup-compatibility/2006">
              <mc:Choice xmlns:v="urn:schemas-microsoft-com:vml" Requires="v">
                <p:oleObj spid="_x0000_s86106" name="Equation" r:id="rId11" imgW="609480" imgH="177480" progId="Equation.DSMT4">
                  <p:embed/>
                </p:oleObj>
              </mc:Choice>
              <mc:Fallback>
                <p:oleObj name="Equation" r:id="rId11" imgW="609480" imgH="17748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92083" y="3008313"/>
                        <a:ext cx="140652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7"/>
          <p:cNvGraphicFramePr>
            <a:graphicFrameLocks noChangeAspect="1"/>
          </p:cNvGraphicFramePr>
          <p:nvPr/>
        </p:nvGraphicFramePr>
        <p:xfrm>
          <a:off x="602615" y="3462020"/>
          <a:ext cx="2374900" cy="409575"/>
        </p:xfrm>
        <a:graphic>
          <a:graphicData uri="http://schemas.openxmlformats.org/presentationml/2006/ole">
            <mc:AlternateContent xmlns:mc="http://schemas.openxmlformats.org/markup-compatibility/2006">
              <mc:Choice xmlns:v="urn:schemas-microsoft-com:vml" Requires="v">
                <p:oleObj spid="_x0000_s86107" name="Equation" r:id="rId13" imgW="1028520" imgH="177480" progId="Equation.DSMT4">
                  <p:embed/>
                </p:oleObj>
              </mc:Choice>
              <mc:Fallback>
                <p:oleObj name="Equation" r:id="rId13" imgW="1028520" imgH="17748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02615" y="3462020"/>
                        <a:ext cx="23749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8"/>
          <p:cNvGraphicFramePr>
            <a:graphicFrameLocks noChangeAspect="1"/>
          </p:cNvGraphicFramePr>
          <p:nvPr/>
        </p:nvGraphicFramePr>
        <p:xfrm>
          <a:off x="3452813" y="3496310"/>
          <a:ext cx="615950" cy="379413"/>
        </p:xfrm>
        <a:graphic>
          <a:graphicData uri="http://schemas.openxmlformats.org/presentationml/2006/ole">
            <mc:AlternateContent xmlns:mc="http://schemas.openxmlformats.org/markup-compatibility/2006">
              <mc:Choice xmlns:v="urn:schemas-microsoft-com:vml" Requires="v">
                <p:oleObj spid="_x0000_s86108" name="Equation" r:id="rId15" imgW="266400" imgH="164880" progId="Equation.DSMT4">
                  <p:embed/>
                </p:oleObj>
              </mc:Choice>
              <mc:Fallback>
                <p:oleObj name="Equation" r:id="rId15" imgW="266400" imgH="16488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452813" y="3496310"/>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3007"/>
                                        </p:tgtEl>
                                        <p:attrNameLst>
                                          <p:attrName>style.visibility</p:attrName>
                                        </p:attrNameLst>
                                      </p:cBhvr>
                                      <p:to>
                                        <p:strVal val="visible"/>
                                      </p:to>
                                    </p:set>
                                    <p:animEffect transition="in" filter="blinds(horizontal)">
                                      <p:cBhvr>
                                        <p:cTn id="25" dur="500"/>
                                        <p:tgtEl>
                                          <p:spTgt spid="83007"/>
                                        </p:tgtEl>
                                      </p:cBhvr>
                                    </p:animEffect>
                                  </p:childTnLst>
                                </p:cTn>
                              </p:par>
                              <p:par>
                                <p:cTn id="26" presetID="3" presetClass="entr" presetSubtype="10" fill="hold" nodeType="withEffect">
                                  <p:stCondLst>
                                    <p:cond delay="0"/>
                                  </p:stCondLst>
                                  <p:childTnLst>
                                    <p:set>
                                      <p:cBhvr>
                                        <p:cTn id="27" dur="1" fill="hold">
                                          <p:stCondLst>
                                            <p:cond delay="0"/>
                                          </p:stCondLst>
                                        </p:cTn>
                                        <p:tgtEl>
                                          <p:spTgt spid="98308"/>
                                        </p:tgtEl>
                                        <p:attrNameLst>
                                          <p:attrName>style.visibility</p:attrName>
                                        </p:attrNameLst>
                                      </p:cBhvr>
                                      <p:to>
                                        <p:strVal val="visible"/>
                                      </p:to>
                                    </p:set>
                                    <p:animEffect transition="in" filter="blinds(horizontal)">
                                      <p:cBhvr>
                                        <p:cTn id="28" dur="500"/>
                                        <p:tgtEl>
                                          <p:spTgt spid="98308"/>
                                        </p:tgtEl>
                                      </p:cBhvr>
                                    </p:animEffect>
                                  </p:childTnLst>
                                </p:cTn>
                              </p:par>
                              <p:par>
                                <p:cTn id="29" presetID="3" presetClass="entr" presetSubtype="10" fill="hold" nodeType="with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blinds(horizontal)">
                                      <p:cBhvr>
                                        <p:cTn id="36" dur="500"/>
                                        <p:tgtEl>
                                          <p:spTgt spid="10"/>
                                        </p:tgtEl>
                                      </p:cBhvr>
                                    </p:animEffect>
                                  </p:childTnLst>
                                </p:cTn>
                              </p:par>
                              <p:par>
                                <p:cTn id="37" presetID="3" presetClass="entr" presetSubtype="10" fill="hold" nodeType="withEffect">
                                  <p:stCondLst>
                                    <p:cond delay="0"/>
                                  </p:stCondLst>
                                  <p:childTnLst>
                                    <p:set>
                                      <p:cBhvr>
                                        <p:cTn id="38" dur="1" fill="hold">
                                          <p:stCondLst>
                                            <p:cond delay="0"/>
                                          </p:stCondLst>
                                        </p:cTn>
                                        <p:tgtEl>
                                          <p:spTgt spid="3"/>
                                        </p:tgtEl>
                                        <p:attrNameLst>
                                          <p:attrName>style.visibility</p:attrName>
                                        </p:attrNameLst>
                                      </p:cBhvr>
                                      <p:to>
                                        <p:strVal val="visible"/>
                                      </p:to>
                                    </p:set>
                                    <p:animEffect transition="in" filter="blinds(horizontal)">
                                      <p:cBhvr>
                                        <p:cTn id="39" dur="500"/>
                                        <p:tgtEl>
                                          <p:spTgt spid="3"/>
                                        </p:tgtEl>
                                      </p:cBhvr>
                                    </p:animEffect>
                                  </p:childTnLst>
                                </p:cTn>
                              </p:par>
                              <p:par>
                                <p:cTn id="40" presetID="3" presetClass="entr" presetSubtype="10" fill="hold" nodeType="with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500"/>
                                        <p:tgtEl>
                                          <p:spTgt spid="4"/>
                                        </p:tgtEl>
                                      </p:cBhvr>
                                    </p:animEffect>
                                  </p:childTnLst>
                                </p:cTn>
                              </p:par>
                              <p:par>
                                <p:cTn id="43" presetID="3" presetClass="entr" presetSubtype="10" fill="hold" nodeType="with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blinds(horizontal)">
                                      <p:cBhvr>
                                        <p:cTn id="45" dur="500"/>
                                        <p:tgtEl>
                                          <p:spTgt spid="6"/>
                                        </p:tgtEl>
                                      </p:cBhvr>
                                    </p:animEffect>
                                  </p:childTnLst>
                                </p:cTn>
                              </p:par>
                              <p:par>
                                <p:cTn id="46" presetID="3" presetClass="entr" presetSubtype="10" fill="hold" nodeType="with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blinds(horizontal)">
                                      <p:cBhvr>
                                        <p:cTn id="48"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10"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70840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191760" y="371476"/>
            <a:ext cx="3828415" cy="1460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13784" y="174625"/>
            <a:ext cx="180149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正交多项式</a:t>
            </a:r>
            <a:endParaRPr lang="zh-CN" altLang="en-US" sz="2000" b="1" dirty="0">
              <a:solidFill>
                <a:srgbClr val="314865"/>
              </a:solidFill>
              <a:latin typeface="+mj-ea"/>
            </a:endParaRPr>
          </a:p>
        </p:txBody>
      </p:sp>
      <p:sp>
        <p:nvSpPr>
          <p:cNvPr id="5" name="Text Box 8"/>
          <p:cNvSpPr txBox="1">
            <a:spLocks noChangeArrowheads="1"/>
          </p:cNvSpPr>
          <p:nvPr/>
        </p:nvSpPr>
        <p:spPr bwMode="auto">
          <a:xfrm>
            <a:off x="355600" y="756920"/>
            <a:ext cx="8026400" cy="492443"/>
          </a:xfrm>
          <a:prstGeom prst="rect">
            <a:avLst/>
          </a:prstGeom>
          <a:ln>
            <a:headEnd/>
            <a:tailEnd/>
          </a:ln>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例</a:t>
            </a:r>
            <a:r>
              <a:rPr lang="en-US" altLang="zh-CN" sz="2000" dirty="0" smtClean="0">
                <a:solidFill>
                  <a:schemeClr val="dk1"/>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求区间</a:t>
            </a:r>
            <a:r>
              <a:rPr lang="en-US" altLang="zh-CN" sz="2000" dirty="0" smtClean="0">
                <a:solidFill>
                  <a:schemeClr val="dk1"/>
                </a:solidFill>
                <a:latin typeface="Calibri" pitchFamily="34" charset="0"/>
                <a:ea typeface="宋体" pitchFamily="2" charset="-122"/>
                <a:sym typeface="Symbol" pitchFamily="18" charset="2"/>
              </a:rPr>
              <a:t>[-1,1]</a:t>
            </a:r>
            <a:r>
              <a:rPr lang="zh-CN" altLang="en-US" sz="2000" dirty="0" smtClean="0">
                <a:solidFill>
                  <a:schemeClr val="dk1"/>
                </a:solidFill>
                <a:latin typeface="Calibri" pitchFamily="34" charset="0"/>
                <a:ea typeface="宋体" pitchFamily="2" charset="-122"/>
                <a:sym typeface="Symbol" pitchFamily="18" charset="2"/>
              </a:rPr>
              <a:t>上</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权函数            的正交多项式</a:t>
            </a:r>
            <a:r>
              <a:rPr lang="en-US" altLang="zh-CN" sz="2000" dirty="0" smtClean="0">
                <a:solidFill>
                  <a:schemeClr val="dk1"/>
                </a:solidFill>
                <a:latin typeface="Calibri" pitchFamily="34" charset="0"/>
                <a:ea typeface="宋体" pitchFamily="2" charset="-122"/>
                <a:sym typeface="Symbol" pitchFamily="18" charset="2"/>
              </a:rPr>
              <a:t>.</a:t>
            </a:r>
          </a:p>
        </p:txBody>
      </p:sp>
      <p:sp>
        <p:nvSpPr>
          <p:cNvPr id="6" name="Text Box 9"/>
          <p:cNvSpPr txBox="1">
            <a:spLocks noChangeArrowheads="1"/>
          </p:cNvSpPr>
          <p:nvPr/>
        </p:nvSpPr>
        <p:spPr bwMode="auto">
          <a:xfrm>
            <a:off x="366110" y="1333500"/>
            <a:ext cx="8063187"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解  按</a:t>
            </a:r>
            <a:r>
              <a:rPr lang="en-US" altLang="zh-CN" sz="2000" dirty="0" err="1" smtClean="0">
                <a:solidFill>
                  <a:schemeClr val="dk1"/>
                </a:solidFill>
                <a:latin typeface="Calibri" pitchFamily="34" charset="0"/>
                <a:ea typeface="宋体" pitchFamily="2" charset="-122"/>
                <a:sym typeface="Symbol" pitchFamily="18" charset="2"/>
              </a:rPr>
              <a:t>Schemite</a:t>
            </a:r>
            <a:r>
              <a:rPr lang="zh-CN" altLang="en-US" sz="2000" dirty="0" smtClean="0">
                <a:solidFill>
                  <a:schemeClr val="dk1"/>
                </a:solidFill>
                <a:latin typeface="Calibri" pitchFamily="34" charset="0"/>
                <a:ea typeface="宋体" pitchFamily="2" charset="-122"/>
                <a:sym typeface="Symbol" pitchFamily="18" charset="2"/>
              </a:rPr>
              <a:t>正交化过程有</a:t>
            </a:r>
          </a:p>
        </p:txBody>
      </p:sp>
      <p:graphicFrame>
        <p:nvGraphicFramePr>
          <p:cNvPr id="98315" name="Object 11"/>
          <p:cNvGraphicFramePr>
            <a:graphicFrameLocks noChangeAspect="1"/>
          </p:cNvGraphicFramePr>
          <p:nvPr/>
        </p:nvGraphicFramePr>
        <p:xfrm>
          <a:off x="844825" y="1993467"/>
          <a:ext cx="3190875" cy="882650"/>
        </p:xfrm>
        <a:graphic>
          <a:graphicData uri="http://schemas.openxmlformats.org/presentationml/2006/ole">
            <mc:AlternateContent xmlns:mc="http://schemas.openxmlformats.org/markup-compatibility/2006">
              <mc:Choice xmlns:v="urn:schemas-microsoft-com:vml" Requires="v">
                <p:oleObj spid="_x0000_s87114" name="Equation" r:id="rId3" imgW="2616120" imgH="723600" progId="Equation.DSMT4">
                  <p:embed/>
                </p:oleObj>
              </mc:Choice>
              <mc:Fallback>
                <p:oleObj name="Equation" r:id="rId3" imgW="2616120" imgH="72360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4825" y="1993467"/>
                        <a:ext cx="3190875" cy="88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007" name="Object 3"/>
          <p:cNvGraphicFramePr>
            <a:graphicFrameLocks noChangeAspect="1"/>
          </p:cNvGraphicFramePr>
          <p:nvPr/>
        </p:nvGraphicFramePr>
        <p:xfrm>
          <a:off x="3379470" y="812800"/>
          <a:ext cx="615950" cy="379413"/>
        </p:xfrm>
        <a:graphic>
          <a:graphicData uri="http://schemas.openxmlformats.org/presentationml/2006/ole">
            <mc:AlternateContent xmlns:mc="http://schemas.openxmlformats.org/markup-compatibility/2006">
              <mc:Choice xmlns:v="urn:schemas-microsoft-com:vml" Requires="v">
                <p:oleObj spid="_x0000_s87115" name="Equation" r:id="rId5" imgW="266400" imgH="164880" progId="Equation.DSMT4">
                  <p:embed/>
                </p:oleObj>
              </mc:Choice>
              <mc:Fallback>
                <p:oleObj name="Equation" r:id="rId5" imgW="266400" imgH="16488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79470" y="812800"/>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1"/>
          <p:cNvGraphicFramePr>
            <a:graphicFrameLocks noChangeAspect="1"/>
          </p:cNvGraphicFramePr>
          <p:nvPr/>
        </p:nvGraphicFramePr>
        <p:xfrm>
          <a:off x="866721" y="1787909"/>
          <a:ext cx="866775" cy="295275"/>
        </p:xfrm>
        <a:graphic>
          <a:graphicData uri="http://schemas.openxmlformats.org/presentationml/2006/ole">
            <mc:AlternateContent xmlns:mc="http://schemas.openxmlformats.org/markup-compatibility/2006">
              <mc:Choice xmlns:v="urn:schemas-microsoft-com:vml" Requires="v">
                <p:oleObj spid="_x0000_s87116" name="Equation" r:id="rId7" imgW="711000" imgH="241200" progId="Equation.DSMT4">
                  <p:embed/>
                </p:oleObj>
              </mc:Choice>
              <mc:Fallback>
                <p:oleObj name="Equation" r:id="rId7" imgW="711000" imgH="24120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6721" y="1787909"/>
                        <a:ext cx="866775"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0" name="Object 2"/>
          <p:cNvGraphicFramePr>
            <a:graphicFrameLocks noChangeAspect="1"/>
          </p:cNvGraphicFramePr>
          <p:nvPr/>
        </p:nvGraphicFramePr>
        <p:xfrm>
          <a:off x="877570" y="2844483"/>
          <a:ext cx="2817813" cy="620712"/>
        </p:xfrm>
        <a:graphic>
          <a:graphicData uri="http://schemas.openxmlformats.org/presentationml/2006/ole">
            <mc:AlternateContent xmlns:mc="http://schemas.openxmlformats.org/markup-compatibility/2006">
              <mc:Choice xmlns:v="urn:schemas-microsoft-com:vml" Requires="v">
                <p:oleObj spid="_x0000_s87117" name="Equation" r:id="rId9" imgW="2311200" imgH="507960" progId="Equation.DSMT4">
                  <p:embed/>
                </p:oleObj>
              </mc:Choice>
              <mc:Fallback>
                <p:oleObj name="Equation" r:id="rId9" imgW="2311200" imgH="50796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7570" y="2844483"/>
                        <a:ext cx="2817813" cy="620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1" name="Object 3"/>
          <p:cNvGraphicFramePr>
            <a:graphicFrameLocks noChangeAspect="1"/>
          </p:cNvGraphicFramePr>
          <p:nvPr/>
        </p:nvGraphicFramePr>
        <p:xfrm>
          <a:off x="1368108" y="3457893"/>
          <a:ext cx="2276475" cy="882650"/>
        </p:xfrm>
        <a:graphic>
          <a:graphicData uri="http://schemas.openxmlformats.org/presentationml/2006/ole">
            <mc:AlternateContent xmlns:mc="http://schemas.openxmlformats.org/markup-compatibility/2006">
              <mc:Choice xmlns:v="urn:schemas-microsoft-com:vml" Requires="v">
                <p:oleObj spid="_x0000_s87118" name="Equation" r:id="rId11" imgW="1866600" imgH="723600" progId="Equation.DSMT4">
                  <p:embed/>
                </p:oleObj>
              </mc:Choice>
              <mc:Fallback>
                <p:oleObj name="Equation" r:id="rId11" imgW="1866600" imgH="72360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368108" y="3457893"/>
                        <a:ext cx="2276475" cy="88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2" name="Object 4"/>
          <p:cNvGraphicFramePr>
            <a:graphicFrameLocks noChangeAspect="1"/>
          </p:cNvGraphicFramePr>
          <p:nvPr/>
        </p:nvGraphicFramePr>
        <p:xfrm>
          <a:off x="1406843" y="4269105"/>
          <a:ext cx="760412" cy="557213"/>
        </p:xfrm>
        <a:graphic>
          <a:graphicData uri="http://schemas.openxmlformats.org/presentationml/2006/ole">
            <mc:AlternateContent xmlns:mc="http://schemas.openxmlformats.org/markup-compatibility/2006">
              <mc:Choice xmlns:v="urn:schemas-microsoft-com:vml" Requires="v">
                <p:oleObj spid="_x0000_s87119" name="Equation" r:id="rId13" imgW="622080" imgH="457200" progId="Equation.DSMT4">
                  <p:embed/>
                </p:oleObj>
              </mc:Choice>
              <mc:Fallback>
                <p:oleObj name="Equation" r:id="rId13" imgW="622080" imgH="457200" progId="Equation.DSMT4">
                  <p:embed/>
                  <p:pic>
                    <p:nvPicPr>
                      <p:cNvPr id="0" name="Object 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6843" y="4269105"/>
                        <a:ext cx="760412"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3007"/>
                                        </p:tgtEl>
                                        <p:attrNameLst>
                                          <p:attrName>style.visibility</p:attrName>
                                        </p:attrNameLst>
                                      </p:cBhvr>
                                      <p:to>
                                        <p:strVal val="visible"/>
                                      </p:to>
                                    </p:set>
                                    <p:animEffect transition="in" filter="blinds(horizontal)">
                                      <p:cBhvr>
                                        <p:cTn id="25" dur="500"/>
                                        <p:tgtEl>
                                          <p:spTgt spid="83007"/>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 calcmode="lin" valueType="num">
                                      <p:cBhvr additive="base">
                                        <p:cTn id="30" dur="500" fill="hold"/>
                                        <p:tgtEl>
                                          <p:spTgt spid="6"/>
                                        </p:tgtEl>
                                        <p:attrNameLst>
                                          <p:attrName>ppt_x</p:attrName>
                                        </p:attrNameLst>
                                      </p:cBhvr>
                                      <p:tavLst>
                                        <p:tav tm="0">
                                          <p:val>
                                            <p:strVal val="#ppt_x"/>
                                          </p:val>
                                        </p:tav>
                                        <p:tav tm="100000">
                                          <p:val>
                                            <p:strVal val="#ppt_x"/>
                                          </p:val>
                                        </p:tav>
                                      </p:tavLst>
                                    </p:anim>
                                    <p:anim calcmode="lin" valueType="num">
                                      <p:cBhvr additive="base">
                                        <p:cTn id="31"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2"/>
                                        </p:tgtEl>
                                        <p:attrNameLst>
                                          <p:attrName>style.visibility</p:attrName>
                                        </p:attrNameLst>
                                      </p:cBhvr>
                                      <p:to>
                                        <p:strVal val="visible"/>
                                      </p:to>
                                    </p:set>
                                    <p:anim calcmode="lin" valueType="num">
                                      <p:cBhvr additive="base">
                                        <p:cTn id="36" dur="500" fill="hold"/>
                                        <p:tgtEl>
                                          <p:spTgt spid="2"/>
                                        </p:tgtEl>
                                        <p:attrNameLst>
                                          <p:attrName>ppt_x</p:attrName>
                                        </p:attrNameLst>
                                      </p:cBhvr>
                                      <p:tavLst>
                                        <p:tav tm="0">
                                          <p:val>
                                            <p:strVal val="#ppt_x"/>
                                          </p:val>
                                        </p:tav>
                                        <p:tav tm="100000">
                                          <p:val>
                                            <p:strVal val="#ppt_x"/>
                                          </p:val>
                                        </p:tav>
                                      </p:tavLst>
                                    </p:anim>
                                    <p:anim calcmode="lin" valueType="num">
                                      <p:cBhvr additive="base">
                                        <p:cTn id="3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98315"/>
                                        </p:tgtEl>
                                        <p:attrNameLst>
                                          <p:attrName>style.visibility</p:attrName>
                                        </p:attrNameLst>
                                      </p:cBhvr>
                                      <p:to>
                                        <p:strVal val="visible"/>
                                      </p:to>
                                    </p:set>
                                    <p:anim calcmode="lin" valueType="num">
                                      <p:cBhvr additive="base">
                                        <p:cTn id="42" dur="500" fill="hold"/>
                                        <p:tgtEl>
                                          <p:spTgt spid="98315"/>
                                        </p:tgtEl>
                                        <p:attrNameLst>
                                          <p:attrName>ppt_x</p:attrName>
                                        </p:attrNameLst>
                                      </p:cBhvr>
                                      <p:tavLst>
                                        <p:tav tm="0">
                                          <p:val>
                                            <p:strVal val="#ppt_x"/>
                                          </p:val>
                                        </p:tav>
                                        <p:tav tm="100000">
                                          <p:val>
                                            <p:strVal val="#ppt_x"/>
                                          </p:val>
                                        </p:tav>
                                      </p:tavLst>
                                    </p:anim>
                                    <p:anim calcmode="lin" valueType="num">
                                      <p:cBhvr additive="base">
                                        <p:cTn id="43" dur="500" fill="hold"/>
                                        <p:tgtEl>
                                          <p:spTgt spid="98315"/>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nodeType="clickEffect">
                                  <p:stCondLst>
                                    <p:cond delay="0"/>
                                  </p:stCondLst>
                                  <p:childTnLst>
                                    <p:set>
                                      <p:cBhvr>
                                        <p:cTn id="47" dur="1" fill="hold">
                                          <p:stCondLst>
                                            <p:cond delay="0"/>
                                          </p:stCondLst>
                                        </p:cTn>
                                        <p:tgtEl>
                                          <p:spTgt spid="99330"/>
                                        </p:tgtEl>
                                        <p:attrNameLst>
                                          <p:attrName>style.visibility</p:attrName>
                                        </p:attrNameLst>
                                      </p:cBhvr>
                                      <p:to>
                                        <p:strVal val="visible"/>
                                      </p:to>
                                    </p:set>
                                    <p:anim calcmode="lin" valueType="num">
                                      <p:cBhvr additive="base">
                                        <p:cTn id="48" dur="500" fill="hold"/>
                                        <p:tgtEl>
                                          <p:spTgt spid="99330"/>
                                        </p:tgtEl>
                                        <p:attrNameLst>
                                          <p:attrName>ppt_x</p:attrName>
                                        </p:attrNameLst>
                                      </p:cBhvr>
                                      <p:tavLst>
                                        <p:tav tm="0">
                                          <p:val>
                                            <p:strVal val="#ppt_x"/>
                                          </p:val>
                                        </p:tav>
                                        <p:tav tm="100000">
                                          <p:val>
                                            <p:strVal val="#ppt_x"/>
                                          </p:val>
                                        </p:tav>
                                      </p:tavLst>
                                    </p:anim>
                                    <p:anim calcmode="lin" valueType="num">
                                      <p:cBhvr additive="base">
                                        <p:cTn id="49" dur="500" fill="hold"/>
                                        <p:tgtEl>
                                          <p:spTgt spid="9933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99331"/>
                                        </p:tgtEl>
                                        <p:attrNameLst>
                                          <p:attrName>style.visibility</p:attrName>
                                        </p:attrNameLst>
                                      </p:cBhvr>
                                      <p:to>
                                        <p:strVal val="visible"/>
                                      </p:to>
                                    </p:set>
                                    <p:anim calcmode="lin" valueType="num">
                                      <p:cBhvr additive="base">
                                        <p:cTn id="54" dur="500" fill="hold"/>
                                        <p:tgtEl>
                                          <p:spTgt spid="99331"/>
                                        </p:tgtEl>
                                        <p:attrNameLst>
                                          <p:attrName>ppt_x</p:attrName>
                                        </p:attrNameLst>
                                      </p:cBhvr>
                                      <p:tavLst>
                                        <p:tav tm="0">
                                          <p:val>
                                            <p:strVal val="#ppt_x"/>
                                          </p:val>
                                        </p:tav>
                                        <p:tav tm="100000">
                                          <p:val>
                                            <p:strVal val="#ppt_x"/>
                                          </p:val>
                                        </p:tav>
                                      </p:tavLst>
                                    </p:anim>
                                    <p:anim calcmode="lin" valueType="num">
                                      <p:cBhvr additive="base">
                                        <p:cTn id="55" dur="500" fill="hold"/>
                                        <p:tgtEl>
                                          <p:spTgt spid="99331"/>
                                        </p:tgtEl>
                                        <p:attrNameLst>
                                          <p:attrName>ppt_y</p:attrName>
                                        </p:attrNameLst>
                                      </p:cBhvr>
                                      <p:tavLst>
                                        <p:tav tm="0">
                                          <p:val>
                                            <p:strVal val="1+#ppt_h/2"/>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2" presetClass="entr" presetSubtype="4" fill="hold" nodeType="clickEffect">
                                  <p:stCondLst>
                                    <p:cond delay="0"/>
                                  </p:stCondLst>
                                  <p:childTnLst>
                                    <p:set>
                                      <p:cBhvr>
                                        <p:cTn id="59" dur="1" fill="hold">
                                          <p:stCondLst>
                                            <p:cond delay="0"/>
                                          </p:stCondLst>
                                        </p:cTn>
                                        <p:tgtEl>
                                          <p:spTgt spid="99332"/>
                                        </p:tgtEl>
                                        <p:attrNameLst>
                                          <p:attrName>style.visibility</p:attrName>
                                        </p:attrNameLst>
                                      </p:cBhvr>
                                      <p:to>
                                        <p:strVal val="visible"/>
                                      </p:to>
                                    </p:set>
                                    <p:anim calcmode="lin" valueType="num">
                                      <p:cBhvr additive="base">
                                        <p:cTn id="60" dur="500" fill="hold"/>
                                        <p:tgtEl>
                                          <p:spTgt spid="99332"/>
                                        </p:tgtEl>
                                        <p:attrNameLst>
                                          <p:attrName>ppt_x</p:attrName>
                                        </p:attrNameLst>
                                      </p:cBhvr>
                                      <p:tavLst>
                                        <p:tav tm="0">
                                          <p:val>
                                            <p:strVal val="#ppt_x"/>
                                          </p:val>
                                        </p:tav>
                                        <p:tav tm="100000">
                                          <p:val>
                                            <p:strVal val="#ppt_x"/>
                                          </p:val>
                                        </p:tav>
                                      </p:tavLst>
                                    </p:anim>
                                    <p:anim calcmode="lin" valueType="num">
                                      <p:cBhvr additive="base">
                                        <p:cTn id="61" dur="500" fill="hold"/>
                                        <p:tgtEl>
                                          <p:spTgt spid="993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70840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191760" y="371476"/>
            <a:ext cx="3828415" cy="1460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13784" y="174625"/>
            <a:ext cx="180149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正交多项式</a:t>
            </a:r>
            <a:endParaRPr lang="zh-CN" altLang="en-US" sz="2000" b="1" dirty="0">
              <a:solidFill>
                <a:srgbClr val="314865"/>
              </a:solidFill>
              <a:latin typeface="+mj-ea"/>
            </a:endParaRPr>
          </a:p>
        </p:txBody>
      </p:sp>
      <p:graphicFrame>
        <p:nvGraphicFramePr>
          <p:cNvPr id="99333" name="Object 5"/>
          <p:cNvGraphicFramePr>
            <a:graphicFrameLocks noChangeAspect="1"/>
          </p:cNvGraphicFramePr>
          <p:nvPr/>
        </p:nvGraphicFramePr>
        <p:xfrm>
          <a:off x="627698" y="844550"/>
          <a:ext cx="6546850" cy="882650"/>
        </p:xfrm>
        <a:graphic>
          <a:graphicData uri="http://schemas.openxmlformats.org/presentationml/2006/ole">
            <mc:AlternateContent xmlns:mc="http://schemas.openxmlformats.org/markup-compatibility/2006">
              <mc:Choice xmlns:v="urn:schemas-microsoft-com:vml" Requires="v">
                <p:oleObj spid="_x0000_s88114" name="Equation" r:id="rId3" imgW="2920680" imgH="393480" progId="Equation.DSMT4">
                  <p:embed/>
                </p:oleObj>
              </mc:Choice>
              <mc:Fallback>
                <p:oleObj name="Equation" r:id="rId3" imgW="2920680" imgH="39348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7698" y="844550"/>
                        <a:ext cx="6546850" cy="882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4" name="Object 6"/>
          <p:cNvGraphicFramePr>
            <a:graphicFrameLocks noChangeAspect="1"/>
          </p:cNvGraphicFramePr>
          <p:nvPr/>
        </p:nvGraphicFramePr>
        <p:xfrm>
          <a:off x="1292225" y="1706880"/>
          <a:ext cx="6086475" cy="1233488"/>
        </p:xfrm>
        <a:graphic>
          <a:graphicData uri="http://schemas.openxmlformats.org/presentationml/2006/ole">
            <mc:AlternateContent xmlns:mc="http://schemas.openxmlformats.org/markup-compatibility/2006">
              <mc:Choice xmlns:v="urn:schemas-microsoft-com:vml" Requires="v">
                <p:oleObj spid="_x0000_s88115" name="Equation" r:id="rId5" imgW="2882880" imgH="583920" progId="Equation.DSMT4">
                  <p:embed/>
                </p:oleObj>
              </mc:Choice>
              <mc:Fallback>
                <p:oleObj name="Equation" r:id="rId5" imgW="2882880" imgH="58392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2225" y="1706880"/>
                        <a:ext cx="6086475" cy="1233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5" name="Object 7"/>
          <p:cNvGraphicFramePr>
            <a:graphicFrameLocks noChangeAspect="1"/>
          </p:cNvGraphicFramePr>
          <p:nvPr/>
        </p:nvGraphicFramePr>
        <p:xfrm>
          <a:off x="1311275" y="2879725"/>
          <a:ext cx="1179513" cy="728663"/>
        </p:xfrm>
        <a:graphic>
          <a:graphicData uri="http://schemas.openxmlformats.org/presentationml/2006/ole">
            <mc:AlternateContent xmlns:mc="http://schemas.openxmlformats.org/markup-compatibility/2006">
              <mc:Choice xmlns:v="urn:schemas-microsoft-com:vml" Requires="v">
                <p:oleObj spid="_x0000_s88116" name="Equation" r:id="rId7" imgW="965160" imgH="596880" progId="Equation.DSMT4">
                  <p:embed/>
                </p:oleObj>
              </mc:Choice>
              <mc:Fallback>
                <p:oleObj name="Equation" r:id="rId7" imgW="965160" imgH="596880" progId="Equation.DSMT4">
                  <p:embed/>
                  <p:pic>
                    <p:nvPicPr>
                      <p:cNvPr id="0" name="Object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11275" y="2879725"/>
                        <a:ext cx="1179513"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9336" name="Object 8"/>
          <p:cNvGraphicFramePr>
            <a:graphicFrameLocks noChangeAspect="1"/>
          </p:cNvGraphicFramePr>
          <p:nvPr/>
        </p:nvGraphicFramePr>
        <p:xfrm>
          <a:off x="1410018" y="3600768"/>
          <a:ext cx="107950" cy="341312"/>
        </p:xfrm>
        <a:graphic>
          <a:graphicData uri="http://schemas.openxmlformats.org/presentationml/2006/ole">
            <mc:AlternateContent xmlns:mc="http://schemas.openxmlformats.org/markup-compatibility/2006">
              <mc:Choice xmlns:v="urn:schemas-microsoft-com:vml" Requires="v">
                <p:oleObj spid="_x0000_s88117" name="Equation" r:id="rId9" imgW="88560" imgH="279360" progId="Equation.3">
                  <p:embed/>
                </p:oleObj>
              </mc:Choice>
              <mc:Fallback>
                <p:oleObj name="Equation" r:id="rId9" imgW="88560" imgH="279360" progId="Equation.3">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10018" y="3600768"/>
                        <a:ext cx="107950" cy="34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99333"/>
                                        </p:tgtEl>
                                        <p:attrNameLst>
                                          <p:attrName>style.visibility</p:attrName>
                                        </p:attrNameLst>
                                      </p:cBhvr>
                                      <p:to>
                                        <p:strVal val="visible"/>
                                      </p:to>
                                    </p:set>
                                    <p:anim calcmode="lin" valueType="num">
                                      <p:cBhvr additive="base">
                                        <p:cTn id="22" dur="500" fill="hold"/>
                                        <p:tgtEl>
                                          <p:spTgt spid="99333"/>
                                        </p:tgtEl>
                                        <p:attrNameLst>
                                          <p:attrName>ppt_x</p:attrName>
                                        </p:attrNameLst>
                                      </p:cBhvr>
                                      <p:tavLst>
                                        <p:tav tm="0">
                                          <p:val>
                                            <p:strVal val="#ppt_x"/>
                                          </p:val>
                                        </p:tav>
                                        <p:tav tm="100000">
                                          <p:val>
                                            <p:strVal val="#ppt_x"/>
                                          </p:val>
                                        </p:tav>
                                      </p:tavLst>
                                    </p:anim>
                                    <p:anim calcmode="lin" valueType="num">
                                      <p:cBhvr additive="base">
                                        <p:cTn id="23" dur="500" fill="hold"/>
                                        <p:tgtEl>
                                          <p:spTgt spid="9933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99334"/>
                                        </p:tgtEl>
                                        <p:attrNameLst>
                                          <p:attrName>style.visibility</p:attrName>
                                        </p:attrNameLst>
                                      </p:cBhvr>
                                      <p:to>
                                        <p:strVal val="visible"/>
                                      </p:to>
                                    </p:set>
                                    <p:anim calcmode="lin" valueType="num">
                                      <p:cBhvr additive="base">
                                        <p:cTn id="28" dur="500" fill="hold"/>
                                        <p:tgtEl>
                                          <p:spTgt spid="99334"/>
                                        </p:tgtEl>
                                        <p:attrNameLst>
                                          <p:attrName>ppt_x</p:attrName>
                                        </p:attrNameLst>
                                      </p:cBhvr>
                                      <p:tavLst>
                                        <p:tav tm="0">
                                          <p:val>
                                            <p:strVal val="#ppt_x"/>
                                          </p:val>
                                        </p:tav>
                                        <p:tav tm="100000">
                                          <p:val>
                                            <p:strVal val="#ppt_x"/>
                                          </p:val>
                                        </p:tav>
                                      </p:tavLst>
                                    </p:anim>
                                    <p:anim calcmode="lin" valueType="num">
                                      <p:cBhvr additive="base">
                                        <p:cTn id="29" dur="500" fill="hold"/>
                                        <p:tgtEl>
                                          <p:spTgt spid="99334"/>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nodeType="clickEffect">
                                  <p:stCondLst>
                                    <p:cond delay="0"/>
                                  </p:stCondLst>
                                  <p:childTnLst>
                                    <p:set>
                                      <p:cBhvr>
                                        <p:cTn id="33" dur="1" fill="hold">
                                          <p:stCondLst>
                                            <p:cond delay="0"/>
                                          </p:stCondLst>
                                        </p:cTn>
                                        <p:tgtEl>
                                          <p:spTgt spid="99335"/>
                                        </p:tgtEl>
                                        <p:attrNameLst>
                                          <p:attrName>style.visibility</p:attrName>
                                        </p:attrNameLst>
                                      </p:cBhvr>
                                      <p:to>
                                        <p:strVal val="visible"/>
                                      </p:to>
                                    </p:set>
                                    <p:anim calcmode="lin" valueType="num">
                                      <p:cBhvr additive="base">
                                        <p:cTn id="34" dur="500" fill="hold"/>
                                        <p:tgtEl>
                                          <p:spTgt spid="99335"/>
                                        </p:tgtEl>
                                        <p:attrNameLst>
                                          <p:attrName>ppt_x</p:attrName>
                                        </p:attrNameLst>
                                      </p:cBhvr>
                                      <p:tavLst>
                                        <p:tav tm="0">
                                          <p:val>
                                            <p:strVal val="#ppt_x"/>
                                          </p:val>
                                        </p:tav>
                                        <p:tav tm="100000">
                                          <p:val>
                                            <p:strVal val="#ppt_x"/>
                                          </p:val>
                                        </p:tav>
                                      </p:tavLst>
                                    </p:anim>
                                    <p:anim calcmode="lin" valueType="num">
                                      <p:cBhvr additive="base">
                                        <p:cTn id="35" dur="500" fill="hold"/>
                                        <p:tgtEl>
                                          <p:spTgt spid="99335"/>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nodeType="clickEffect">
                                  <p:stCondLst>
                                    <p:cond delay="0"/>
                                  </p:stCondLst>
                                  <p:childTnLst>
                                    <p:set>
                                      <p:cBhvr>
                                        <p:cTn id="39" dur="1" fill="hold">
                                          <p:stCondLst>
                                            <p:cond delay="0"/>
                                          </p:stCondLst>
                                        </p:cTn>
                                        <p:tgtEl>
                                          <p:spTgt spid="99336"/>
                                        </p:tgtEl>
                                        <p:attrNameLst>
                                          <p:attrName>style.visibility</p:attrName>
                                        </p:attrNameLst>
                                      </p:cBhvr>
                                      <p:to>
                                        <p:strVal val="visible"/>
                                      </p:to>
                                    </p:set>
                                    <p:anim calcmode="lin" valueType="num">
                                      <p:cBhvr additive="base">
                                        <p:cTn id="40" dur="500" fill="hold"/>
                                        <p:tgtEl>
                                          <p:spTgt spid="99336"/>
                                        </p:tgtEl>
                                        <p:attrNameLst>
                                          <p:attrName>ppt_x</p:attrName>
                                        </p:attrNameLst>
                                      </p:cBhvr>
                                      <p:tavLst>
                                        <p:tav tm="0">
                                          <p:val>
                                            <p:strVal val="#ppt_x"/>
                                          </p:val>
                                        </p:tav>
                                        <p:tav tm="100000">
                                          <p:val>
                                            <p:strVal val="#ppt_x"/>
                                          </p:val>
                                        </p:tav>
                                      </p:tavLst>
                                    </p:anim>
                                    <p:anim calcmode="lin" valueType="num">
                                      <p:cBhvr additive="base">
                                        <p:cTn id="41" dur="500" fill="hold"/>
                                        <p:tgtEl>
                                          <p:spTgt spid="993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70840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191760" y="371476"/>
            <a:ext cx="3828415" cy="14604"/>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613784" y="174625"/>
            <a:ext cx="180149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正交多项式</a:t>
            </a:r>
            <a:endParaRPr lang="zh-CN" altLang="en-US" sz="2000" b="1" dirty="0">
              <a:solidFill>
                <a:srgbClr val="314865"/>
              </a:solidFill>
              <a:latin typeface="+mj-ea"/>
            </a:endParaRPr>
          </a:p>
        </p:txBody>
      </p:sp>
      <p:sp>
        <p:nvSpPr>
          <p:cNvPr id="6" name="Text Box 9"/>
          <p:cNvSpPr txBox="1">
            <a:spLocks noChangeArrowheads="1"/>
          </p:cNvSpPr>
          <p:nvPr/>
        </p:nvSpPr>
        <p:spPr bwMode="auto">
          <a:xfrm>
            <a:off x="386430" y="652780"/>
            <a:ext cx="8063187" cy="3785652"/>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若                                         是           上权函数为          的正交多项式，则有下列性质：</a:t>
            </a:r>
            <a:endParaRPr lang="en-US" altLang="zh-CN" sz="2000" dirty="0" smtClean="0">
              <a:solidFill>
                <a:schemeClr val="dk1"/>
              </a:solidFill>
              <a:latin typeface="Calibri" pitchFamily="34" charset="0"/>
              <a:ea typeface="宋体" pitchFamily="2" charset="-122"/>
              <a:sym typeface="Symbol" pitchFamily="18" charset="2"/>
            </a:endParaRPr>
          </a:p>
          <a:p>
            <a:pPr marL="457200" indent="-457200" algn="l">
              <a:lnSpc>
                <a:spcPct val="150000"/>
              </a:lnSpc>
              <a:buAutoNum type="arabicParenBoth"/>
            </a:pPr>
            <a:r>
              <a:rPr lang="zh-CN" altLang="en-US" sz="2000" dirty="0" smtClean="0">
                <a:solidFill>
                  <a:schemeClr val="dk1"/>
                </a:solidFill>
                <a:latin typeface="Calibri" pitchFamily="34" charset="0"/>
                <a:ea typeface="宋体" pitchFamily="2" charset="-122"/>
                <a:sym typeface="Symbol" pitchFamily="18" charset="2"/>
              </a:rPr>
              <a:t>             是首项系数不为零的     次多项式；</a:t>
            </a:r>
            <a:endParaRPr lang="en-US" altLang="zh-CN" sz="2000" dirty="0" smtClean="0">
              <a:solidFill>
                <a:schemeClr val="dk1"/>
              </a:solidFill>
              <a:latin typeface="Calibri" pitchFamily="34" charset="0"/>
              <a:ea typeface="宋体" pitchFamily="2" charset="-122"/>
              <a:sym typeface="Symbol" pitchFamily="18" charset="2"/>
            </a:endParaRPr>
          </a:p>
          <a:p>
            <a:pPr marL="457200" indent="-457200" algn="l">
              <a:lnSpc>
                <a:spcPct val="150000"/>
              </a:lnSpc>
              <a:buAutoNum type="arabicParenBoth"/>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构成      上的一组正交基；</a:t>
            </a:r>
            <a:endParaRPr lang="en-US" altLang="zh-CN" sz="2000" dirty="0" smtClean="0">
              <a:solidFill>
                <a:schemeClr val="dk1"/>
              </a:solidFill>
              <a:latin typeface="Calibri" pitchFamily="34" charset="0"/>
              <a:ea typeface="宋体" pitchFamily="2" charset="-122"/>
              <a:sym typeface="Symbol" pitchFamily="18" charset="2"/>
            </a:endParaRPr>
          </a:p>
          <a:p>
            <a:pPr marL="457200" indent="-457200" algn="l">
              <a:lnSpc>
                <a:spcPct val="150000"/>
              </a:lnSpc>
              <a:buAutoNum type="arabicParenBoth"/>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与任一不高于          次的多项式正交，即                       ；</a:t>
            </a:r>
            <a:endParaRPr lang="en-US" altLang="zh-CN" sz="2000" dirty="0" smtClean="0">
              <a:solidFill>
                <a:schemeClr val="dk1"/>
              </a:solidFill>
              <a:latin typeface="Calibri" pitchFamily="34" charset="0"/>
              <a:ea typeface="宋体" pitchFamily="2" charset="-122"/>
              <a:sym typeface="Symbol" pitchFamily="18" charset="2"/>
            </a:endParaRPr>
          </a:p>
          <a:p>
            <a:pPr marL="457200" indent="-457200" algn="l">
              <a:lnSpc>
                <a:spcPct val="150000"/>
              </a:lnSpc>
              <a:buAutoNum type="arabicParenBoth"/>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方程                    在            上有     个单根；</a:t>
            </a:r>
            <a:endParaRPr lang="en-US" altLang="zh-CN" sz="2000" dirty="0" smtClean="0">
              <a:solidFill>
                <a:schemeClr val="dk1"/>
              </a:solidFill>
              <a:latin typeface="Calibri" pitchFamily="34" charset="0"/>
              <a:ea typeface="宋体" pitchFamily="2" charset="-122"/>
              <a:sym typeface="Symbol" pitchFamily="18" charset="2"/>
            </a:endParaRPr>
          </a:p>
          <a:p>
            <a:pPr marL="457200" indent="-457200" algn="l">
              <a:lnSpc>
                <a:spcPct val="150000"/>
              </a:lnSpc>
              <a:buAutoNum type="arabicParenBoth"/>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方程                       的根                                       与方程                  的根</a:t>
            </a:r>
            <a:endParaRPr lang="en-US" altLang="zh-CN" sz="2000" dirty="0" smtClean="0">
              <a:solidFill>
                <a:schemeClr val="dk1"/>
              </a:solidFill>
              <a:latin typeface="Calibri" pitchFamily="34" charset="0"/>
              <a:ea typeface="宋体" pitchFamily="2" charset="-122"/>
              <a:sym typeface="Symbol" pitchFamily="18" charset="2"/>
            </a:endParaRPr>
          </a:p>
          <a:p>
            <a:pPr marL="457200" indent="-457200" algn="l">
              <a:lnSpc>
                <a:spcPct val="15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在上交错分布</a:t>
            </a:r>
            <a:r>
              <a:rPr lang="en-US" altLang="zh-CN" sz="2000" dirty="0" smtClean="0">
                <a:solidFill>
                  <a:schemeClr val="dk1"/>
                </a:solidFill>
                <a:latin typeface="Calibri" pitchFamily="34" charset="0"/>
                <a:ea typeface="宋体" pitchFamily="2" charset="-122"/>
                <a:sym typeface="Symbol" pitchFamily="18" charset="2"/>
              </a:rPr>
              <a:t>.</a:t>
            </a: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2" name="Object 3"/>
          <p:cNvGraphicFramePr>
            <a:graphicFrameLocks noChangeAspect="1"/>
          </p:cNvGraphicFramePr>
          <p:nvPr/>
        </p:nvGraphicFramePr>
        <p:xfrm>
          <a:off x="670243" y="745173"/>
          <a:ext cx="2374900" cy="409575"/>
        </p:xfrm>
        <a:graphic>
          <a:graphicData uri="http://schemas.openxmlformats.org/presentationml/2006/ole">
            <mc:AlternateContent xmlns:mc="http://schemas.openxmlformats.org/markup-compatibility/2006">
              <mc:Choice xmlns:v="urn:schemas-microsoft-com:vml" Requires="v">
                <p:oleObj spid="_x0000_s89298" name="Equation" r:id="rId3" imgW="1028520" imgH="177480" progId="Equation.DSMT4">
                  <p:embed/>
                </p:oleObj>
              </mc:Choice>
              <mc:Fallback>
                <p:oleObj name="Equation" r:id="rId3" imgW="1028520" imgH="17748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243" y="745173"/>
                        <a:ext cx="23749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5174298" y="764540"/>
          <a:ext cx="615950" cy="381000"/>
        </p:xfrm>
        <a:graphic>
          <a:graphicData uri="http://schemas.openxmlformats.org/presentationml/2006/ole">
            <mc:AlternateContent xmlns:mc="http://schemas.openxmlformats.org/markup-compatibility/2006">
              <mc:Choice xmlns:v="urn:schemas-microsoft-com:vml" Requires="v">
                <p:oleObj spid="_x0000_s89299" name="Equation" r:id="rId5" imgW="266400" imgH="164880" progId="Equation.DSMT4">
                  <p:embed/>
                </p:oleObj>
              </mc:Choice>
              <mc:Fallback>
                <p:oleObj name="Equation" r:id="rId5" imgW="266400" imgH="16488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74298" y="764540"/>
                        <a:ext cx="6159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5"/>
          <p:cNvGraphicFramePr>
            <a:graphicFrameLocks noChangeAspect="1"/>
          </p:cNvGraphicFramePr>
          <p:nvPr/>
        </p:nvGraphicFramePr>
        <p:xfrm>
          <a:off x="994728" y="1666558"/>
          <a:ext cx="703262" cy="409575"/>
        </p:xfrm>
        <a:graphic>
          <a:graphicData uri="http://schemas.openxmlformats.org/presentationml/2006/ole">
            <mc:AlternateContent xmlns:mc="http://schemas.openxmlformats.org/markup-compatibility/2006">
              <mc:Choice xmlns:v="urn:schemas-microsoft-com:vml" Requires="v">
                <p:oleObj spid="_x0000_s89300" name="Equation" r:id="rId7" imgW="304560" imgH="177480" progId="Equation.DSMT4">
                  <p:embed/>
                </p:oleObj>
              </mc:Choice>
              <mc:Fallback>
                <p:oleObj name="Equation" r:id="rId7" imgW="304560" imgH="17748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4728" y="1666558"/>
                        <a:ext cx="703262"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8"/>
          <p:cNvGraphicFramePr>
            <a:graphicFrameLocks noChangeAspect="1"/>
          </p:cNvGraphicFramePr>
          <p:nvPr/>
        </p:nvGraphicFramePr>
        <p:xfrm>
          <a:off x="1458278" y="3487103"/>
          <a:ext cx="1260475" cy="409575"/>
        </p:xfrm>
        <a:graphic>
          <a:graphicData uri="http://schemas.openxmlformats.org/presentationml/2006/ole">
            <mc:AlternateContent xmlns:mc="http://schemas.openxmlformats.org/markup-compatibility/2006">
              <mc:Choice xmlns:v="urn:schemas-microsoft-com:vml" Requires="v">
                <p:oleObj spid="_x0000_s89301" name="Equation" r:id="rId9" imgW="545760" imgH="177480" progId="Equation.DSMT4">
                  <p:embed/>
                </p:oleObj>
              </mc:Choice>
              <mc:Fallback>
                <p:oleObj name="Equation" r:id="rId9" imgW="545760" imgH="177480" progId="Equation.DSMT4">
                  <p:embed/>
                  <p:pic>
                    <p:nvPicPr>
                      <p:cNvPr id="0"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58278" y="3487103"/>
                        <a:ext cx="126047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9"/>
          <p:cNvGraphicFramePr>
            <a:graphicFrameLocks noChangeAspect="1"/>
          </p:cNvGraphicFramePr>
          <p:nvPr/>
        </p:nvGraphicFramePr>
        <p:xfrm>
          <a:off x="3333433" y="743268"/>
          <a:ext cx="615950" cy="379412"/>
        </p:xfrm>
        <a:graphic>
          <a:graphicData uri="http://schemas.openxmlformats.org/presentationml/2006/ole">
            <mc:AlternateContent xmlns:mc="http://schemas.openxmlformats.org/markup-compatibility/2006">
              <mc:Choice xmlns:v="urn:schemas-microsoft-com:vml" Requires="v">
                <p:oleObj spid="_x0000_s89302" name="Equation" r:id="rId11" imgW="266400" imgH="164880" progId="Equation.DSMT4">
                  <p:embed/>
                </p:oleObj>
              </mc:Choice>
              <mc:Fallback>
                <p:oleObj name="Equation" r:id="rId11" imgW="266400" imgH="164880" progId="Equation.DSMT4">
                  <p:embed/>
                  <p:pic>
                    <p:nvPicPr>
                      <p:cNvPr id="0" name="Picture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33433" y="743268"/>
                        <a:ext cx="615950" cy="379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1"/>
          <p:cNvGraphicFramePr>
            <a:graphicFrameLocks noChangeAspect="1"/>
          </p:cNvGraphicFramePr>
          <p:nvPr/>
        </p:nvGraphicFramePr>
        <p:xfrm>
          <a:off x="3356928" y="3471545"/>
          <a:ext cx="2198687" cy="438150"/>
        </p:xfrm>
        <a:graphic>
          <a:graphicData uri="http://schemas.openxmlformats.org/presentationml/2006/ole">
            <mc:AlternateContent xmlns:mc="http://schemas.openxmlformats.org/markup-compatibility/2006">
              <mc:Choice xmlns:v="urn:schemas-microsoft-com:vml" Requires="v">
                <p:oleObj spid="_x0000_s89303" name="Equation" r:id="rId13" imgW="952200" imgH="190440" progId="Equation.DSMT4">
                  <p:embed/>
                </p:oleObj>
              </mc:Choice>
              <mc:Fallback>
                <p:oleObj name="Equation" r:id="rId13" imgW="952200" imgH="190440" progId="Equation.DSMT4">
                  <p:embed/>
                  <p:pic>
                    <p:nvPicPr>
                      <p:cNvPr id="0" name="Picture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356928" y="3471545"/>
                        <a:ext cx="2198687"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2"/>
          <p:cNvGraphicFramePr>
            <a:graphicFrameLocks noChangeAspect="1"/>
          </p:cNvGraphicFramePr>
          <p:nvPr/>
        </p:nvGraphicFramePr>
        <p:xfrm>
          <a:off x="6266498" y="3484245"/>
          <a:ext cx="1114425" cy="409575"/>
        </p:xfrm>
        <a:graphic>
          <a:graphicData uri="http://schemas.openxmlformats.org/presentationml/2006/ole">
            <mc:AlternateContent xmlns:mc="http://schemas.openxmlformats.org/markup-compatibility/2006">
              <mc:Choice xmlns:v="urn:schemas-microsoft-com:vml" Requires="v">
                <p:oleObj spid="_x0000_s89304" name="Equation" r:id="rId15" imgW="482400" imgH="177480" progId="Equation.DSMT4">
                  <p:embed/>
                </p:oleObj>
              </mc:Choice>
              <mc:Fallback>
                <p:oleObj name="Equation" r:id="rId15" imgW="482400" imgH="177480" progId="Equation.DSMT4">
                  <p:embed/>
                  <p:pic>
                    <p:nvPicPr>
                      <p:cNvPr id="0" name="Picture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66498" y="3484245"/>
                        <a:ext cx="111442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3"/>
          <p:cNvGraphicFramePr>
            <a:graphicFrameLocks noChangeAspect="1"/>
          </p:cNvGraphicFramePr>
          <p:nvPr/>
        </p:nvGraphicFramePr>
        <p:xfrm>
          <a:off x="980123" y="3872230"/>
          <a:ext cx="1730375" cy="438150"/>
        </p:xfrm>
        <a:graphic>
          <a:graphicData uri="http://schemas.openxmlformats.org/presentationml/2006/ole">
            <mc:AlternateContent xmlns:mc="http://schemas.openxmlformats.org/markup-compatibility/2006">
              <mc:Choice xmlns:v="urn:schemas-microsoft-com:vml" Requires="v">
                <p:oleObj spid="_x0000_s89305" name="Equation" r:id="rId17" imgW="749160" imgH="190440" progId="Equation.DSMT4">
                  <p:embed/>
                </p:oleObj>
              </mc:Choice>
              <mc:Fallback>
                <p:oleObj name="Equation" r:id="rId17" imgW="749160" imgH="190440" progId="Equation.DSMT4">
                  <p:embed/>
                  <p:pic>
                    <p:nvPicPr>
                      <p:cNvPr id="0" name="Picture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980123" y="3872230"/>
                        <a:ext cx="173037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4"/>
          <p:cNvGraphicFramePr>
            <a:graphicFrameLocks noChangeAspect="1"/>
          </p:cNvGraphicFramePr>
          <p:nvPr/>
        </p:nvGraphicFramePr>
        <p:xfrm>
          <a:off x="1503363" y="3029903"/>
          <a:ext cx="1114425" cy="409575"/>
        </p:xfrm>
        <a:graphic>
          <a:graphicData uri="http://schemas.openxmlformats.org/presentationml/2006/ole">
            <mc:AlternateContent xmlns:mc="http://schemas.openxmlformats.org/markup-compatibility/2006">
              <mc:Choice xmlns:v="urn:schemas-microsoft-com:vml" Requires="v">
                <p:oleObj spid="_x0000_s89306" name="Equation" r:id="rId19" imgW="482400" imgH="177480" progId="Equation.DSMT4">
                  <p:embed/>
                </p:oleObj>
              </mc:Choice>
              <mc:Fallback>
                <p:oleObj name="Equation" r:id="rId19" imgW="482400" imgH="177480" progId="Equation.DSMT4">
                  <p:embed/>
                  <p:pic>
                    <p:nvPicPr>
                      <p:cNvPr id="0" name="Picture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503363" y="3029903"/>
                        <a:ext cx="111442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 name="Object 15"/>
          <p:cNvGraphicFramePr>
            <a:graphicFrameLocks noChangeAspect="1"/>
          </p:cNvGraphicFramePr>
          <p:nvPr/>
        </p:nvGraphicFramePr>
        <p:xfrm>
          <a:off x="2919730" y="3031490"/>
          <a:ext cx="615950" cy="379413"/>
        </p:xfrm>
        <a:graphic>
          <a:graphicData uri="http://schemas.openxmlformats.org/presentationml/2006/ole">
            <mc:AlternateContent xmlns:mc="http://schemas.openxmlformats.org/markup-compatibility/2006">
              <mc:Choice xmlns:v="urn:schemas-microsoft-com:vml" Requires="v">
                <p:oleObj spid="_x0000_s89307" name="Equation" r:id="rId20" imgW="266400" imgH="164880" progId="Equation.DSMT4">
                  <p:embed/>
                </p:oleObj>
              </mc:Choice>
              <mc:Fallback>
                <p:oleObj name="Equation" r:id="rId20" imgW="266400" imgH="164880" progId="Equation.DSMT4">
                  <p:embed/>
                  <p:pic>
                    <p:nvPicPr>
                      <p:cNvPr id="0" name="Picture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19730" y="3031490"/>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 name="Object 16"/>
          <p:cNvGraphicFramePr>
            <a:graphicFrameLocks noChangeAspect="1"/>
          </p:cNvGraphicFramePr>
          <p:nvPr/>
        </p:nvGraphicFramePr>
        <p:xfrm>
          <a:off x="4081145" y="3099435"/>
          <a:ext cx="263525" cy="292100"/>
        </p:xfrm>
        <a:graphic>
          <a:graphicData uri="http://schemas.openxmlformats.org/presentationml/2006/ole">
            <mc:AlternateContent xmlns:mc="http://schemas.openxmlformats.org/markup-compatibility/2006">
              <mc:Choice xmlns:v="urn:schemas-microsoft-com:vml" Requires="v">
                <p:oleObj spid="_x0000_s89308" name="Equation" r:id="rId21" imgW="114120" imgH="126720" progId="Equation.DSMT4">
                  <p:embed/>
                </p:oleObj>
              </mc:Choice>
              <mc:Fallback>
                <p:oleObj name="Equation" r:id="rId21" imgW="114120" imgH="126720" progId="Equation.DSMT4">
                  <p:embed/>
                  <p:pic>
                    <p:nvPicPr>
                      <p:cNvPr id="0" name="Picture 16"/>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081145" y="3099435"/>
                        <a:ext cx="263525"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 name="Object 17"/>
          <p:cNvGraphicFramePr>
            <a:graphicFrameLocks noChangeAspect="1"/>
          </p:cNvGraphicFramePr>
          <p:nvPr/>
        </p:nvGraphicFramePr>
        <p:xfrm>
          <a:off x="952500" y="2145348"/>
          <a:ext cx="2374900" cy="409575"/>
        </p:xfrm>
        <a:graphic>
          <a:graphicData uri="http://schemas.openxmlformats.org/presentationml/2006/ole">
            <mc:AlternateContent xmlns:mc="http://schemas.openxmlformats.org/markup-compatibility/2006">
              <mc:Choice xmlns:v="urn:schemas-microsoft-com:vml" Requires="v">
                <p:oleObj spid="_x0000_s89309" name="Equation" r:id="rId23" imgW="1028520" imgH="177480" progId="Equation.DSMT4">
                  <p:embed/>
                </p:oleObj>
              </mc:Choice>
              <mc:Fallback>
                <p:oleObj name="Equation" r:id="rId23" imgW="1028520" imgH="177480" progId="Equation.DSMT4">
                  <p:embed/>
                  <p:pic>
                    <p:nvPicPr>
                      <p:cNvPr id="0" name="Picture 1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52500" y="2145348"/>
                        <a:ext cx="237490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8"/>
          <p:cNvGraphicFramePr>
            <a:graphicFrameLocks noChangeAspect="1"/>
          </p:cNvGraphicFramePr>
          <p:nvPr/>
        </p:nvGraphicFramePr>
        <p:xfrm>
          <a:off x="3857625" y="2145348"/>
          <a:ext cx="322263" cy="409575"/>
        </p:xfrm>
        <a:graphic>
          <a:graphicData uri="http://schemas.openxmlformats.org/presentationml/2006/ole">
            <mc:AlternateContent xmlns:mc="http://schemas.openxmlformats.org/markup-compatibility/2006">
              <mc:Choice xmlns:v="urn:schemas-microsoft-com:vml" Requires="v">
                <p:oleObj spid="_x0000_s89310" name="Equation" r:id="rId25" imgW="139680" imgH="177480" progId="Equation.DSMT4">
                  <p:embed/>
                </p:oleObj>
              </mc:Choice>
              <mc:Fallback>
                <p:oleObj name="Equation" r:id="rId25" imgW="139680" imgH="177480" progId="Equation.DSMT4">
                  <p:embed/>
                  <p:pic>
                    <p:nvPicPr>
                      <p:cNvPr id="0" name="Picture 1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857625" y="2145348"/>
                        <a:ext cx="322263"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 name="Object 19"/>
          <p:cNvGraphicFramePr>
            <a:graphicFrameLocks noChangeAspect="1"/>
          </p:cNvGraphicFramePr>
          <p:nvPr/>
        </p:nvGraphicFramePr>
        <p:xfrm>
          <a:off x="3968115" y="1705928"/>
          <a:ext cx="265113" cy="350837"/>
        </p:xfrm>
        <a:graphic>
          <a:graphicData uri="http://schemas.openxmlformats.org/presentationml/2006/ole">
            <mc:AlternateContent xmlns:mc="http://schemas.openxmlformats.org/markup-compatibility/2006">
              <mc:Choice xmlns:v="urn:schemas-microsoft-com:vml" Requires="v">
                <p:oleObj spid="_x0000_s89311" name="Equation" r:id="rId27" imgW="114120" imgH="152280" progId="Equation.DSMT4">
                  <p:embed/>
                </p:oleObj>
              </mc:Choice>
              <mc:Fallback>
                <p:oleObj name="Equation" r:id="rId27" imgW="114120" imgH="152280" progId="Equation.DSMT4">
                  <p:embed/>
                  <p:pic>
                    <p:nvPicPr>
                      <p:cNvPr id="0" name="Picture 1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3968115" y="1705928"/>
                        <a:ext cx="265113"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 name="Object 20"/>
          <p:cNvGraphicFramePr>
            <a:graphicFrameLocks noChangeAspect="1"/>
          </p:cNvGraphicFramePr>
          <p:nvPr/>
        </p:nvGraphicFramePr>
        <p:xfrm>
          <a:off x="987425" y="2604453"/>
          <a:ext cx="703263" cy="409575"/>
        </p:xfrm>
        <a:graphic>
          <a:graphicData uri="http://schemas.openxmlformats.org/presentationml/2006/ole">
            <mc:AlternateContent xmlns:mc="http://schemas.openxmlformats.org/markup-compatibility/2006">
              <mc:Choice xmlns:v="urn:schemas-microsoft-com:vml" Requires="v">
                <p:oleObj spid="_x0000_s89312" name="Equation" r:id="rId29" imgW="304560" imgH="177480" progId="Equation.DSMT4">
                  <p:embed/>
                </p:oleObj>
              </mc:Choice>
              <mc:Fallback>
                <p:oleObj name="Equation" r:id="rId29" imgW="304560" imgH="177480" progId="Equation.DSMT4">
                  <p:embed/>
                  <p:pic>
                    <p:nvPicPr>
                      <p:cNvPr id="0" name="Picture 2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87425" y="2604453"/>
                        <a:ext cx="703263"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21"/>
          <p:cNvGraphicFramePr>
            <a:graphicFrameLocks noChangeAspect="1"/>
          </p:cNvGraphicFramePr>
          <p:nvPr/>
        </p:nvGraphicFramePr>
        <p:xfrm>
          <a:off x="3190558" y="2622868"/>
          <a:ext cx="585787" cy="350837"/>
        </p:xfrm>
        <a:graphic>
          <a:graphicData uri="http://schemas.openxmlformats.org/presentationml/2006/ole">
            <mc:AlternateContent xmlns:mc="http://schemas.openxmlformats.org/markup-compatibility/2006">
              <mc:Choice xmlns:v="urn:schemas-microsoft-com:vml" Requires="v">
                <p:oleObj spid="_x0000_s89313" name="Equation" r:id="rId31" imgW="253800" imgH="152280" progId="Equation.DSMT4">
                  <p:embed/>
                </p:oleObj>
              </mc:Choice>
              <mc:Fallback>
                <p:oleObj name="Equation" r:id="rId31" imgW="253800" imgH="152280" progId="Equation.DSMT4">
                  <p:embed/>
                  <p:pic>
                    <p:nvPicPr>
                      <p:cNvPr id="0" name="Picture 2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190558" y="2622868"/>
                        <a:ext cx="585787"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22"/>
          <p:cNvGraphicFramePr>
            <a:graphicFrameLocks noChangeAspect="1"/>
          </p:cNvGraphicFramePr>
          <p:nvPr/>
        </p:nvGraphicFramePr>
        <p:xfrm>
          <a:off x="6044883" y="2553653"/>
          <a:ext cx="1379537" cy="409575"/>
        </p:xfrm>
        <a:graphic>
          <a:graphicData uri="http://schemas.openxmlformats.org/presentationml/2006/ole">
            <mc:AlternateContent xmlns:mc="http://schemas.openxmlformats.org/markup-compatibility/2006">
              <mc:Choice xmlns:v="urn:schemas-microsoft-com:vml" Requires="v">
                <p:oleObj spid="_x0000_s89314" name="Equation" r:id="rId33" imgW="596880" imgH="177480" progId="Equation.DSMT4">
                  <p:embed/>
                </p:oleObj>
              </mc:Choice>
              <mc:Fallback>
                <p:oleObj name="Equation" r:id="rId33" imgW="596880" imgH="177480" progId="Equation.DSMT4">
                  <p:embed/>
                  <p:pic>
                    <p:nvPicPr>
                      <p:cNvPr id="0" name="Picture 2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044883" y="2553653"/>
                        <a:ext cx="1379537"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par>
                                <p:cTn id="23" presetID="3" presetClass="entr" presetSubtype="1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blinds(horizontal)">
                                      <p:cBhvr>
                                        <p:cTn id="25" dur="500"/>
                                        <p:tgtEl>
                                          <p:spTgt spid="2"/>
                                        </p:tgtEl>
                                      </p:cBhvr>
                                    </p:animEffect>
                                  </p:childTnLst>
                                </p:cTn>
                              </p:par>
                              <p:par>
                                <p:cTn id="26" presetID="3" presetClass="entr" presetSubtype="1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blinds(horizontal)">
                                      <p:cBhvr>
                                        <p:cTn id="28" dur="500"/>
                                        <p:tgtEl>
                                          <p:spTgt spid="9"/>
                                        </p:tgtEl>
                                      </p:cBhvr>
                                    </p:animEffect>
                                  </p:childTnLst>
                                </p:cTn>
                              </p:par>
                              <p:par>
                                <p:cTn id="29" presetID="3" presetClass="entr" presetSubtype="1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par>
                                <p:cTn id="32" presetID="3" presetClass="entr" presetSubtype="1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par>
                                <p:cTn id="35" presetID="3" presetClass="entr" presetSubtype="10" fill="hold"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blinds(horizontal)">
                                      <p:cBhvr>
                                        <p:cTn id="37" dur="500"/>
                                        <p:tgtEl>
                                          <p:spTgt spid="22"/>
                                        </p:tgtEl>
                                      </p:cBhvr>
                                    </p:animEffect>
                                  </p:childTnLst>
                                </p:cTn>
                              </p:par>
                              <p:par>
                                <p:cTn id="38" presetID="3" presetClass="entr" presetSubtype="10" fill="hold"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blinds(horizontal)">
                                      <p:cBhvr>
                                        <p:cTn id="40" dur="500"/>
                                        <p:tgtEl>
                                          <p:spTgt spid="20"/>
                                        </p:tgtEl>
                                      </p:cBhvr>
                                    </p:animEffect>
                                  </p:childTnLst>
                                </p:cTn>
                              </p:par>
                              <p:par>
                                <p:cTn id="41" presetID="3" presetClass="entr" presetSubtype="10" fill="hold"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blinds(horizontal)">
                                      <p:cBhvr>
                                        <p:cTn id="43" dur="500"/>
                                        <p:tgtEl>
                                          <p:spTgt spid="21"/>
                                        </p:tgtEl>
                                      </p:cBhvr>
                                    </p:animEffect>
                                  </p:childTnLst>
                                </p:cTn>
                              </p:par>
                              <p:par>
                                <p:cTn id="44" presetID="3" presetClass="entr" presetSubtype="10" fill="hold" nodeType="withEffect">
                                  <p:stCondLst>
                                    <p:cond delay="0"/>
                                  </p:stCondLst>
                                  <p:childTnLst>
                                    <p:set>
                                      <p:cBhvr>
                                        <p:cTn id="45" dur="1" fill="hold">
                                          <p:stCondLst>
                                            <p:cond delay="0"/>
                                          </p:stCondLst>
                                        </p:cTn>
                                        <p:tgtEl>
                                          <p:spTgt spid="23"/>
                                        </p:tgtEl>
                                        <p:attrNameLst>
                                          <p:attrName>style.visibility</p:attrName>
                                        </p:attrNameLst>
                                      </p:cBhvr>
                                      <p:to>
                                        <p:strVal val="visible"/>
                                      </p:to>
                                    </p:set>
                                    <p:animEffect transition="in" filter="blinds(horizontal)">
                                      <p:cBhvr>
                                        <p:cTn id="46" dur="500"/>
                                        <p:tgtEl>
                                          <p:spTgt spid="23"/>
                                        </p:tgtEl>
                                      </p:cBhvr>
                                    </p:animEffect>
                                  </p:childTnLst>
                                </p:cTn>
                              </p:par>
                              <p:par>
                                <p:cTn id="47" presetID="3" presetClass="entr" presetSubtype="10"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blinds(horizontal)">
                                      <p:cBhvr>
                                        <p:cTn id="49" dur="500"/>
                                        <p:tgtEl>
                                          <p:spTgt spid="24"/>
                                        </p:tgtEl>
                                      </p:cBhvr>
                                    </p:animEffect>
                                  </p:childTnLst>
                                </p:cTn>
                              </p:par>
                              <p:par>
                                <p:cTn id="50" presetID="3" presetClass="entr" presetSubtype="10" fill="hold" nodeType="withEffect">
                                  <p:stCondLst>
                                    <p:cond delay="0"/>
                                  </p:stCondLst>
                                  <p:childTnLst>
                                    <p:set>
                                      <p:cBhvr>
                                        <p:cTn id="51" dur="1" fill="hold">
                                          <p:stCondLst>
                                            <p:cond delay="0"/>
                                          </p:stCondLst>
                                        </p:cTn>
                                        <p:tgtEl>
                                          <p:spTgt spid="25"/>
                                        </p:tgtEl>
                                        <p:attrNameLst>
                                          <p:attrName>style.visibility</p:attrName>
                                        </p:attrNameLst>
                                      </p:cBhvr>
                                      <p:to>
                                        <p:strVal val="visible"/>
                                      </p:to>
                                    </p:set>
                                    <p:animEffect transition="in" filter="blinds(horizontal)">
                                      <p:cBhvr>
                                        <p:cTn id="52" dur="500"/>
                                        <p:tgtEl>
                                          <p:spTgt spid="25"/>
                                        </p:tgtEl>
                                      </p:cBhvr>
                                    </p:animEffect>
                                  </p:childTnLst>
                                </p:cTn>
                              </p:par>
                              <p:par>
                                <p:cTn id="53" presetID="3" presetClass="entr" presetSubtype="10" fill="hold" nodeType="with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linds(horizontal)">
                                      <p:cBhvr>
                                        <p:cTn id="55" dur="500"/>
                                        <p:tgtEl>
                                          <p:spTgt spid="17"/>
                                        </p:tgtEl>
                                      </p:cBhvr>
                                    </p:animEffect>
                                  </p:childTnLst>
                                </p:cTn>
                              </p:par>
                              <p:par>
                                <p:cTn id="56" presetID="3" presetClass="entr" presetSubtype="1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blinds(horizontal)">
                                      <p:cBhvr>
                                        <p:cTn id="58" dur="500"/>
                                        <p:tgtEl>
                                          <p:spTgt spid="18"/>
                                        </p:tgtEl>
                                      </p:cBhvr>
                                    </p:animEffect>
                                  </p:childTnLst>
                                </p:cTn>
                              </p:par>
                              <p:par>
                                <p:cTn id="59" presetID="3" presetClass="entr" presetSubtype="10" fill="hold" nodeType="withEffect">
                                  <p:stCondLst>
                                    <p:cond delay="0"/>
                                  </p:stCondLst>
                                  <p:childTnLst>
                                    <p:set>
                                      <p:cBhvr>
                                        <p:cTn id="60" dur="1" fill="hold">
                                          <p:stCondLst>
                                            <p:cond delay="0"/>
                                          </p:stCondLst>
                                        </p:cTn>
                                        <p:tgtEl>
                                          <p:spTgt spid="19"/>
                                        </p:tgtEl>
                                        <p:attrNameLst>
                                          <p:attrName>style.visibility</p:attrName>
                                        </p:attrNameLst>
                                      </p:cBhvr>
                                      <p:to>
                                        <p:strVal val="visible"/>
                                      </p:to>
                                    </p:set>
                                    <p:animEffect transition="in" filter="blinds(horizontal)">
                                      <p:cBhvr>
                                        <p:cTn id="61" dur="500"/>
                                        <p:tgtEl>
                                          <p:spTgt spid="19"/>
                                        </p:tgtEl>
                                      </p:cBhvr>
                                    </p:animEffect>
                                  </p:childTnLst>
                                </p:cTn>
                              </p:par>
                              <p:par>
                                <p:cTn id="62" presetID="3" presetClass="entr" presetSubtype="10" fill="hold"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blinds(horizontal)">
                                      <p:cBhvr>
                                        <p:cTn id="64" dur="500"/>
                                        <p:tgtEl>
                                          <p:spTgt spid="8"/>
                                        </p:tgtEl>
                                      </p:cBhvr>
                                    </p:animEffect>
                                  </p:childTnLst>
                                </p:cTn>
                              </p:par>
                              <p:par>
                                <p:cTn id="65" presetID="3" presetClass="entr" presetSubtype="10" fill="hold" nodeType="withEffect">
                                  <p:stCondLst>
                                    <p:cond delay="0"/>
                                  </p:stCondLst>
                                  <p:childTnLst>
                                    <p:set>
                                      <p:cBhvr>
                                        <p:cTn id="66" dur="1" fill="hold">
                                          <p:stCondLst>
                                            <p:cond delay="0"/>
                                          </p:stCondLst>
                                        </p:cTn>
                                        <p:tgtEl>
                                          <p:spTgt spid="11"/>
                                        </p:tgtEl>
                                        <p:attrNameLst>
                                          <p:attrName>style.visibility</p:attrName>
                                        </p:attrNameLst>
                                      </p:cBhvr>
                                      <p:to>
                                        <p:strVal val="visible"/>
                                      </p:to>
                                    </p:set>
                                    <p:animEffect transition="in" filter="blinds(horizontal)">
                                      <p:cBhvr>
                                        <p:cTn id="67" dur="500"/>
                                        <p:tgtEl>
                                          <p:spTgt spid="11"/>
                                        </p:tgtEl>
                                      </p:cBhvr>
                                    </p:animEffect>
                                  </p:childTnLst>
                                </p:cTn>
                              </p:par>
                              <p:par>
                                <p:cTn id="68" presetID="3" presetClass="entr" presetSubtype="10" fill="hold" nodeType="withEffect">
                                  <p:stCondLst>
                                    <p:cond delay="0"/>
                                  </p:stCondLst>
                                  <p:childTnLst>
                                    <p:set>
                                      <p:cBhvr>
                                        <p:cTn id="69" dur="1" fill="hold">
                                          <p:stCondLst>
                                            <p:cond delay="0"/>
                                          </p:stCondLst>
                                        </p:cTn>
                                        <p:tgtEl>
                                          <p:spTgt spid="12"/>
                                        </p:tgtEl>
                                        <p:attrNameLst>
                                          <p:attrName>style.visibility</p:attrName>
                                        </p:attrNameLst>
                                      </p:cBhvr>
                                      <p:to>
                                        <p:strVal val="visible"/>
                                      </p:to>
                                    </p:set>
                                    <p:animEffect transition="in" filter="blinds(horizontal)">
                                      <p:cBhvr>
                                        <p:cTn id="70" dur="500"/>
                                        <p:tgtEl>
                                          <p:spTgt spid="12"/>
                                        </p:tgtEl>
                                      </p:cBhvr>
                                    </p:animEffect>
                                  </p:childTnLst>
                                </p:cTn>
                              </p:par>
                              <p:par>
                                <p:cTn id="71" presetID="3" presetClass="entr" presetSubtype="10" fill="hold" nodeType="withEffect">
                                  <p:stCondLst>
                                    <p:cond delay="0"/>
                                  </p:stCondLst>
                                  <p:childTnLst>
                                    <p:set>
                                      <p:cBhvr>
                                        <p:cTn id="72" dur="1" fill="hold">
                                          <p:stCondLst>
                                            <p:cond delay="0"/>
                                          </p:stCondLst>
                                        </p:cTn>
                                        <p:tgtEl>
                                          <p:spTgt spid="13"/>
                                        </p:tgtEl>
                                        <p:attrNameLst>
                                          <p:attrName>style.visibility</p:attrName>
                                        </p:attrNameLst>
                                      </p:cBhvr>
                                      <p:to>
                                        <p:strVal val="visible"/>
                                      </p:to>
                                    </p:set>
                                    <p:animEffect transition="in" filter="blinds(horizontal)">
                                      <p:cBhvr>
                                        <p:cTn id="7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12928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a:off x="5821680" y="364520"/>
            <a:ext cx="3198495" cy="6956"/>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75304" y="16446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几个常用的正交多项式</a:t>
            </a:r>
            <a:endParaRPr lang="zh-CN" altLang="en-US" sz="2000" b="1" dirty="0">
              <a:solidFill>
                <a:srgbClr val="314865"/>
              </a:solidFill>
              <a:latin typeface="+mj-ea"/>
            </a:endParaRPr>
          </a:p>
        </p:txBody>
      </p:sp>
      <p:sp>
        <p:nvSpPr>
          <p:cNvPr id="7" name="Text Box 9"/>
          <p:cNvSpPr txBox="1">
            <a:spLocks noChangeArrowheads="1"/>
          </p:cNvSpPr>
          <p:nvPr/>
        </p:nvSpPr>
        <p:spPr bwMode="auto">
          <a:xfrm>
            <a:off x="572113" y="2190333"/>
            <a:ext cx="8168640" cy="501291"/>
          </a:xfrm>
          <a:prstGeom prst="rect">
            <a:avLst/>
          </a:prstGeom>
          <a:noFill/>
          <a:ln w="9525">
            <a:noFill/>
            <a:miter lim="800000"/>
            <a:headEnd/>
            <a:tailEnd/>
          </a:ln>
        </p:spPr>
        <p:txBody>
          <a:bodyPr wrap="square">
            <a:spAutoFit/>
          </a:bodyPr>
          <a:lstStyle/>
          <a:p>
            <a:pPr>
              <a:lnSpc>
                <a:spcPct val="15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是区间</a:t>
            </a:r>
            <a:r>
              <a:rPr lang="en-US" altLang="zh-CN" sz="2000" dirty="0" smtClean="0">
                <a:solidFill>
                  <a:schemeClr val="dk1"/>
                </a:solidFill>
                <a:latin typeface="Calibri" pitchFamily="34" charset="0"/>
                <a:ea typeface="宋体" pitchFamily="2" charset="-122"/>
                <a:sym typeface="Symbol" pitchFamily="18" charset="2"/>
              </a:rPr>
              <a:t>[-1,1]</a:t>
            </a:r>
            <a:r>
              <a:rPr lang="zh-CN" altLang="en-US" sz="2000" dirty="0" smtClean="0">
                <a:solidFill>
                  <a:schemeClr val="dk1"/>
                </a:solidFill>
                <a:latin typeface="Calibri" pitchFamily="34" charset="0"/>
                <a:ea typeface="宋体" pitchFamily="2" charset="-122"/>
                <a:sym typeface="Symbol" pitchFamily="18" charset="2"/>
              </a:rPr>
              <a:t>上权函数              的正交多项式，且满足</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100362" name="Object 10"/>
          <p:cNvGraphicFramePr>
            <a:graphicFrameLocks noChangeAspect="1"/>
          </p:cNvGraphicFramePr>
          <p:nvPr/>
        </p:nvGraphicFramePr>
        <p:xfrm>
          <a:off x="742918" y="1380173"/>
          <a:ext cx="4954587" cy="603250"/>
        </p:xfrm>
        <a:graphic>
          <a:graphicData uri="http://schemas.openxmlformats.org/presentationml/2006/ole">
            <mc:AlternateContent xmlns:mc="http://schemas.openxmlformats.org/markup-compatibility/2006">
              <mc:Choice xmlns:v="urn:schemas-microsoft-com:vml" Requires="v">
                <p:oleObj spid="_x0000_s90164" name="Equation" r:id="rId3" imgW="4381200" imgH="533160" progId="Equation.DSMT4">
                  <p:embed/>
                </p:oleObj>
              </mc:Choice>
              <mc:Fallback>
                <p:oleObj name="Equation" r:id="rId3" imgW="4381200" imgH="53316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2918" y="1380173"/>
                        <a:ext cx="4954587"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10"/>
          <p:cNvGraphicFramePr>
            <a:graphicFrameLocks noChangeAspect="1"/>
          </p:cNvGraphicFramePr>
          <p:nvPr/>
        </p:nvGraphicFramePr>
        <p:xfrm>
          <a:off x="3040698" y="2342515"/>
          <a:ext cx="788987" cy="287338"/>
        </p:xfrm>
        <a:graphic>
          <a:graphicData uri="http://schemas.openxmlformats.org/presentationml/2006/ole">
            <mc:AlternateContent xmlns:mc="http://schemas.openxmlformats.org/markup-compatibility/2006">
              <mc:Choice xmlns:v="urn:schemas-microsoft-com:vml" Requires="v">
                <p:oleObj spid="_x0000_s90165" name="Equation" r:id="rId5" imgW="698400" imgH="253800" progId="Equation.DSMT4">
                  <p:embed/>
                </p:oleObj>
              </mc:Choice>
              <mc:Fallback>
                <p:oleObj name="Equation" r:id="rId5" imgW="698400" imgH="253800" progId="Equation.DSMT4">
                  <p:embed/>
                  <p:pic>
                    <p:nvPicPr>
                      <p:cNvPr id="0"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0698" y="2342515"/>
                        <a:ext cx="788987" cy="28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1380" name="Object 4"/>
          <p:cNvGraphicFramePr>
            <a:graphicFrameLocks noChangeAspect="1"/>
          </p:cNvGraphicFramePr>
          <p:nvPr/>
        </p:nvGraphicFramePr>
        <p:xfrm>
          <a:off x="756285" y="2663825"/>
          <a:ext cx="5403850" cy="1066800"/>
        </p:xfrm>
        <a:graphic>
          <a:graphicData uri="http://schemas.openxmlformats.org/presentationml/2006/ole">
            <mc:AlternateContent xmlns:mc="http://schemas.openxmlformats.org/markup-compatibility/2006">
              <mc:Choice xmlns:v="urn:schemas-microsoft-com:vml" Requires="v">
                <p:oleObj spid="_x0000_s90166" name="Equation" r:id="rId7" imgW="4254480" imgH="838080" progId="Equation.DSMT4">
                  <p:embed/>
                </p:oleObj>
              </mc:Choice>
              <mc:Fallback>
                <p:oleObj name="Equation" r:id="rId7" imgW="4254480" imgH="83808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6285" y="2663825"/>
                        <a:ext cx="5403850"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p:cNvGraphicFramePr>
            <a:graphicFrameLocks noChangeAspect="1"/>
          </p:cNvGraphicFramePr>
          <p:nvPr/>
        </p:nvGraphicFramePr>
        <p:xfrm>
          <a:off x="721042" y="3960813"/>
          <a:ext cx="7388226" cy="774700"/>
        </p:xfrm>
        <a:graphic>
          <a:graphicData uri="http://schemas.openxmlformats.org/presentationml/2006/ole">
            <mc:AlternateContent xmlns:mc="http://schemas.openxmlformats.org/markup-compatibility/2006">
              <mc:Choice xmlns:v="urn:schemas-microsoft-com:vml" Requires="v">
                <p:oleObj spid="_x0000_s90167" name="Equation" r:id="rId9" imgW="5816520" imgH="609480" progId="Equation.DSMT4">
                  <p:embed/>
                </p:oleObj>
              </mc:Choice>
              <mc:Fallback>
                <p:oleObj name="Equation" r:id="rId9" imgW="5816520" imgH="609480" progId="Equation.DSMT4">
                  <p:embed/>
                  <p:pic>
                    <p:nvPicPr>
                      <p:cNvPr id="0" name="Picture 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21042" y="3960813"/>
                        <a:ext cx="7388226"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9"/>
          <p:cNvSpPr txBox="1">
            <a:spLocks noChangeArrowheads="1"/>
          </p:cNvSpPr>
          <p:nvPr/>
        </p:nvSpPr>
        <p:spPr bwMode="auto">
          <a:xfrm>
            <a:off x="492935" y="627150"/>
            <a:ext cx="8168640" cy="501291"/>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gn="l">
              <a:lnSpc>
                <a:spcPct val="150000"/>
              </a:lnSpc>
              <a:buAutoNum type="arabicPeriod"/>
            </a:pPr>
            <a:r>
              <a:rPr lang="en-US" altLang="zh-CN" sz="2000" dirty="0" smtClean="0">
                <a:solidFill>
                  <a:srgbClr val="FF0000"/>
                </a:solidFill>
                <a:latin typeface="Calibri" pitchFamily="34" charset="0"/>
                <a:ea typeface="宋体" pitchFamily="2" charset="-122"/>
                <a:sym typeface="Symbol" pitchFamily="18" charset="2"/>
              </a:rPr>
              <a:t>Legendre</a:t>
            </a:r>
            <a:r>
              <a:rPr lang="zh-CN" altLang="en-US" sz="2000" dirty="0" smtClean="0">
                <a:solidFill>
                  <a:srgbClr val="FF0000"/>
                </a:solidFill>
                <a:latin typeface="Calibri" pitchFamily="34" charset="0"/>
                <a:ea typeface="宋体" pitchFamily="2" charset="-122"/>
                <a:sym typeface="Symbol" pitchFamily="18" charset="2"/>
              </a:rPr>
              <a:t>多项式</a:t>
            </a:r>
            <a:endParaRPr lang="en-US" altLang="zh-CN" sz="2000" dirty="0" smtClean="0">
              <a:solidFill>
                <a:srgbClr val="FF0000"/>
              </a:solidFill>
              <a:latin typeface="Calibri" pitchFamily="34" charset="0"/>
              <a:ea typeface="宋体" pitchFamily="2" charset="-122"/>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tgtEl>
                                          <p:spTgt spid="13"/>
                                        </p:tgtEl>
                                        <p:attrNameLst>
                                          <p:attrName>ppt_x</p:attrName>
                                        </p:attrNameLst>
                                      </p:cBhvr>
                                      <p:tavLst>
                                        <p:tav tm="0">
                                          <p:val>
                                            <p:strVal val="#ppt_x"/>
                                          </p:val>
                                        </p:tav>
                                        <p:tav tm="100000">
                                          <p:val>
                                            <p:strVal val="#ppt_x"/>
                                          </p:val>
                                        </p:tav>
                                      </p:tavLst>
                                    </p:anim>
                                    <p:anim calcmode="lin" valueType="num">
                                      <p:cBhvr additive="base">
                                        <p:cTn id="23"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00362"/>
                                        </p:tgtEl>
                                        <p:attrNameLst>
                                          <p:attrName>style.visibility</p:attrName>
                                        </p:attrNameLst>
                                      </p:cBhvr>
                                      <p:to>
                                        <p:strVal val="visible"/>
                                      </p:to>
                                    </p:set>
                                    <p:anim calcmode="lin" valueType="num">
                                      <p:cBhvr additive="base">
                                        <p:cTn id="28" dur="500" fill="hold"/>
                                        <p:tgtEl>
                                          <p:spTgt spid="100362"/>
                                        </p:tgtEl>
                                        <p:attrNameLst>
                                          <p:attrName>ppt_x</p:attrName>
                                        </p:attrNameLst>
                                      </p:cBhvr>
                                      <p:tavLst>
                                        <p:tav tm="0">
                                          <p:val>
                                            <p:strVal val="#ppt_x"/>
                                          </p:val>
                                        </p:tav>
                                        <p:tav tm="100000">
                                          <p:val>
                                            <p:strVal val="#ppt_x"/>
                                          </p:val>
                                        </p:tav>
                                      </p:tavLst>
                                    </p:anim>
                                    <p:anim calcmode="lin" valueType="num">
                                      <p:cBhvr additive="base">
                                        <p:cTn id="29" dur="500" fill="hold"/>
                                        <p:tgtEl>
                                          <p:spTgt spid="10036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blinds(horizontal)">
                                      <p:cBhvr>
                                        <p:cTn id="34" dur="500"/>
                                        <p:tgtEl>
                                          <p:spTgt spid="7"/>
                                        </p:tgtEl>
                                      </p:cBhvr>
                                    </p:animEffect>
                                  </p:childTnLst>
                                </p:cTn>
                              </p:par>
                              <p:par>
                                <p:cTn id="35" presetID="2" presetClass="entr" presetSubtype="4" fill="hold" nodeType="with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ppt_x"/>
                                          </p:val>
                                        </p:tav>
                                        <p:tav tm="100000">
                                          <p:val>
                                            <p:strVal val="#ppt_x"/>
                                          </p:val>
                                        </p:tav>
                                      </p:tavLst>
                                    </p:anim>
                                    <p:anim calcmode="lin" valueType="num">
                                      <p:cBhvr additive="base">
                                        <p:cTn id="3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01380"/>
                                        </p:tgtEl>
                                        <p:attrNameLst>
                                          <p:attrName>style.visibility</p:attrName>
                                        </p:attrNameLst>
                                      </p:cBhvr>
                                      <p:to>
                                        <p:strVal val="visible"/>
                                      </p:to>
                                    </p:set>
                                    <p:anim calcmode="lin" valueType="num">
                                      <p:cBhvr additive="base">
                                        <p:cTn id="43" dur="500" fill="hold"/>
                                        <p:tgtEl>
                                          <p:spTgt spid="101380"/>
                                        </p:tgtEl>
                                        <p:attrNameLst>
                                          <p:attrName>ppt_x</p:attrName>
                                        </p:attrNameLst>
                                      </p:cBhvr>
                                      <p:tavLst>
                                        <p:tav tm="0">
                                          <p:val>
                                            <p:strVal val="#ppt_x"/>
                                          </p:val>
                                        </p:tav>
                                        <p:tav tm="100000">
                                          <p:val>
                                            <p:strVal val="#ppt_x"/>
                                          </p:val>
                                        </p:tav>
                                      </p:tavLst>
                                    </p:anim>
                                    <p:anim calcmode="lin" valueType="num">
                                      <p:cBhvr additive="base">
                                        <p:cTn id="44" dur="500" fill="hold"/>
                                        <p:tgtEl>
                                          <p:spTgt spid="101380"/>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 calcmode="lin" valueType="num">
                                      <p:cBhvr additive="base">
                                        <p:cTn id="49" dur="500" fill="hold"/>
                                        <p:tgtEl>
                                          <p:spTgt spid="4"/>
                                        </p:tgtEl>
                                        <p:attrNameLst>
                                          <p:attrName>ppt_x</p:attrName>
                                        </p:attrNameLst>
                                      </p:cBhvr>
                                      <p:tavLst>
                                        <p:tav tm="0">
                                          <p:val>
                                            <p:strVal val="#ppt_x"/>
                                          </p:val>
                                        </p:tav>
                                        <p:tav tm="100000">
                                          <p:val>
                                            <p:strVal val="#ppt_x"/>
                                          </p:val>
                                        </p:tav>
                                      </p:tavLst>
                                    </p:anim>
                                    <p:anim calcmode="lin" valueType="num">
                                      <p:cBhvr additive="base">
                                        <p:cTn id="5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p:bldP spid="13"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12928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a:off x="5821680" y="364520"/>
            <a:ext cx="3198495" cy="6956"/>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75304" y="16446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几个常用的正交多项式</a:t>
            </a:r>
            <a:endParaRPr lang="zh-CN" altLang="en-US" sz="2000" b="1" dirty="0">
              <a:solidFill>
                <a:srgbClr val="314865"/>
              </a:solidFill>
              <a:latin typeface="+mj-ea"/>
            </a:endParaRPr>
          </a:p>
        </p:txBody>
      </p:sp>
      <p:sp>
        <p:nvSpPr>
          <p:cNvPr id="11" name="Text Box 9"/>
          <p:cNvSpPr txBox="1">
            <a:spLocks noChangeArrowheads="1"/>
          </p:cNvSpPr>
          <p:nvPr/>
        </p:nvSpPr>
        <p:spPr bwMode="auto">
          <a:xfrm>
            <a:off x="228775" y="627150"/>
            <a:ext cx="8168640" cy="501291"/>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nSpc>
                <a:spcPct val="150000"/>
              </a:lnSpc>
            </a:pPr>
            <a:r>
              <a:rPr lang="en-US" altLang="zh-CN" sz="2000" dirty="0" smtClean="0">
                <a:solidFill>
                  <a:srgbClr val="FF0000"/>
                </a:solidFill>
                <a:latin typeface="Calibri" pitchFamily="34" charset="0"/>
                <a:ea typeface="宋体" pitchFamily="2" charset="-122"/>
                <a:sym typeface="Symbol" pitchFamily="18" charset="2"/>
              </a:rPr>
              <a:t>2.    </a:t>
            </a:r>
            <a:r>
              <a:rPr lang="en-US" altLang="zh-CN" sz="2000" dirty="0" err="1" smtClean="0">
                <a:solidFill>
                  <a:srgbClr val="FF0000"/>
                </a:solidFill>
                <a:latin typeface="Calibri" pitchFamily="34" charset="0"/>
                <a:ea typeface="宋体" pitchFamily="2" charset="-122"/>
                <a:sym typeface="Symbol" pitchFamily="18" charset="2"/>
              </a:rPr>
              <a:t>Chebyshev</a:t>
            </a:r>
            <a:r>
              <a:rPr lang="zh-CN" altLang="en-US" sz="2000" dirty="0" smtClean="0">
                <a:solidFill>
                  <a:srgbClr val="FF0000"/>
                </a:solidFill>
                <a:latin typeface="Calibri" pitchFamily="34" charset="0"/>
                <a:ea typeface="宋体" pitchFamily="2" charset="-122"/>
                <a:sym typeface="Symbol" pitchFamily="18" charset="2"/>
              </a:rPr>
              <a:t>多项式</a:t>
            </a:r>
            <a:endParaRPr lang="en-US" altLang="zh-CN" sz="2000" dirty="0" smtClean="0">
              <a:solidFill>
                <a:srgbClr val="FF0000"/>
              </a:solidFill>
              <a:latin typeface="Calibri" pitchFamily="34" charset="0"/>
              <a:ea typeface="宋体" pitchFamily="2" charset="-122"/>
              <a:sym typeface="Symbol" pitchFamily="18" charset="2"/>
            </a:endParaRPr>
          </a:p>
        </p:txBody>
      </p:sp>
      <p:graphicFrame>
        <p:nvGraphicFramePr>
          <p:cNvPr id="2" name="Object 10"/>
          <p:cNvGraphicFramePr>
            <a:graphicFrameLocks noChangeAspect="1"/>
          </p:cNvGraphicFramePr>
          <p:nvPr/>
        </p:nvGraphicFramePr>
        <p:xfrm>
          <a:off x="337185" y="1189038"/>
          <a:ext cx="5788025" cy="374650"/>
        </p:xfrm>
        <a:graphic>
          <a:graphicData uri="http://schemas.openxmlformats.org/presentationml/2006/ole">
            <mc:AlternateContent xmlns:mc="http://schemas.openxmlformats.org/markup-compatibility/2006">
              <mc:Choice xmlns:v="urn:schemas-microsoft-com:vml" Requires="v">
                <p:oleObj spid="_x0000_s91203" name="Equation" r:id="rId3" imgW="5117760" imgH="330120" progId="Equation.DSMT4">
                  <p:embed/>
                </p:oleObj>
              </mc:Choice>
              <mc:Fallback>
                <p:oleObj name="Equation" r:id="rId3" imgW="5117760" imgH="33012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185" y="1189038"/>
                        <a:ext cx="5788025"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 name="Object 10"/>
          <p:cNvGraphicFramePr>
            <a:graphicFrameLocks noChangeAspect="1"/>
          </p:cNvGraphicFramePr>
          <p:nvPr/>
        </p:nvGraphicFramePr>
        <p:xfrm>
          <a:off x="2676284" y="1470606"/>
          <a:ext cx="1752600" cy="777875"/>
        </p:xfrm>
        <a:graphic>
          <a:graphicData uri="http://schemas.openxmlformats.org/presentationml/2006/ole">
            <mc:AlternateContent xmlns:mc="http://schemas.openxmlformats.org/markup-compatibility/2006">
              <mc:Choice xmlns:v="urn:schemas-microsoft-com:vml" Requires="v">
                <p:oleObj spid="_x0000_s91204" name="Equation" r:id="rId5" imgW="1549080" imgH="685800" progId="Equation.DSMT4">
                  <p:embed/>
                </p:oleObj>
              </mc:Choice>
              <mc:Fallback>
                <p:oleObj name="Equation" r:id="rId5" imgW="1549080" imgH="685800" progId="Equation.DSMT4">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76284" y="1470606"/>
                        <a:ext cx="1752600"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4"/>
          <p:cNvGraphicFramePr>
            <a:graphicFrameLocks noChangeAspect="1"/>
          </p:cNvGraphicFramePr>
          <p:nvPr/>
        </p:nvGraphicFramePr>
        <p:xfrm>
          <a:off x="362016" y="2023067"/>
          <a:ext cx="8550275" cy="1163638"/>
        </p:xfrm>
        <a:graphic>
          <a:graphicData uri="http://schemas.openxmlformats.org/presentationml/2006/ole">
            <mc:AlternateContent xmlns:mc="http://schemas.openxmlformats.org/markup-compatibility/2006">
              <mc:Choice xmlns:v="urn:schemas-microsoft-com:vml" Requires="v">
                <p:oleObj spid="_x0000_s91205" name="Equation" r:id="rId7" imgW="6730920" imgH="914400" progId="Equation.DSMT4">
                  <p:embed/>
                </p:oleObj>
              </mc:Choice>
              <mc:Fallback>
                <p:oleObj name="Equation" r:id="rId7" imgW="6730920" imgH="9144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2016" y="2023067"/>
                        <a:ext cx="8550275" cy="1163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8"/>
          <p:cNvGraphicFramePr>
            <a:graphicFrameLocks noChangeAspect="1"/>
          </p:cNvGraphicFramePr>
          <p:nvPr/>
        </p:nvGraphicFramePr>
        <p:xfrm>
          <a:off x="306004" y="3206203"/>
          <a:ext cx="6445250" cy="777875"/>
        </p:xfrm>
        <a:graphic>
          <a:graphicData uri="http://schemas.openxmlformats.org/presentationml/2006/ole">
            <mc:AlternateContent xmlns:mc="http://schemas.openxmlformats.org/markup-compatibility/2006">
              <mc:Choice xmlns:v="urn:schemas-microsoft-com:vml" Requires="v">
                <p:oleObj spid="_x0000_s91206" name="Equation" r:id="rId9" imgW="3263760" imgH="393480" progId="Equation.DSMT4">
                  <p:embed/>
                </p:oleObj>
              </mc:Choice>
              <mc:Fallback>
                <p:oleObj name="Equation" r:id="rId9" imgW="3263760" imgH="39348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6004" y="3206203"/>
                        <a:ext cx="6445250"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8" name="Object 8"/>
          <p:cNvGraphicFramePr>
            <a:graphicFrameLocks noChangeAspect="1"/>
          </p:cNvGraphicFramePr>
          <p:nvPr/>
        </p:nvGraphicFramePr>
        <p:xfrm>
          <a:off x="330835" y="4074795"/>
          <a:ext cx="6897688" cy="685800"/>
        </p:xfrm>
        <a:graphic>
          <a:graphicData uri="http://schemas.openxmlformats.org/presentationml/2006/ole">
            <mc:AlternateContent xmlns:mc="http://schemas.openxmlformats.org/markup-compatibility/2006">
              <mc:Choice xmlns:v="urn:schemas-microsoft-com:vml" Requires="v">
                <p:oleObj spid="_x0000_s91207" name="Equation" r:id="rId11" imgW="3568680" imgH="355320" progId="Equation.DSMT4">
                  <p:embed/>
                </p:oleObj>
              </mc:Choice>
              <mc:Fallback>
                <p:oleObj name="Equation" r:id="rId11" imgW="3568680" imgH="35532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30835" y="4074795"/>
                        <a:ext cx="6897688"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12"/>
          <p:cNvSpPr txBox="1">
            <a:spLocks noChangeArrowheads="1"/>
          </p:cNvSpPr>
          <p:nvPr/>
        </p:nvSpPr>
        <p:spPr bwMode="auto">
          <a:xfrm>
            <a:off x="264159" y="1612713"/>
            <a:ext cx="7765743"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latin typeface="Calibri" pitchFamily="34" charset="0"/>
                <a:ea typeface="宋体" pitchFamily="2" charset="-122"/>
                <a:sym typeface="Symbol" pitchFamily="18" charset="2"/>
              </a:rPr>
              <a:t>是区间</a:t>
            </a:r>
            <a:r>
              <a:rPr lang="en-US" altLang="zh-CN" sz="2000" dirty="0" smtClean="0">
                <a:latin typeface="Calibri" pitchFamily="34" charset="0"/>
                <a:ea typeface="宋体" pitchFamily="2" charset="-122"/>
                <a:sym typeface="Symbol" pitchFamily="18" charset="2"/>
              </a:rPr>
              <a:t>[-1,1]</a:t>
            </a:r>
            <a:r>
              <a:rPr lang="zh-CN" altLang="en-US" sz="2000" dirty="0" smtClean="0">
                <a:latin typeface="Calibri" pitchFamily="34" charset="0"/>
                <a:ea typeface="宋体" pitchFamily="2" charset="-122"/>
                <a:sym typeface="Symbol" pitchFamily="18" charset="2"/>
              </a:rPr>
              <a:t>上权函数</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的正交多项式，且满足：</a:t>
            </a:r>
            <a:endParaRPr lang="en-US" altLang="zh-CN" sz="2000" dirty="0" smtClean="0">
              <a:latin typeface="Calibri" pitchFamily="34" charset="0"/>
              <a:ea typeface="宋体" pitchFamily="2" charset="-122"/>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additive="base">
                                        <p:cTn id="22" dur="500" fill="hold"/>
                                        <p:tgtEl>
                                          <p:spTgt spid="11"/>
                                        </p:tgtEl>
                                        <p:attrNameLst>
                                          <p:attrName>ppt_x</p:attrName>
                                        </p:attrNameLst>
                                      </p:cBhvr>
                                      <p:tavLst>
                                        <p:tav tm="0">
                                          <p:val>
                                            <p:strVal val="#ppt_x"/>
                                          </p:val>
                                        </p:tav>
                                        <p:tav tm="100000">
                                          <p:val>
                                            <p:strVal val="#ppt_x"/>
                                          </p:val>
                                        </p:tav>
                                      </p:tavLst>
                                    </p:anim>
                                    <p:anim calcmode="lin" valueType="num">
                                      <p:cBhvr additive="base">
                                        <p:cTn id="2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blinds(horizontal)">
                                      <p:cBhvr>
                                        <p:cTn id="34" dur="500"/>
                                        <p:tgtEl>
                                          <p:spTgt spid="18"/>
                                        </p:tgtEl>
                                      </p:cBhvr>
                                    </p:animEffect>
                                  </p:childTnLst>
                                </p:cTn>
                              </p:par>
                              <p:par>
                                <p:cTn id="35" presetID="3" presetClass="entr" presetSubtype="10" fill="hold" nodeType="with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9"/>
                                        </p:tgtEl>
                                        <p:attrNameLst>
                                          <p:attrName>style.visibility</p:attrName>
                                        </p:attrNameLst>
                                      </p:cBhvr>
                                      <p:to>
                                        <p:strVal val="visible"/>
                                      </p:to>
                                    </p:set>
                                    <p:animEffect transition="in" filter="blinds(horizontal)">
                                      <p:cBhvr>
                                        <p:cTn id="47" dur="500"/>
                                        <p:tgtEl>
                                          <p:spTgt spid="9"/>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102408"/>
                                        </p:tgtEl>
                                        <p:attrNameLst>
                                          <p:attrName>style.visibility</p:attrName>
                                        </p:attrNameLst>
                                      </p:cBhvr>
                                      <p:to>
                                        <p:strVal val="visible"/>
                                      </p:to>
                                    </p:set>
                                    <p:animEffect transition="in" filter="blinds(horizontal)">
                                      <p:cBhvr>
                                        <p:cTn id="52" dur="500"/>
                                        <p:tgtEl>
                                          <p:spTgt spid="102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1" grpId="0" animBg="1"/>
      <p:bldP spid="18"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12928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a:off x="5821680" y="364520"/>
            <a:ext cx="3198495" cy="6956"/>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75304" y="16446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几个常用的正交多项式</a:t>
            </a:r>
            <a:endParaRPr lang="zh-CN" altLang="en-US" sz="2000" b="1" dirty="0">
              <a:solidFill>
                <a:srgbClr val="314865"/>
              </a:solidFill>
              <a:latin typeface="+mj-ea"/>
            </a:endParaRPr>
          </a:p>
        </p:txBody>
      </p:sp>
      <p:sp>
        <p:nvSpPr>
          <p:cNvPr id="5" name="Text Box 9"/>
          <p:cNvSpPr txBox="1">
            <a:spLocks noChangeArrowheads="1"/>
          </p:cNvSpPr>
          <p:nvPr/>
        </p:nvSpPr>
        <p:spPr bwMode="auto">
          <a:xfrm>
            <a:off x="228775" y="627150"/>
            <a:ext cx="8168640" cy="553998"/>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nSpc>
                <a:spcPct val="150000"/>
              </a:lnSpc>
            </a:pPr>
            <a:r>
              <a:rPr lang="en-US" altLang="zh-CN" sz="2000" dirty="0" smtClean="0">
                <a:solidFill>
                  <a:srgbClr val="FF0000"/>
                </a:solidFill>
                <a:latin typeface="Calibri" pitchFamily="34" charset="0"/>
                <a:ea typeface="宋体" pitchFamily="2" charset="-122"/>
                <a:sym typeface="Symbol" pitchFamily="18" charset="2"/>
              </a:rPr>
              <a:t>3.  </a:t>
            </a:r>
            <a:r>
              <a:rPr lang="en-US" altLang="zh-CN" sz="2000" dirty="0" err="1" smtClean="0">
                <a:solidFill>
                  <a:srgbClr val="FF0000"/>
                </a:solidFill>
                <a:latin typeface="Calibri" pitchFamily="34" charset="0"/>
                <a:ea typeface="宋体" pitchFamily="2" charset="-122"/>
                <a:sym typeface="Symbol" pitchFamily="18" charset="2"/>
              </a:rPr>
              <a:t>Laguere</a:t>
            </a:r>
            <a:r>
              <a:rPr lang="zh-CN" altLang="en-US" sz="2000" dirty="0" smtClean="0">
                <a:solidFill>
                  <a:srgbClr val="FF0000"/>
                </a:solidFill>
                <a:latin typeface="Calibri" pitchFamily="34" charset="0"/>
                <a:ea typeface="宋体" pitchFamily="2" charset="-122"/>
                <a:sym typeface="Symbol" pitchFamily="18" charset="2"/>
              </a:rPr>
              <a:t>多项式</a:t>
            </a:r>
            <a:endParaRPr lang="en-US" altLang="zh-CN" sz="2000" dirty="0" smtClean="0">
              <a:solidFill>
                <a:srgbClr val="FF0000"/>
              </a:solidFill>
              <a:latin typeface="Calibri" pitchFamily="34" charset="0"/>
              <a:ea typeface="宋体" pitchFamily="2" charset="-122"/>
              <a:sym typeface="Symbol" pitchFamily="18" charset="2"/>
            </a:endParaRPr>
          </a:p>
        </p:txBody>
      </p:sp>
      <p:graphicFrame>
        <p:nvGraphicFramePr>
          <p:cNvPr id="102410" name="Object 10"/>
          <p:cNvGraphicFramePr>
            <a:graphicFrameLocks noChangeAspect="1"/>
          </p:cNvGraphicFramePr>
          <p:nvPr/>
        </p:nvGraphicFramePr>
        <p:xfrm>
          <a:off x="770890" y="1387475"/>
          <a:ext cx="5400675" cy="719138"/>
        </p:xfrm>
        <a:graphic>
          <a:graphicData uri="http://schemas.openxmlformats.org/presentationml/2006/ole">
            <mc:AlternateContent xmlns:mc="http://schemas.openxmlformats.org/markup-compatibility/2006">
              <mc:Choice xmlns:v="urn:schemas-microsoft-com:vml" Requires="v">
                <p:oleObj spid="_x0000_s92210" name="Equation" r:id="rId3" imgW="5537160" imgH="698400" progId="Equation.3">
                  <p:embed/>
                </p:oleObj>
              </mc:Choice>
              <mc:Fallback>
                <p:oleObj name="Equation" r:id="rId3" imgW="5537160" imgH="6984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0890" y="1387475"/>
                        <a:ext cx="5400675" cy="719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8" name="Object 8"/>
          <p:cNvGraphicFramePr>
            <a:graphicFrameLocks noChangeAspect="1"/>
          </p:cNvGraphicFramePr>
          <p:nvPr/>
        </p:nvGraphicFramePr>
        <p:xfrm>
          <a:off x="709613" y="3567113"/>
          <a:ext cx="7573962" cy="828675"/>
        </p:xfrm>
        <a:graphic>
          <a:graphicData uri="http://schemas.openxmlformats.org/presentationml/2006/ole">
            <mc:AlternateContent xmlns:mc="http://schemas.openxmlformats.org/markup-compatibility/2006">
              <mc:Choice xmlns:v="urn:schemas-microsoft-com:vml" Requires="v">
                <p:oleObj spid="_x0000_s92211" name="Equation" r:id="rId5" imgW="3835080" imgH="419040" progId="Equation.DSMT4">
                  <p:embed/>
                </p:oleObj>
              </mc:Choice>
              <mc:Fallback>
                <p:oleObj name="Equation" r:id="rId5" imgW="3835080" imgH="41904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9613" y="3567113"/>
                        <a:ext cx="7573962" cy="828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28" name="Object 4"/>
          <p:cNvGraphicFramePr>
            <a:graphicFrameLocks noChangeAspect="1"/>
          </p:cNvGraphicFramePr>
          <p:nvPr/>
        </p:nvGraphicFramePr>
        <p:xfrm>
          <a:off x="780098" y="2722880"/>
          <a:ext cx="5372100" cy="762000"/>
        </p:xfrm>
        <a:graphic>
          <a:graphicData uri="http://schemas.openxmlformats.org/presentationml/2006/ole">
            <mc:AlternateContent xmlns:mc="http://schemas.openxmlformats.org/markup-compatibility/2006">
              <mc:Choice xmlns:v="urn:schemas-microsoft-com:vml" Requires="v">
                <p:oleObj spid="_x0000_s92212" name="Equation" r:id="rId7" imgW="5371920" imgH="761760" progId="Equation.DSMT4">
                  <p:embed/>
                </p:oleObj>
              </mc:Choice>
              <mc:Fallback>
                <p:oleObj name="Equation" r:id="rId7" imgW="5371920" imgH="76176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0098" y="2722880"/>
                        <a:ext cx="53721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nvGraphicFramePr>
        <p:xfrm>
          <a:off x="3537903" y="2225358"/>
          <a:ext cx="1214437" cy="431800"/>
        </p:xfrm>
        <a:graphic>
          <a:graphicData uri="http://schemas.openxmlformats.org/presentationml/2006/ole">
            <mc:AlternateContent xmlns:mc="http://schemas.openxmlformats.org/markup-compatibility/2006">
              <mc:Choice xmlns:v="urn:schemas-microsoft-com:vml" Requires="v">
                <p:oleObj spid="_x0000_s92213" name="Equation" r:id="rId9" imgW="571320" imgH="203040" progId="Equation.DSMT4">
                  <p:embed/>
                </p:oleObj>
              </mc:Choice>
              <mc:Fallback>
                <p:oleObj name="Equation" r:id="rId9" imgW="571320" imgH="20304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537903" y="2225358"/>
                        <a:ext cx="1214437"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2"/>
          <p:cNvSpPr txBox="1">
            <a:spLocks noChangeArrowheads="1"/>
          </p:cNvSpPr>
          <p:nvPr/>
        </p:nvSpPr>
        <p:spPr bwMode="auto">
          <a:xfrm>
            <a:off x="670560" y="2225993"/>
            <a:ext cx="751840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latin typeface="Calibri" pitchFamily="34" charset="0"/>
                <a:ea typeface="宋体" pitchFamily="2" charset="-122"/>
                <a:sym typeface="Symbol" pitchFamily="18" charset="2"/>
              </a:rPr>
              <a:t>是区间</a:t>
            </a:r>
            <a:r>
              <a:rPr lang="en-US" altLang="zh-CN" sz="2000" dirty="0" smtClean="0">
                <a:latin typeface="Calibri" pitchFamily="34" charset="0"/>
                <a:ea typeface="宋体" pitchFamily="2" charset="-122"/>
                <a:sym typeface="Symbol" pitchFamily="18" charset="2"/>
              </a:rPr>
              <a:t>[0,+)</a:t>
            </a:r>
            <a:r>
              <a:rPr lang="zh-CN" altLang="en-US" sz="2000" dirty="0" smtClean="0">
                <a:latin typeface="Calibri" pitchFamily="34" charset="0"/>
                <a:ea typeface="宋体" pitchFamily="2" charset="-122"/>
                <a:sym typeface="Symbol" pitchFamily="18" charset="2"/>
              </a:rPr>
              <a:t>上权函数</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为                      的正交多项式，且满足</a:t>
            </a:r>
            <a:r>
              <a:rPr lang="en-US" altLang="zh-CN" sz="2000" dirty="0" smtClean="0">
                <a:latin typeface="Calibri" pitchFamily="34" charset="0"/>
                <a:ea typeface="宋体" pitchFamily="2" charset="-122"/>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02410"/>
                                        </p:tgtEl>
                                        <p:attrNameLst>
                                          <p:attrName>style.visibility</p:attrName>
                                        </p:attrNameLst>
                                      </p:cBhvr>
                                      <p:to>
                                        <p:strVal val="visible"/>
                                      </p:to>
                                    </p:set>
                                    <p:anim calcmode="lin" valueType="num">
                                      <p:cBhvr additive="base">
                                        <p:cTn id="28" dur="500" fill="hold"/>
                                        <p:tgtEl>
                                          <p:spTgt spid="102410"/>
                                        </p:tgtEl>
                                        <p:attrNameLst>
                                          <p:attrName>ppt_x</p:attrName>
                                        </p:attrNameLst>
                                      </p:cBhvr>
                                      <p:tavLst>
                                        <p:tav tm="0">
                                          <p:val>
                                            <p:strVal val="#ppt_x"/>
                                          </p:val>
                                        </p:tav>
                                        <p:tav tm="100000">
                                          <p:val>
                                            <p:strVal val="#ppt_x"/>
                                          </p:val>
                                        </p:tav>
                                      </p:tavLst>
                                    </p:anim>
                                    <p:anim calcmode="lin" valueType="num">
                                      <p:cBhvr additive="base">
                                        <p:cTn id="29" dur="500" fill="hold"/>
                                        <p:tgtEl>
                                          <p:spTgt spid="102410"/>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additive="base">
                                        <p:cTn id="38" dur="500" fill="hold"/>
                                        <p:tgtEl>
                                          <p:spTgt spid="2"/>
                                        </p:tgtEl>
                                        <p:attrNameLst>
                                          <p:attrName>ppt_x</p:attrName>
                                        </p:attrNameLst>
                                      </p:cBhvr>
                                      <p:tavLst>
                                        <p:tav tm="0">
                                          <p:val>
                                            <p:strVal val="#ppt_x"/>
                                          </p:val>
                                        </p:tav>
                                        <p:tav tm="100000">
                                          <p:val>
                                            <p:strVal val="#ppt_x"/>
                                          </p:val>
                                        </p:tav>
                                      </p:tavLst>
                                    </p:anim>
                                    <p:anim calcmode="lin" valueType="num">
                                      <p:cBhvr additive="base">
                                        <p:cTn id="3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03428"/>
                                        </p:tgtEl>
                                        <p:attrNameLst>
                                          <p:attrName>style.visibility</p:attrName>
                                        </p:attrNameLst>
                                      </p:cBhvr>
                                      <p:to>
                                        <p:strVal val="visible"/>
                                      </p:to>
                                    </p:set>
                                    <p:animEffect transition="in" filter="blinds(horizontal)">
                                      <p:cBhvr>
                                        <p:cTn id="44" dur="500"/>
                                        <p:tgtEl>
                                          <p:spTgt spid="103428"/>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02408"/>
                                        </p:tgtEl>
                                        <p:attrNameLst>
                                          <p:attrName>style.visibility</p:attrName>
                                        </p:attrNameLst>
                                      </p:cBhvr>
                                      <p:to>
                                        <p:strVal val="visible"/>
                                      </p:to>
                                    </p:set>
                                    <p:animEffect transition="in" filter="blinds(horizontal)">
                                      <p:cBhvr>
                                        <p:cTn id="49" dur="500"/>
                                        <p:tgtEl>
                                          <p:spTgt spid="102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10"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45440"/>
            <a:ext cx="3129280" cy="3556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a:off x="5821680" y="364520"/>
            <a:ext cx="3198495" cy="6956"/>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75304" y="164465"/>
            <a:ext cx="274637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几个常用的正交多项式</a:t>
            </a:r>
            <a:endParaRPr lang="zh-CN" altLang="en-US" sz="2000" b="1" dirty="0">
              <a:solidFill>
                <a:srgbClr val="314865"/>
              </a:solidFill>
              <a:latin typeface="+mj-ea"/>
            </a:endParaRPr>
          </a:p>
        </p:txBody>
      </p:sp>
      <p:sp>
        <p:nvSpPr>
          <p:cNvPr id="5" name="Text Box 9"/>
          <p:cNvSpPr txBox="1">
            <a:spLocks noChangeArrowheads="1"/>
          </p:cNvSpPr>
          <p:nvPr/>
        </p:nvSpPr>
        <p:spPr bwMode="auto">
          <a:xfrm>
            <a:off x="228775" y="627150"/>
            <a:ext cx="8168640" cy="553998"/>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nSpc>
                <a:spcPct val="150000"/>
              </a:lnSpc>
            </a:pPr>
            <a:r>
              <a:rPr lang="en-US" altLang="zh-CN" sz="2000" dirty="0" smtClean="0">
                <a:solidFill>
                  <a:srgbClr val="FF0000"/>
                </a:solidFill>
                <a:latin typeface="Calibri" pitchFamily="34" charset="0"/>
                <a:ea typeface="宋体" pitchFamily="2" charset="-122"/>
                <a:sym typeface="Symbol" pitchFamily="18" charset="2"/>
              </a:rPr>
              <a:t>4.  </a:t>
            </a:r>
            <a:r>
              <a:rPr lang="en-US" altLang="zh-CN" sz="2000" dirty="0" err="1" smtClean="0">
                <a:solidFill>
                  <a:srgbClr val="FF0000"/>
                </a:solidFill>
                <a:latin typeface="Calibri" pitchFamily="34" charset="0"/>
                <a:ea typeface="宋体" pitchFamily="2" charset="-122"/>
                <a:sym typeface="Symbol" pitchFamily="18" charset="2"/>
              </a:rPr>
              <a:t>Hermite</a:t>
            </a:r>
            <a:r>
              <a:rPr lang="zh-CN" altLang="en-US" sz="2000" dirty="0" smtClean="0">
                <a:solidFill>
                  <a:srgbClr val="FF0000"/>
                </a:solidFill>
                <a:latin typeface="Calibri" pitchFamily="34" charset="0"/>
                <a:ea typeface="宋体" pitchFamily="2" charset="-122"/>
                <a:sym typeface="Symbol" pitchFamily="18" charset="2"/>
              </a:rPr>
              <a:t>多项式</a:t>
            </a:r>
            <a:endParaRPr lang="en-US" altLang="zh-CN" sz="2000" dirty="0" smtClean="0">
              <a:solidFill>
                <a:srgbClr val="FF0000"/>
              </a:solidFill>
              <a:latin typeface="Calibri" pitchFamily="34" charset="0"/>
              <a:ea typeface="宋体" pitchFamily="2" charset="-122"/>
              <a:sym typeface="Symbol" pitchFamily="18" charset="2"/>
            </a:endParaRPr>
          </a:p>
        </p:txBody>
      </p:sp>
      <p:graphicFrame>
        <p:nvGraphicFramePr>
          <p:cNvPr id="103435" name="Object 11"/>
          <p:cNvGraphicFramePr>
            <a:graphicFrameLocks noChangeAspect="1"/>
          </p:cNvGraphicFramePr>
          <p:nvPr/>
        </p:nvGraphicFramePr>
        <p:xfrm>
          <a:off x="642620" y="1506538"/>
          <a:ext cx="6794500" cy="722312"/>
        </p:xfrm>
        <a:graphic>
          <a:graphicData uri="http://schemas.openxmlformats.org/presentationml/2006/ole">
            <mc:AlternateContent xmlns:mc="http://schemas.openxmlformats.org/markup-compatibility/2006">
              <mc:Choice xmlns:v="urn:schemas-microsoft-com:vml" Requires="v">
                <p:oleObj spid="_x0000_s93234" name="Equation" r:id="rId3" imgW="6095880" imgH="647640" progId="Equation.DSMT4">
                  <p:embed/>
                </p:oleObj>
              </mc:Choice>
              <mc:Fallback>
                <p:oleObj name="Equation" r:id="rId3" imgW="6095880" imgH="647640" progId="Equation.DSMT4">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2620" y="1506538"/>
                        <a:ext cx="6794500" cy="722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12"/>
          <p:cNvSpPr txBox="1">
            <a:spLocks noChangeArrowheads="1"/>
          </p:cNvSpPr>
          <p:nvPr/>
        </p:nvSpPr>
        <p:spPr bwMode="auto">
          <a:xfrm>
            <a:off x="508000" y="2311400"/>
            <a:ext cx="795528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latin typeface="Calibri" pitchFamily="34" charset="0"/>
                <a:ea typeface="宋体" pitchFamily="2" charset="-122"/>
                <a:sym typeface="Symbol" pitchFamily="18" charset="2"/>
              </a:rPr>
              <a:t>是区间</a:t>
            </a:r>
            <a:r>
              <a:rPr lang="en-US" altLang="zh-CN" sz="2000" dirty="0" smtClean="0">
                <a:latin typeface="Calibri" pitchFamily="34" charset="0"/>
                <a:ea typeface="宋体" pitchFamily="2" charset="-122"/>
                <a:sym typeface="Symbol" pitchFamily="18" charset="2"/>
              </a:rPr>
              <a:t>(-,+)</a:t>
            </a:r>
            <a:r>
              <a:rPr lang="zh-CN" altLang="en-US" sz="2000" dirty="0" smtClean="0">
                <a:latin typeface="Calibri" pitchFamily="34" charset="0"/>
                <a:ea typeface="宋体" pitchFamily="2" charset="-122"/>
                <a:sym typeface="Symbol" pitchFamily="18" charset="2"/>
              </a:rPr>
              <a:t>上权函数为                         的正交多项式，且满足：                             </a:t>
            </a:r>
            <a:endParaRPr lang="en-US" altLang="zh-CN" sz="2000" dirty="0" smtClean="0">
              <a:latin typeface="Calibri" pitchFamily="34" charset="0"/>
              <a:ea typeface="宋体" pitchFamily="2" charset="-122"/>
              <a:sym typeface="Symbol" pitchFamily="18" charset="2"/>
            </a:endParaRPr>
          </a:p>
        </p:txBody>
      </p:sp>
      <p:graphicFrame>
        <p:nvGraphicFramePr>
          <p:cNvPr id="103440" name="Object 16"/>
          <p:cNvGraphicFramePr>
            <a:graphicFrameLocks noChangeAspect="1"/>
          </p:cNvGraphicFramePr>
          <p:nvPr/>
        </p:nvGraphicFramePr>
        <p:xfrm>
          <a:off x="674053" y="2834958"/>
          <a:ext cx="5886450" cy="817562"/>
        </p:xfrm>
        <a:graphic>
          <a:graphicData uri="http://schemas.openxmlformats.org/presentationml/2006/ole">
            <mc:AlternateContent xmlns:mc="http://schemas.openxmlformats.org/markup-compatibility/2006">
              <mc:Choice xmlns:v="urn:schemas-microsoft-com:vml" Requires="v">
                <p:oleObj spid="_x0000_s93235" name="Equation" r:id="rId5" imgW="4572000" imgH="634680" progId="Equation.DSMT4">
                  <p:embed/>
                </p:oleObj>
              </mc:Choice>
              <mc:Fallback>
                <p:oleObj name="Equation" r:id="rId5" imgW="4572000" imgH="634680" progId="Equation.DSMT4">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053" y="2834958"/>
                        <a:ext cx="5886450" cy="817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08" name="Object 8"/>
          <p:cNvGraphicFramePr>
            <a:graphicFrameLocks noChangeAspect="1"/>
          </p:cNvGraphicFramePr>
          <p:nvPr/>
        </p:nvGraphicFramePr>
        <p:xfrm>
          <a:off x="638810" y="3724593"/>
          <a:ext cx="7023100" cy="777875"/>
        </p:xfrm>
        <a:graphic>
          <a:graphicData uri="http://schemas.openxmlformats.org/presentationml/2006/ole">
            <mc:AlternateContent xmlns:mc="http://schemas.openxmlformats.org/markup-compatibility/2006">
              <mc:Choice xmlns:v="urn:schemas-microsoft-com:vml" Requires="v">
                <p:oleObj spid="_x0000_s93236" name="Equation" r:id="rId7" imgW="3555720" imgH="393480" progId="Equation.DSMT4">
                  <p:embed/>
                </p:oleObj>
              </mc:Choice>
              <mc:Fallback>
                <p:oleObj name="Equation" r:id="rId7" imgW="3555720" imgH="39348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8810" y="3724593"/>
                        <a:ext cx="7023100" cy="777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37" name="Object 13"/>
          <p:cNvGraphicFramePr>
            <a:graphicFrameLocks noChangeAspect="1"/>
          </p:cNvGraphicFramePr>
          <p:nvPr/>
        </p:nvGraphicFramePr>
        <p:xfrm>
          <a:off x="3412808" y="2233930"/>
          <a:ext cx="1409700" cy="488950"/>
        </p:xfrm>
        <a:graphic>
          <a:graphicData uri="http://schemas.openxmlformats.org/presentationml/2006/ole">
            <mc:AlternateContent xmlns:mc="http://schemas.openxmlformats.org/markup-compatibility/2006">
              <mc:Choice xmlns:v="urn:schemas-microsoft-com:vml" Requires="v">
                <p:oleObj spid="_x0000_s93237" name="Equation" r:id="rId9" imgW="914400" imgH="317160" progId="Equation.DSMT4">
                  <p:embed/>
                </p:oleObj>
              </mc:Choice>
              <mc:Fallback>
                <p:oleObj name="Equation" r:id="rId9" imgW="914400" imgH="31716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12808" y="2233930"/>
                        <a:ext cx="1409700"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03435"/>
                                        </p:tgtEl>
                                        <p:attrNameLst>
                                          <p:attrName>style.visibility</p:attrName>
                                        </p:attrNameLst>
                                      </p:cBhvr>
                                      <p:to>
                                        <p:strVal val="visible"/>
                                      </p:to>
                                    </p:set>
                                    <p:anim calcmode="lin" valueType="num">
                                      <p:cBhvr additive="base">
                                        <p:cTn id="28" dur="500" fill="hold"/>
                                        <p:tgtEl>
                                          <p:spTgt spid="103435"/>
                                        </p:tgtEl>
                                        <p:attrNameLst>
                                          <p:attrName>ppt_x</p:attrName>
                                        </p:attrNameLst>
                                      </p:cBhvr>
                                      <p:tavLst>
                                        <p:tav tm="0">
                                          <p:val>
                                            <p:strVal val="#ppt_x"/>
                                          </p:val>
                                        </p:tav>
                                        <p:tav tm="100000">
                                          <p:val>
                                            <p:strVal val="#ppt_x"/>
                                          </p:val>
                                        </p:tav>
                                      </p:tavLst>
                                    </p:anim>
                                    <p:anim calcmode="lin" valueType="num">
                                      <p:cBhvr additive="base">
                                        <p:cTn id="29" dur="500" fill="hold"/>
                                        <p:tgtEl>
                                          <p:spTgt spid="10343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7"/>
                                        </p:tgtEl>
                                        <p:attrNameLst>
                                          <p:attrName>style.visibility</p:attrName>
                                        </p:attrNameLst>
                                      </p:cBhvr>
                                      <p:to>
                                        <p:strVal val="visible"/>
                                      </p:to>
                                    </p:set>
                                    <p:anim calcmode="lin" valueType="num">
                                      <p:cBhvr additive="base">
                                        <p:cTn id="34" dur="500" fill="hold"/>
                                        <p:tgtEl>
                                          <p:spTgt spid="7"/>
                                        </p:tgtEl>
                                        <p:attrNameLst>
                                          <p:attrName>ppt_x</p:attrName>
                                        </p:attrNameLst>
                                      </p:cBhvr>
                                      <p:tavLst>
                                        <p:tav tm="0">
                                          <p:val>
                                            <p:strVal val="#ppt_x"/>
                                          </p:val>
                                        </p:tav>
                                        <p:tav tm="100000">
                                          <p:val>
                                            <p:strVal val="#ppt_x"/>
                                          </p:val>
                                        </p:tav>
                                      </p:tavLst>
                                    </p:anim>
                                    <p:anim calcmode="lin" valueType="num">
                                      <p:cBhvr additive="base">
                                        <p:cTn id="35" dur="500" fill="hold"/>
                                        <p:tgtEl>
                                          <p:spTgt spid="7"/>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103437"/>
                                        </p:tgtEl>
                                        <p:attrNameLst>
                                          <p:attrName>style.visibility</p:attrName>
                                        </p:attrNameLst>
                                      </p:cBhvr>
                                      <p:to>
                                        <p:strVal val="visible"/>
                                      </p:to>
                                    </p:set>
                                    <p:anim calcmode="lin" valueType="num">
                                      <p:cBhvr additive="base">
                                        <p:cTn id="38" dur="500" fill="hold"/>
                                        <p:tgtEl>
                                          <p:spTgt spid="103437"/>
                                        </p:tgtEl>
                                        <p:attrNameLst>
                                          <p:attrName>ppt_x</p:attrName>
                                        </p:attrNameLst>
                                      </p:cBhvr>
                                      <p:tavLst>
                                        <p:tav tm="0">
                                          <p:val>
                                            <p:strVal val="#ppt_x"/>
                                          </p:val>
                                        </p:tav>
                                        <p:tav tm="100000">
                                          <p:val>
                                            <p:strVal val="#ppt_x"/>
                                          </p:val>
                                        </p:tav>
                                      </p:tavLst>
                                    </p:anim>
                                    <p:anim calcmode="lin" valueType="num">
                                      <p:cBhvr additive="base">
                                        <p:cTn id="39" dur="500" fill="hold"/>
                                        <p:tgtEl>
                                          <p:spTgt spid="10343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nodeType="clickEffect">
                                  <p:stCondLst>
                                    <p:cond delay="0"/>
                                  </p:stCondLst>
                                  <p:childTnLst>
                                    <p:set>
                                      <p:cBhvr>
                                        <p:cTn id="43" dur="1" fill="hold">
                                          <p:stCondLst>
                                            <p:cond delay="0"/>
                                          </p:stCondLst>
                                        </p:cTn>
                                        <p:tgtEl>
                                          <p:spTgt spid="103440"/>
                                        </p:tgtEl>
                                        <p:attrNameLst>
                                          <p:attrName>style.visibility</p:attrName>
                                        </p:attrNameLst>
                                      </p:cBhvr>
                                      <p:to>
                                        <p:strVal val="visible"/>
                                      </p:to>
                                    </p:set>
                                    <p:animEffect transition="in" filter="blinds(horizontal)">
                                      <p:cBhvr>
                                        <p:cTn id="44" dur="500"/>
                                        <p:tgtEl>
                                          <p:spTgt spid="103440"/>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nodeType="clickEffect">
                                  <p:stCondLst>
                                    <p:cond delay="0"/>
                                  </p:stCondLst>
                                  <p:childTnLst>
                                    <p:set>
                                      <p:cBhvr>
                                        <p:cTn id="48" dur="1" fill="hold">
                                          <p:stCondLst>
                                            <p:cond delay="0"/>
                                          </p:stCondLst>
                                        </p:cTn>
                                        <p:tgtEl>
                                          <p:spTgt spid="102408"/>
                                        </p:tgtEl>
                                        <p:attrNameLst>
                                          <p:attrName>style.visibility</p:attrName>
                                        </p:attrNameLst>
                                      </p:cBhvr>
                                      <p:to>
                                        <p:strVal val="visible"/>
                                      </p:to>
                                    </p:set>
                                    <p:animEffect transition="in" filter="blinds(horizontal)">
                                      <p:cBhvr>
                                        <p:cTn id="49" dur="500"/>
                                        <p:tgtEl>
                                          <p:spTgt spid="1024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5920"/>
            <a:ext cx="2794000" cy="508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6289040" y="396240"/>
            <a:ext cx="2722880" cy="1016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760344" y="184785"/>
            <a:ext cx="362013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Gauss</a:t>
            </a:r>
            <a:r>
              <a:rPr lang="zh-CN" altLang="en-US" sz="2000" b="1" dirty="0" smtClean="0">
                <a:solidFill>
                  <a:srgbClr val="314865"/>
                </a:solidFill>
                <a:latin typeface="+mj-ea"/>
              </a:rPr>
              <a:t>型求积公式的一般理论</a:t>
            </a:r>
            <a:endParaRPr lang="zh-CN" altLang="en-US" sz="2000" b="1" dirty="0">
              <a:solidFill>
                <a:srgbClr val="314865"/>
              </a:solidFill>
              <a:latin typeface="+mj-ea"/>
            </a:endParaRPr>
          </a:p>
        </p:txBody>
      </p:sp>
      <p:sp>
        <p:nvSpPr>
          <p:cNvPr id="12" name="TextBox 2"/>
          <p:cNvSpPr txBox="1">
            <a:spLocks noChangeArrowheads="1"/>
          </p:cNvSpPr>
          <p:nvPr/>
        </p:nvSpPr>
        <p:spPr bwMode="auto">
          <a:xfrm>
            <a:off x="661670" y="816293"/>
            <a:ext cx="7120890" cy="1477328"/>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150000"/>
              </a:lnSpc>
            </a:pPr>
            <a:r>
              <a:rPr lang="zh-CN" altLang="en-US" sz="2000" dirty="0" smtClean="0">
                <a:latin typeface="Calibri" pitchFamily="34" charset="0"/>
                <a:ea typeface="宋体" pitchFamily="2" charset="-122"/>
                <a:sym typeface="Symbol" pitchFamily="18" charset="2"/>
              </a:rPr>
              <a:t>由前面的讨论已经知道，以                                                  为节点的</a:t>
            </a:r>
            <a:r>
              <a:rPr lang="en-US" altLang="zh-CN" sz="2000" dirty="0" smtClean="0">
                <a:latin typeface="Calibri" pitchFamily="34" charset="0"/>
                <a:ea typeface="宋体" pitchFamily="2" charset="-122"/>
                <a:sym typeface="Symbol" pitchFamily="18" charset="2"/>
              </a:rPr>
              <a:t>Newton-Cotes</a:t>
            </a:r>
            <a:r>
              <a:rPr lang="zh-CN" altLang="en-US" sz="2000" dirty="0" smtClean="0">
                <a:latin typeface="Calibri" pitchFamily="34" charset="0"/>
                <a:ea typeface="宋体" pitchFamily="2" charset="-122"/>
                <a:sym typeface="Symbol" pitchFamily="18" charset="2"/>
              </a:rPr>
              <a:t>公式的代数精度一般为     或            </a:t>
            </a:r>
            <a:r>
              <a:rPr lang="en-US" altLang="zh-CN" sz="2000" dirty="0" smtClean="0">
                <a:latin typeface="Calibri" pitchFamily="34" charset="0"/>
                <a:ea typeface="宋体" pitchFamily="2" charset="-122"/>
                <a:sym typeface="Symbol" pitchFamily="18" charset="2"/>
              </a:rPr>
              <a:t>. </a:t>
            </a:r>
            <a:r>
              <a:rPr lang="zh-CN" altLang="en-US" sz="2000" dirty="0" smtClean="0">
                <a:latin typeface="Calibri" pitchFamily="34" charset="0"/>
                <a:ea typeface="宋体" pitchFamily="2" charset="-122"/>
                <a:sym typeface="Symbol" pitchFamily="18" charset="2"/>
              </a:rPr>
              <a:t>这时节点简单地按照等距的方式确定</a:t>
            </a:r>
            <a:r>
              <a:rPr lang="en-US" altLang="zh-CN" sz="2000" dirty="0" smtClean="0">
                <a:latin typeface="Calibri" pitchFamily="34" charset="0"/>
                <a:ea typeface="宋体" pitchFamily="2" charset="-122"/>
                <a:sym typeface="Symbol" pitchFamily="18" charset="2"/>
              </a:rPr>
              <a:t>.</a:t>
            </a:r>
            <a:endParaRPr lang="zh-CN" altLang="en-US" sz="2000" dirty="0" smtClean="0">
              <a:latin typeface="Calibri" pitchFamily="34" charset="0"/>
              <a:ea typeface="宋体" pitchFamily="2" charset="-122"/>
              <a:sym typeface="Symbol" pitchFamily="18" charset="2"/>
            </a:endParaRPr>
          </a:p>
        </p:txBody>
      </p:sp>
      <p:graphicFrame>
        <p:nvGraphicFramePr>
          <p:cNvPr id="94210" name="Object 6"/>
          <p:cNvGraphicFramePr>
            <a:graphicFrameLocks noChangeAspect="1"/>
          </p:cNvGraphicFramePr>
          <p:nvPr/>
        </p:nvGraphicFramePr>
        <p:xfrm>
          <a:off x="3816985" y="950278"/>
          <a:ext cx="2895600" cy="381000"/>
        </p:xfrm>
        <a:graphic>
          <a:graphicData uri="http://schemas.openxmlformats.org/presentationml/2006/ole">
            <mc:AlternateContent xmlns:mc="http://schemas.openxmlformats.org/markup-compatibility/2006">
              <mc:Choice xmlns:v="urn:schemas-microsoft-com:vml" Requires="v">
                <p:oleObj spid="_x0000_s94246" name="Equation" r:id="rId3" imgW="2895480" imgH="380880" progId="Equation.DSMT4">
                  <p:embed/>
                </p:oleObj>
              </mc:Choice>
              <mc:Fallback>
                <p:oleObj name="Equation" r:id="rId3" imgW="2895480" imgH="38088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6985" y="950278"/>
                        <a:ext cx="28956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1" name="Object 7"/>
          <p:cNvGraphicFramePr>
            <a:graphicFrameLocks noChangeAspect="1"/>
          </p:cNvGraphicFramePr>
          <p:nvPr/>
        </p:nvGraphicFramePr>
        <p:xfrm>
          <a:off x="4810443" y="1493520"/>
          <a:ext cx="228600" cy="173038"/>
        </p:xfrm>
        <a:graphic>
          <a:graphicData uri="http://schemas.openxmlformats.org/presentationml/2006/ole">
            <mc:AlternateContent xmlns:mc="http://schemas.openxmlformats.org/markup-compatibility/2006">
              <mc:Choice xmlns:v="urn:schemas-microsoft-com:vml" Requires="v">
                <p:oleObj spid="_x0000_s94247" name="Equation" r:id="rId5" imgW="228600" imgH="241200" progId="Equation.DSMT4">
                  <p:embed/>
                </p:oleObj>
              </mc:Choice>
              <mc:Fallback>
                <p:oleObj name="Equation" r:id="rId5" imgW="22860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0443" y="1493520"/>
                        <a:ext cx="228600" cy="173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2" name="Object 8"/>
          <p:cNvGraphicFramePr>
            <a:graphicFrameLocks noChangeAspect="1"/>
          </p:cNvGraphicFramePr>
          <p:nvPr/>
        </p:nvGraphicFramePr>
        <p:xfrm>
          <a:off x="5312728" y="1458595"/>
          <a:ext cx="698500" cy="238125"/>
        </p:xfrm>
        <a:graphic>
          <a:graphicData uri="http://schemas.openxmlformats.org/presentationml/2006/ole">
            <mc:AlternateContent xmlns:mc="http://schemas.openxmlformats.org/markup-compatibility/2006">
              <mc:Choice xmlns:v="urn:schemas-microsoft-com:vml" Requires="v">
                <p:oleObj spid="_x0000_s94248" name="Equation" r:id="rId7" imgW="698400" imgH="330120" progId="Equation.DSMT4">
                  <p:embed/>
                </p:oleObj>
              </mc:Choice>
              <mc:Fallback>
                <p:oleObj name="Equation" r:id="rId7" imgW="698400" imgH="33012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12728" y="1458595"/>
                        <a:ext cx="698500"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Box 3"/>
          <p:cNvSpPr txBox="1">
            <a:spLocks noChangeArrowheads="1"/>
          </p:cNvSpPr>
          <p:nvPr/>
        </p:nvSpPr>
        <p:spPr bwMode="auto">
          <a:xfrm>
            <a:off x="658813" y="2583180"/>
            <a:ext cx="7133907" cy="1015663"/>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对于一个求积公式而言，如果不固定节点的位置，在节点数目不变的情况下，代数精度能否提高，最多能达到多少？</a:t>
            </a:r>
          </a:p>
        </p:txBody>
      </p:sp>
      <p:sp>
        <p:nvSpPr>
          <p:cNvPr id="18" name="TextBox 4"/>
          <p:cNvSpPr txBox="1">
            <a:spLocks noChangeArrowheads="1"/>
          </p:cNvSpPr>
          <p:nvPr/>
        </p:nvSpPr>
        <p:spPr bwMode="auto">
          <a:xfrm>
            <a:off x="643891" y="3918585"/>
            <a:ext cx="7169149" cy="553998"/>
          </a:xfrm>
          <a:prstGeom prst="rect">
            <a:avLst/>
          </a:prstGeom>
          <a:ln>
            <a:headEnd/>
            <a:tailEnd/>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高斯型求积公式讨论的就是最高代数精度的求积公式</a:t>
            </a:r>
            <a:endParaRPr lang="en-US" altLang="zh-CN" sz="2000" dirty="0" smtClean="0">
              <a:solidFill>
                <a:schemeClr val="dk1"/>
              </a:solidFill>
              <a:latin typeface="Calibri" pitchFamily="34" charset="0"/>
              <a:ea typeface="宋体" pitchFamily="2" charset="-122"/>
              <a:sym typeface="Symbol"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par>
                                <p:cTn id="23" presetID="3" presetClass="entr" presetSubtype="10" fill="hold" nodeType="withEffect">
                                  <p:stCondLst>
                                    <p:cond delay="0"/>
                                  </p:stCondLst>
                                  <p:childTnLst>
                                    <p:set>
                                      <p:cBhvr>
                                        <p:cTn id="24" dur="1" fill="hold">
                                          <p:stCondLst>
                                            <p:cond delay="0"/>
                                          </p:stCondLst>
                                        </p:cTn>
                                        <p:tgtEl>
                                          <p:spTgt spid="94210"/>
                                        </p:tgtEl>
                                        <p:attrNameLst>
                                          <p:attrName>style.visibility</p:attrName>
                                        </p:attrNameLst>
                                      </p:cBhvr>
                                      <p:to>
                                        <p:strVal val="visible"/>
                                      </p:to>
                                    </p:set>
                                    <p:animEffect transition="in" filter="blinds(horizontal)">
                                      <p:cBhvr>
                                        <p:cTn id="25" dur="500"/>
                                        <p:tgtEl>
                                          <p:spTgt spid="94210"/>
                                        </p:tgtEl>
                                      </p:cBhvr>
                                    </p:animEffect>
                                  </p:childTnLst>
                                </p:cTn>
                              </p:par>
                              <p:par>
                                <p:cTn id="26" presetID="3" presetClass="entr" presetSubtype="10" fill="hold" nodeType="withEffect">
                                  <p:stCondLst>
                                    <p:cond delay="0"/>
                                  </p:stCondLst>
                                  <p:childTnLst>
                                    <p:set>
                                      <p:cBhvr>
                                        <p:cTn id="27" dur="1" fill="hold">
                                          <p:stCondLst>
                                            <p:cond delay="0"/>
                                          </p:stCondLst>
                                        </p:cTn>
                                        <p:tgtEl>
                                          <p:spTgt spid="94211"/>
                                        </p:tgtEl>
                                        <p:attrNameLst>
                                          <p:attrName>style.visibility</p:attrName>
                                        </p:attrNameLst>
                                      </p:cBhvr>
                                      <p:to>
                                        <p:strVal val="visible"/>
                                      </p:to>
                                    </p:set>
                                    <p:animEffect transition="in" filter="blinds(horizontal)">
                                      <p:cBhvr>
                                        <p:cTn id="28" dur="500"/>
                                        <p:tgtEl>
                                          <p:spTgt spid="94211"/>
                                        </p:tgtEl>
                                      </p:cBhvr>
                                    </p:animEffect>
                                  </p:childTnLst>
                                </p:cTn>
                              </p:par>
                              <p:par>
                                <p:cTn id="29" presetID="3" presetClass="entr" presetSubtype="10" fill="hold" nodeType="withEffect">
                                  <p:stCondLst>
                                    <p:cond delay="0"/>
                                  </p:stCondLst>
                                  <p:childTnLst>
                                    <p:set>
                                      <p:cBhvr>
                                        <p:cTn id="30" dur="1" fill="hold">
                                          <p:stCondLst>
                                            <p:cond delay="0"/>
                                          </p:stCondLst>
                                        </p:cTn>
                                        <p:tgtEl>
                                          <p:spTgt spid="94212"/>
                                        </p:tgtEl>
                                        <p:attrNameLst>
                                          <p:attrName>style.visibility</p:attrName>
                                        </p:attrNameLst>
                                      </p:cBhvr>
                                      <p:to>
                                        <p:strVal val="visible"/>
                                      </p:to>
                                    </p:set>
                                    <p:animEffect transition="in" filter="blinds(horizontal)">
                                      <p:cBhvr>
                                        <p:cTn id="31" dur="500"/>
                                        <p:tgtEl>
                                          <p:spTgt spid="94212"/>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17"/>
                                        </p:tgtEl>
                                        <p:attrNameLst>
                                          <p:attrName>style.visibility</p:attrName>
                                        </p:attrNameLst>
                                      </p:cBhvr>
                                      <p:to>
                                        <p:strVal val="visible"/>
                                      </p:to>
                                    </p:set>
                                    <p:animEffect transition="in" filter="blinds(horizontal)">
                                      <p:cBhvr>
                                        <p:cTn id="36" dur="500"/>
                                        <p:tgtEl>
                                          <p:spTgt spid="17"/>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blinds(horizontal)">
                                      <p:cBhvr>
                                        <p:cTn id="4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2" grpId="0" animBg="1"/>
      <p:bldP spid="17" grpId="0" animBg="1"/>
      <p:bldP spid="18"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5920"/>
            <a:ext cx="2794000" cy="508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289040" y="386080"/>
            <a:ext cx="2702560" cy="203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729864" y="184785"/>
            <a:ext cx="362013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Gauss</a:t>
            </a:r>
            <a:r>
              <a:rPr lang="zh-CN" altLang="en-US" sz="2000" b="1" dirty="0" smtClean="0">
                <a:solidFill>
                  <a:srgbClr val="314865"/>
                </a:solidFill>
                <a:latin typeface="+mj-ea"/>
              </a:rPr>
              <a:t>型求积公式的一般理论</a:t>
            </a:r>
            <a:endParaRPr lang="zh-CN" altLang="en-US" sz="2000" b="1" dirty="0">
              <a:solidFill>
                <a:srgbClr val="314865"/>
              </a:solidFill>
              <a:latin typeface="+mj-ea"/>
            </a:endParaRPr>
          </a:p>
        </p:txBody>
      </p:sp>
      <p:grpSp>
        <p:nvGrpSpPr>
          <p:cNvPr id="5" name="组合 4"/>
          <p:cNvGrpSpPr/>
          <p:nvPr/>
        </p:nvGrpSpPr>
        <p:grpSpPr>
          <a:xfrm>
            <a:off x="314960" y="640080"/>
            <a:ext cx="8503920" cy="1015663"/>
            <a:chOff x="314960" y="640080"/>
            <a:chExt cx="8503920" cy="1015663"/>
          </a:xfrm>
        </p:grpSpPr>
        <p:sp>
          <p:nvSpPr>
            <p:cNvPr id="7" name="Text Box 5"/>
            <p:cNvSpPr txBox="1">
              <a:spLocks noChangeArrowheads="1"/>
            </p:cNvSpPr>
            <p:nvPr/>
          </p:nvSpPr>
          <p:spPr bwMode="auto">
            <a:xfrm>
              <a:off x="314960" y="640080"/>
              <a:ext cx="8503920" cy="1015663"/>
            </a:xfrm>
            <a:prstGeom prst="rect">
              <a:avLst/>
            </a:prstGeom>
            <a:ln>
              <a:headEnd/>
              <a:tailEnd/>
            </a:ln>
            <a:scene3d>
              <a:camera prst="orthographicFront"/>
              <a:lightRig rig="threePt" dir="t"/>
            </a:scene3d>
            <a:sp3d>
              <a:bevelT w="165100" prst="coolSlant"/>
            </a:sp3d>
          </p:spPr>
          <p:style>
            <a:lnRef idx="1">
              <a:schemeClr val="accent2"/>
            </a:lnRef>
            <a:fillRef idx="2">
              <a:schemeClr val="accent2"/>
            </a:fillRef>
            <a:effectRef idx="1">
              <a:schemeClr val="accent2"/>
            </a:effectRef>
            <a:fontRef idx="minor">
              <a:schemeClr val="dk1"/>
            </a:fontRef>
          </p:style>
          <p:txBody>
            <a:bodyPr wrap="square">
              <a:spAutoFit/>
            </a:bodyPr>
            <a:lstStyle/>
            <a:p>
              <a:pPr algn="l">
                <a:lnSpc>
                  <a:spcPct val="150000"/>
                </a:lnSpc>
              </a:pPr>
              <a:r>
                <a:rPr lang="zh-CN" altLang="en-US" sz="2000" dirty="0" smtClean="0">
                  <a:solidFill>
                    <a:srgbClr val="C00000"/>
                  </a:solidFill>
                  <a:latin typeface="Calibri" pitchFamily="34" charset="0"/>
                  <a:ea typeface="宋体" pitchFamily="2" charset="-122"/>
                  <a:sym typeface="Symbol" pitchFamily="18" charset="2"/>
                </a:rPr>
                <a:t>定理</a:t>
              </a:r>
              <a:r>
                <a:rPr lang="en-US" altLang="zh-CN" sz="2000" dirty="0" smtClean="0">
                  <a:solidFill>
                    <a:srgbClr val="C00000"/>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区间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上权函数为           的具有</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个节点的数值积分公式代数精度不超过</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次</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83007" name="Object 3"/>
            <p:cNvGraphicFramePr>
              <a:graphicFrameLocks noChangeAspect="1"/>
            </p:cNvGraphicFramePr>
            <p:nvPr>
              <p:extLst>
                <p:ext uri="{D42A27DB-BD31-4B8C-83A1-F6EECF244321}">
                  <p14:modId xmlns:p14="http://schemas.microsoft.com/office/powerpoint/2010/main" val="1478158381"/>
                </p:ext>
              </p:extLst>
            </p:nvPr>
          </p:nvGraphicFramePr>
          <p:xfrm>
            <a:off x="1687830" y="742950"/>
            <a:ext cx="615950" cy="379413"/>
          </p:xfrm>
          <a:graphic>
            <a:graphicData uri="http://schemas.openxmlformats.org/presentationml/2006/ole">
              <mc:AlternateContent xmlns:mc="http://schemas.openxmlformats.org/markup-compatibility/2006">
                <mc:Choice xmlns:v="urn:schemas-microsoft-com:vml" Requires="v">
                  <p:oleObj spid="_x0000_s95379" name="Equation" r:id="rId3" imgW="266400" imgH="164880" progId="Equation.DSMT4">
                    <p:embed/>
                  </p:oleObj>
                </mc:Choice>
                <mc:Fallback>
                  <p:oleObj name="Equation" r:id="rId3" imgW="266400" imgH="164880" progId="Equation.DSMT4">
                    <p:embed/>
                    <p:pic>
                      <p:nvPicPr>
                        <p:cNvPr id="0"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7830" y="742950"/>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extLst>
                <p:ext uri="{D42A27DB-BD31-4B8C-83A1-F6EECF244321}">
                  <p14:modId xmlns:p14="http://schemas.microsoft.com/office/powerpoint/2010/main" val="1358566693"/>
                </p:ext>
              </p:extLst>
            </p:nvPr>
          </p:nvGraphicFramePr>
          <p:xfrm>
            <a:off x="3580130" y="745490"/>
            <a:ext cx="615950" cy="379413"/>
          </p:xfrm>
          <a:graphic>
            <a:graphicData uri="http://schemas.openxmlformats.org/presentationml/2006/ole">
              <mc:AlternateContent xmlns:mc="http://schemas.openxmlformats.org/markup-compatibility/2006">
                <mc:Choice xmlns:v="urn:schemas-microsoft-com:vml" Requires="v">
                  <p:oleObj spid="_x0000_s95380" name="Equation" r:id="rId5" imgW="266400" imgH="164880" progId="Equation.DSMT4">
                    <p:embed/>
                  </p:oleObj>
                </mc:Choice>
                <mc:Fallback>
                  <p:oleObj name="Equation" r:id="rId5" imgW="266400" imgH="16488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0130" y="745490"/>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5"/>
            <p:cNvGraphicFramePr>
              <a:graphicFrameLocks noChangeAspect="1"/>
            </p:cNvGraphicFramePr>
            <p:nvPr>
              <p:extLst>
                <p:ext uri="{D42A27DB-BD31-4B8C-83A1-F6EECF244321}">
                  <p14:modId xmlns:p14="http://schemas.microsoft.com/office/powerpoint/2010/main" val="3511674708"/>
                </p:ext>
              </p:extLst>
            </p:nvPr>
          </p:nvGraphicFramePr>
          <p:xfrm>
            <a:off x="4965383" y="809308"/>
            <a:ext cx="263525" cy="292100"/>
          </p:xfrm>
          <a:graphic>
            <a:graphicData uri="http://schemas.openxmlformats.org/presentationml/2006/ole">
              <mc:AlternateContent xmlns:mc="http://schemas.openxmlformats.org/markup-compatibility/2006">
                <mc:Choice xmlns:v="urn:schemas-microsoft-com:vml" Requires="v">
                  <p:oleObj spid="_x0000_s95381" name="Equation" r:id="rId7" imgW="114120" imgH="126720" progId="Equation.DSMT4">
                    <p:embed/>
                  </p:oleObj>
                </mc:Choice>
                <mc:Fallback>
                  <p:oleObj name="Equation" r:id="rId7" imgW="114120" imgH="12672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65383" y="809308"/>
                          <a:ext cx="263525"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6"/>
            <p:cNvGraphicFramePr>
              <a:graphicFrameLocks noChangeAspect="1"/>
            </p:cNvGraphicFramePr>
            <p:nvPr>
              <p:extLst>
                <p:ext uri="{D42A27DB-BD31-4B8C-83A1-F6EECF244321}">
                  <p14:modId xmlns:p14="http://schemas.microsoft.com/office/powerpoint/2010/main" val="3805416770"/>
                </p:ext>
              </p:extLst>
            </p:nvPr>
          </p:nvGraphicFramePr>
          <p:xfrm>
            <a:off x="1431925" y="1226820"/>
            <a:ext cx="704850" cy="350838"/>
          </p:xfrm>
          <a:graphic>
            <a:graphicData uri="http://schemas.openxmlformats.org/presentationml/2006/ole">
              <mc:AlternateContent xmlns:mc="http://schemas.openxmlformats.org/markup-compatibility/2006">
                <mc:Choice xmlns:v="urn:schemas-microsoft-com:vml" Requires="v">
                  <p:oleObj spid="_x0000_s95382" name="Equation" r:id="rId9" imgW="304560" imgH="152280" progId="Equation.DSMT4">
                    <p:embed/>
                  </p:oleObj>
                </mc:Choice>
                <mc:Fallback>
                  <p:oleObj name="Equation" r:id="rId9" imgW="304560" imgH="152280" progId="Equation.DSMT4">
                    <p:embed/>
                    <p:pic>
                      <p:nvPicPr>
                        <p:cNvPr id="0" name="Picture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31925" y="1226820"/>
                          <a:ext cx="704850"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6" name="组合 5"/>
          <p:cNvGrpSpPr/>
          <p:nvPr/>
        </p:nvGrpSpPr>
        <p:grpSpPr>
          <a:xfrm>
            <a:off x="416560" y="1564640"/>
            <a:ext cx="8503920" cy="2400657"/>
            <a:chOff x="416560" y="1564640"/>
            <a:chExt cx="8503920" cy="2400657"/>
          </a:xfrm>
        </p:grpSpPr>
        <p:sp>
          <p:nvSpPr>
            <p:cNvPr id="13" name="Text Box 5"/>
            <p:cNvSpPr txBox="1">
              <a:spLocks noChangeArrowheads="1"/>
            </p:cNvSpPr>
            <p:nvPr/>
          </p:nvSpPr>
          <p:spPr bwMode="auto">
            <a:xfrm>
              <a:off x="416560" y="1564640"/>
              <a:ext cx="8503920" cy="2400657"/>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rgbClr val="C00000"/>
                  </a:solidFill>
                  <a:latin typeface="Calibri" pitchFamily="34" charset="0"/>
                  <a:ea typeface="宋体" pitchFamily="2" charset="-122"/>
                  <a:sym typeface="Symbol" pitchFamily="18" charset="2"/>
                </a:rPr>
                <a:t>证明</a:t>
              </a:r>
              <a:r>
                <a:rPr lang="en-US" altLang="zh-CN" sz="2000" dirty="0" smtClean="0">
                  <a:solidFill>
                    <a:srgbClr val="C00000"/>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若记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为求积节点，则求积公式为</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取      次多项式                                                          ，则有</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所以，求积求积公式的代数精度不超过             </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1440336825"/>
                </p:ext>
              </p:extLst>
            </p:nvPr>
          </p:nvGraphicFramePr>
          <p:xfrm>
            <a:off x="1664653" y="1658620"/>
            <a:ext cx="1262062" cy="409575"/>
          </p:xfrm>
          <a:graphic>
            <a:graphicData uri="http://schemas.openxmlformats.org/presentationml/2006/ole">
              <mc:AlternateContent xmlns:mc="http://schemas.openxmlformats.org/markup-compatibility/2006">
                <mc:Choice xmlns:v="urn:schemas-microsoft-com:vml" Requires="v">
                  <p:oleObj spid="_x0000_s95383" name="Equation" r:id="rId11" imgW="545760" imgH="177480" progId="Equation.DSMT4">
                    <p:embed/>
                  </p:oleObj>
                </mc:Choice>
                <mc:Fallback>
                  <p:oleObj name="Equation" r:id="rId11" imgW="545760" imgH="17748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64653" y="1658620"/>
                          <a:ext cx="1262062"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3" name="Object 15"/>
            <p:cNvGraphicFramePr>
              <a:graphicFrameLocks noChangeAspect="1"/>
            </p:cNvGraphicFramePr>
            <p:nvPr>
              <p:extLst>
                <p:ext uri="{D42A27DB-BD31-4B8C-83A1-F6EECF244321}">
                  <p14:modId xmlns:p14="http://schemas.microsoft.com/office/powerpoint/2010/main" val="3680974301"/>
                </p:ext>
              </p:extLst>
            </p:nvPr>
          </p:nvGraphicFramePr>
          <p:xfrm>
            <a:off x="1741170" y="1991360"/>
            <a:ext cx="3978275" cy="623888"/>
          </p:xfrm>
          <a:graphic>
            <a:graphicData uri="http://schemas.openxmlformats.org/presentationml/2006/ole">
              <mc:AlternateContent xmlns:mc="http://schemas.openxmlformats.org/markup-compatibility/2006">
                <mc:Choice xmlns:v="urn:schemas-microsoft-com:vml" Requires="v">
                  <p:oleObj spid="_x0000_s95384" name="Equation" r:id="rId13" imgW="4787640" imgH="749160" progId="Equation.DSMT4">
                    <p:embed/>
                  </p:oleObj>
                </mc:Choice>
                <mc:Fallback>
                  <p:oleObj name="Equation" r:id="rId13" imgW="4787640" imgH="749160" progId="Equation.DSMT4">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41170" y="1991360"/>
                          <a:ext cx="3978275" cy="623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9"/>
            <p:cNvGraphicFramePr>
              <a:graphicFrameLocks noChangeAspect="1"/>
            </p:cNvGraphicFramePr>
            <p:nvPr>
              <p:extLst>
                <p:ext uri="{D42A27DB-BD31-4B8C-83A1-F6EECF244321}">
                  <p14:modId xmlns:p14="http://schemas.microsoft.com/office/powerpoint/2010/main" val="544717643"/>
                </p:ext>
              </p:extLst>
            </p:nvPr>
          </p:nvGraphicFramePr>
          <p:xfrm>
            <a:off x="741998" y="2621598"/>
            <a:ext cx="382587" cy="350837"/>
          </p:xfrm>
          <a:graphic>
            <a:graphicData uri="http://schemas.openxmlformats.org/presentationml/2006/ole">
              <mc:AlternateContent xmlns:mc="http://schemas.openxmlformats.org/markup-compatibility/2006">
                <mc:Choice xmlns:v="urn:schemas-microsoft-com:vml" Requires="v">
                  <p:oleObj spid="_x0000_s95385" name="Equation" r:id="rId15" imgW="164880" imgH="152280" progId="Equation.DSMT4">
                    <p:embed/>
                  </p:oleObj>
                </mc:Choice>
                <mc:Fallback>
                  <p:oleObj name="Equation" r:id="rId15" imgW="164880" imgH="15228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41998" y="2621598"/>
                          <a:ext cx="382587"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3984" name="Object 16"/>
            <p:cNvGraphicFramePr>
              <a:graphicFrameLocks noChangeAspect="1"/>
            </p:cNvGraphicFramePr>
            <p:nvPr>
              <p:extLst>
                <p:ext uri="{D42A27DB-BD31-4B8C-83A1-F6EECF244321}">
                  <p14:modId xmlns:p14="http://schemas.microsoft.com/office/powerpoint/2010/main" val="3578854084"/>
                </p:ext>
              </p:extLst>
            </p:nvPr>
          </p:nvGraphicFramePr>
          <p:xfrm>
            <a:off x="1679575" y="2886393"/>
            <a:ext cx="3438525" cy="673100"/>
          </p:xfrm>
          <a:graphic>
            <a:graphicData uri="http://schemas.openxmlformats.org/presentationml/2006/ole">
              <mc:AlternateContent xmlns:mc="http://schemas.openxmlformats.org/markup-compatibility/2006">
                <mc:Choice xmlns:v="urn:schemas-microsoft-com:vml" Requires="v">
                  <p:oleObj spid="_x0000_s95386" name="Equation" r:id="rId17" imgW="2527200" imgH="495000" progId="Equation.DSMT4">
                    <p:embed/>
                  </p:oleObj>
                </mc:Choice>
                <mc:Fallback>
                  <p:oleObj name="Equation" r:id="rId17" imgW="2527200" imgH="495000" progId="Equation.DSMT4">
                    <p:embed/>
                    <p:pic>
                      <p:nvPicPr>
                        <p:cNvPr id="0" name="Object 1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79575" y="2886393"/>
                          <a:ext cx="3438525"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5"/>
            <p:cNvGraphicFramePr>
              <a:graphicFrameLocks noChangeAspect="1"/>
            </p:cNvGraphicFramePr>
            <p:nvPr>
              <p:extLst>
                <p:ext uri="{D42A27DB-BD31-4B8C-83A1-F6EECF244321}">
                  <p14:modId xmlns:p14="http://schemas.microsoft.com/office/powerpoint/2010/main" val="2581692602"/>
                </p:ext>
              </p:extLst>
            </p:nvPr>
          </p:nvGraphicFramePr>
          <p:xfrm>
            <a:off x="2132648" y="2604453"/>
            <a:ext cx="3260725" cy="315912"/>
          </p:xfrm>
          <a:graphic>
            <a:graphicData uri="http://schemas.openxmlformats.org/presentationml/2006/ole">
              <mc:AlternateContent xmlns:mc="http://schemas.openxmlformats.org/markup-compatibility/2006">
                <mc:Choice xmlns:v="urn:schemas-microsoft-com:vml" Requires="v">
                  <p:oleObj spid="_x0000_s95387" name="Equation" r:id="rId19" imgW="3924000" imgH="380880" progId="Equation.DSMT4">
                    <p:embed/>
                  </p:oleObj>
                </mc:Choice>
                <mc:Fallback>
                  <p:oleObj name="Equation" r:id="rId19" imgW="3924000" imgH="380880" progId="Equation.DSMT4">
                    <p:embed/>
                    <p:pic>
                      <p:nvPicPr>
                        <p:cNvPr id="0" name="Picture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132648" y="2604453"/>
                          <a:ext cx="3260725" cy="315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2"/>
            <p:cNvGraphicFramePr>
              <a:graphicFrameLocks noChangeAspect="1"/>
            </p:cNvGraphicFramePr>
            <p:nvPr>
              <p:extLst>
                <p:ext uri="{D42A27DB-BD31-4B8C-83A1-F6EECF244321}">
                  <p14:modId xmlns:p14="http://schemas.microsoft.com/office/powerpoint/2010/main" val="639929614"/>
                </p:ext>
              </p:extLst>
            </p:nvPr>
          </p:nvGraphicFramePr>
          <p:xfrm>
            <a:off x="4819333" y="3508058"/>
            <a:ext cx="706437" cy="350837"/>
          </p:xfrm>
          <a:graphic>
            <a:graphicData uri="http://schemas.openxmlformats.org/presentationml/2006/ole">
              <mc:AlternateContent xmlns:mc="http://schemas.openxmlformats.org/markup-compatibility/2006">
                <mc:Choice xmlns:v="urn:schemas-microsoft-com:vml" Requires="v">
                  <p:oleObj spid="_x0000_s95388" name="Equation" r:id="rId21" imgW="304560" imgH="152280" progId="Equation.DSMT4">
                    <p:embed/>
                  </p:oleObj>
                </mc:Choice>
                <mc:Fallback>
                  <p:oleObj name="Equation" r:id="rId21" imgW="304560" imgH="152280" progId="Equation.DSMT4">
                    <p:embed/>
                    <p:pic>
                      <p:nvPicPr>
                        <p:cNvPr id="0" name="Picture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819333" y="3508058"/>
                          <a:ext cx="706437"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 name="组合 17"/>
          <p:cNvGrpSpPr/>
          <p:nvPr/>
        </p:nvGrpSpPr>
        <p:grpSpPr>
          <a:xfrm>
            <a:off x="314960" y="3994150"/>
            <a:ext cx="8503920" cy="707886"/>
            <a:chOff x="314960" y="3994150"/>
            <a:chExt cx="8503920" cy="707886"/>
          </a:xfrm>
        </p:grpSpPr>
        <p:sp>
          <p:nvSpPr>
            <p:cNvPr id="20" name="Text Box 11"/>
            <p:cNvSpPr txBox="1">
              <a:spLocks noChangeArrowheads="1"/>
            </p:cNvSpPr>
            <p:nvPr/>
          </p:nvSpPr>
          <p:spPr bwMode="auto">
            <a:xfrm>
              <a:off x="314960" y="3994150"/>
              <a:ext cx="8503920" cy="707886"/>
            </a:xfrm>
            <a:prstGeom prst="rect">
              <a:avLst/>
            </a:prstGeom>
            <a:ln>
              <a:headEnd/>
              <a:tailEnd/>
            </a:ln>
            <a:scene3d>
              <a:camera prst="orthographicFront"/>
              <a:lightRig rig="threePt" dir="t"/>
            </a:scene3d>
            <a:sp3d>
              <a:bevelT w="165100" prst="coolSlant"/>
            </a:sp3d>
          </p:spPr>
          <p:style>
            <a:lnRef idx="1">
              <a:schemeClr val="accent4"/>
            </a:lnRef>
            <a:fillRef idx="2">
              <a:schemeClr val="accent4"/>
            </a:fillRef>
            <a:effectRef idx="1">
              <a:schemeClr val="accent4"/>
            </a:effectRef>
            <a:fontRef idx="minor">
              <a:schemeClr val="dk1"/>
            </a:fontRef>
          </p:style>
          <p:txBody>
            <a:bodyPr wrap="square">
              <a:spAutoFit/>
            </a:bodyPr>
            <a:lstStyle/>
            <a:p>
              <a:r>
                <a:rPr lang="zh-CN" altLang="en-US" sz="2000" dirty="0" smtClean="0">
                  <a:solidFill>
                    <a:schemeClr val="dk1"/>
                  </a:solidFill>
                  <a:latin typeface="Calibri" pitchFamily="34" charset="0"/>
                  <a:ea typeface="宋体" pitchFamily="2" charset="-122"/>
                  <a:sym typeface="Symbol" pitchFamily="18" charset="2"/>
                </a:rPr>
                <a:t>现在的问题是，如何适当地选取节点                       ，使求积公式</a:t>
              </a:r>
              <a:r>
                <a:rPr lang="en-US" altLang="zh-CN" sz="2000" dirty="0" smtClean="0">
                  <a:solidFill>
                    <a:schemeClr val="dk1"/>
                  </a:solidFill>
                  <a:latin typeface="Calibri" pitchFamily="34" charset="0"/>
                  <a:ea typeface="宋体" pitchFamily="2" charset="-122"/>
                  <a:sym typeface="Symbol" pitchFamily="18" charset="2"/>
                </a:rPr>
                <a:t>(1)</a:t>
              </a:r>
              <a:r>
                <a:rPr lang="zh-CN" altLang="en-US" sz="2000" dirty="0" smtClean="0">
                  <a:solidFill>
                    <a:schemeClr val="dk1"/>
                  </a:solidFill>
                  <a:latin typeface="Calibri" pitchFamily="34" charset="0"/>
                  <a:ea typeface="宋体" pitchFamily="2" charset="-122"/>
                  <a:sym typeface="Symbol" pitchFamily="18" charset="2"/>
                </a:rPr>
                <a:t>具有        次代数精度</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12" name="Object 13"/>
            <p:cNvGraphicFramePr>
              <a:graphicFrameLocks noChangeAspect="1"/>
            </p:cNvGraphicFramePr>
            <p:nvPr>
              <p:extLst>
                <p:ext uri="{D42A27DB-BD31-4B8C-83A1-F6EECF244321}">
                  <p14:modId xmlns:p14="http://schemas.microsoft.com/office/powerpoint/2010/main" val="2724639060"/>
                </p:ext>
              </p:extLst>
            </p:nvPr>
          </p:nvGraphicFramePr>
          <p:xfrm>
            <a:off x="4502468" y="4007485"/>
            <a:ext cx="1262062" cy="409575"/>
          </p:xfrm>
          <a:graphic>
            <a:graphicData uri="http://schemas.openxmlformats.org/presentationml/2006/ole">
              <mc:AlternateContent xmlns:mc="http://schemas.openxmlformats.org/markup-compatibility/2006">
                <mc:Choice xmlns:v="urn:schemas-microsoft-com:vml" Requires="v">
                  <p:oleObj spid="_x0000_s95389" name="Equation" r:id="rId23" imgW="545760" imgH="177480" progId="Equation.DSMT4">
                    <p:embed/>
                  </p:oleObj>
                </mc:Choice>
                <mc:Fallback>
                  <p:oleObj name="Equation" r:id="rId23" imgW="545760" imgH="177480" progId="Equation.DSMT4">
                    <p:embed/>
                    <p:pic>
                      <p:nvPicPr>
                        <p:cNvPr id="0" name="Picture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02468" y="4007485"/>
                          <a:ext cx="1262062"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4"/>
            <p:cNvGraphicFramePr>
              <a:graphicFrameLocks noChangeAspect="1"/>
            </p:cNvGraphicFramePr>
            <p:nvPr>
              <p:extLst>
                <p:ext uri="{D42A27DB-BD31-4B8C-83A1-F6EECF244321}">
                  <p14:modId xmlns:p14="http://schemas.microsoft.com/office/powerpoint/2010/main" val="1792363024"/>
                </p:ext>
              </p:extLst>
            </p:nvPr>
          </p:nvGraphicFramePr>
          <p:xfrm>
            <a:off x="8032750" y="3997643"/>
            <a:ext cx="706438" cy="350837"/>
          </p:xfrm>
          <a:graphic>
            <a:graphicData uri="http://schemas.openxmlformats.org/presentationml/2006/ole">
              <mc:AlternateContent xmlns:mc="http://schemas.openxmlformats.org/markup-compatibility/2006">
                <mc:Choice xmlns:v="urn:schemas-microsoft-com:vml" Requires="v">
                  <p:oleObj spid="_x0000_s95390" name="Equation" r:id="rId24" imgW="304560" imgH="152280" progId="Equation.DSMT4">
                    <p:embed/>
                  </p:oleObj>
                </mc:Choice>
                <mc:Fallback>
                  <p:oleObj name="Equation" r:id="rId24" imgW="304560" imgH="152280" progId="Equation.DSMT4">
                    <p:embed/>
                    <p:pic>
                      <p:nvPicPr>
                        <p:cNvPr id="0" name="Picture 14"/>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8032750" y="3997643"/>
                          <a:ext cx="706438"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arn(inVertic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5920"/>
            <a:ext cx="2794000" cy="508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289040" y="386080"/>
            <a:ext cx="2702560" cy="203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729864" y="184785"/>
            <a:ext cx="362013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Gauss</a:t>
            </a:r>
            <a:r>
              <a:rPr lang="zh-CN" altLang="en-US" sz="2000" b="1" dirty="0" smtClean="0">
                <a:solidFill>
                  <a:srgbClr val="314865"/>
                </a:solidFill>
                <a:latin typeface="+mj-ea"/>
              </a:rPr>
              <a:t>型求积公式的一般理论</a:t>
            </a:r>
            <a:endParaRPr lang="zh-CN" altLang="en-US" sz="2000" b="1" dirty="0">
              <a:solidFill>
                <a:srgbClr val="314865"/>
              </a:solidFill>
              <a:latin typeface="+mj-ea"/>
            </a:endParaRPr>
          </a:p>
        </p:txBody>
      </p:sp>
      <p:sp>
        <p:nvSpPr>
          <p:cNvPr id="5" name="Text Box 18"/>
          <p:cNvSpPr txBox="1">
            <a:spLocks noChangeArrowheads="1"/>
          </p:cNvSpPr>
          <p:nvPr/>
        </p:nvSpPr>
        <p:spPr bwMode="auto">
          <a:xfrm>
            <a:off x="294640" y="656273"/>
            <a:ext cx="8422640" cy="892552"/>
          </a:xfrm>
          <a:prstGeom prst="rect">
            <a:avLst/>
          </a:prstGeom>
          <a:ln>
            <a:headEnd/>
            <a:tailEnd/>
          </a:ln>
          <a:scene3d>
            <a:camera prst="orthographicFront"/>
            <a:lightRig rig="threePt" dir="t"/>
          </a:scene3d>
          <a:sp3d>
            <a:bevelT w="165100" prst="coolSlant"/>
          </a:sp3d>
        </p:spPr>
        <p:style>
          <a:lnRef idx="1">
            <a:schemeClr val="accent6"/>
          </a:lnRef>
          <a:fillRef idx="2">
            <a:schemeClr val="accent6"/>
          </a:fillRef>
          <a:effectRef idx="1">
            <a:schemeClr val="accent6"/>
          </a:effectRef>
          <a:fontRef idx="minor">
            <a:schemeClr val="dk1"/>
          </a:fontRef>
        </p:style>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使求积公式具有</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次代数精度的节点</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称为</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a:t>
            </a:r>
            <a:r>
              <a:rPr lang="zh-CN" altLang="en-US" sz="2000" dirty="0" smtClean="0">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此时的插值型求积公式称为</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型求积公式</a:t>
            </a:r>
            <a:r>
              <a:rPr lang="en-US" altLang="zh-CN" sz="2000" dirty="0" smtClean="0">
                <a:solidFill>
                  <a:schemeClr val="dk1"/>
                </a:solidFill>
                <a:latin typeface="Calibri" pitchFamily="34" charset="0"/>
                <a:ea typeface="宋体" pitchFamily="2" charset="-122"/>
                <a:sym typeface="Symbol" pitchFamily="18" charset="2"/>
              </a:rPr>
              <a:t>.</a:t>
            </a:r>
          </a:p>
        </p:txBody>
      </p:sp>
      <p:sp>
        <p:nvSpPr>
          <p:cNvPr id="6" name="Text Box 16"/>
          <p:cNvSpPr txBox="1">
            <a:spLocks noChangeArrowheads="1"/>
          </p:cNvSpPr>
          <p:nvPr/>
        </p:nvSpPr>
        <p:spPr bwMode="auto">
          <a:xfrm>
            <a:off x="314960" y="1539875"/>
            <a:ext cx="839216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下面用构造性方法给出</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点的求法</a:t>
            </a:r>
            <a:r>
              <a:rPr lang="en-US" altLang="zh-CN" sz="2000" dirty="0" smtClean="0">
                <a:solidFill>
                  <a:schemeClr val="dk1"/>
                </a:solidFill>
                <a:latin typeface="Calibri" pitchFamily="34" charset="0"/>
                <a:ea typeface="宋体" pitchFamily="2" charset="-122"/>
                <a:sym typeface="Symbol" pitchFamily="18" charset="2"/>
              </a:rPr>
              <a:t>.</a:t>
            </a:r>
          </a:p>
        </p:txBody>
      </p:sp>
      <p:sp>
        <p:nvSpPr>
          <p:cNvPr id="7" name="Text Box 7"/>
          <p:cNvSpPr txBox="1">
            <a:spLocks noChangeArrowheads="1"/>
          </p:cNvSpPr>
          <p:nvPr/>
        </p:nvSpPr>
        <p:spPr bwMode="auto">
          <a:xfrm>
            <a:off x="345442" y="1950720"/>
            <a:ext cx="8399166" cy="892552"/>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取区间</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上权函数为          的正交多项式</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个零点</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作为求积节点，用</a:t>
            </a:r>
            <a:r>
              <a:rPr lang="en-US" altLang="zh-CN" sz="2000" dirty="0" smtClean="0">
                <a:solidFill>
                  <a:schemeClr val="dk1"/>
                </a:solidFill>
                <a:latin typeface="Calibri" pitchFamily="34" charset="0"/>
                <a:ea typeface="宋体" pitchFamily="2" charset="-122"/>
                <a:sym typeface="Symbol" pitchFamily="18" charset="2"/>
              </a:rPr>
              <a:t>Newton</a:t>
            </a:r>
            <a:r>
              <a:rPr lang="zh-CN" altLang="en-US" sz="2000" dirty="0" smtClean="0">
                <a:solidFill>
                  <a:schemeClr val="dk1"/>
                </a:solidFill>
                <a:latin typeface="Calibri" pitchFamily="34" charset="0"/>
                <a:ea typeface="宋体" pitchFamily="2" charset="-122"/>
                <a:sym typeface="Symbol" pitchFamily="18" charset="2"/>
              </a:rPr>
              <a:t>插值余项有误差</a:t>
            </a:r>
          </a:p>
        </p:txBody>
      </p:sp>
      <p:graphicFrame>
        <p:nvGraphicFramePr>
          <p:cNvPr id="87065" name="Object 25"/>
          <p:cNvGraphicFramePr>
            <a:graphicFrameLocks noChangeAspect="1"/>
          </p:cNvGraphicFramePr>
          <p:nvPr/>
        </p:nvGraphicFramePr>
        <p:xfrm>
          <a:off x="1479277" y="2719060"/>
          <a:ext cx="3244850" cy="646112"/>
        </p:xfrm>
        <a:graphic>
          <a:graphicData uri="http://schemas.openxmlformats.org/presentationml/2006/ole">
            <mc:AlternateContent xmlns:mc="http://schemas.openxmlformats.org/markup-compatibility/2006">
              <mc:Choice xmlns:v="urn:schemas-microsoft-com:vml" Requires="v">
                <p:oleObj spid="_x0000_s96414" name="Equation" r:id="rId3" imgW="2489040" imgH="495000" progId="Equation.DSMT4">
                  <p:embed/>
                </p:oleObj>
              </mc:Choice>
              <mc:Fallback>
                <p:oleObj name="Equation" r:id="rId3" imgW="2489040" imgH="495000" progId="Equation.DSMT4">
                  <p:embed/>
                  <p:pic>
                    <p:nvPicPr>
                      <p:cNvPr id="0" name="Object 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9277" y="2719060"/>
                        <a:ext cx="3244850" cy="646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66" name="Object 26"/>
          <p:cNvGraphicFramePr>
            <a:graphicFrameLocks noChangeAspect="1"/>
          </p:cNvGraphicFramePr>
          <p:nvPr/>
        </p:nvGraphicFramePr>
        <p:xfrm>
          <a:off x="1978332" y="3372585"/>
          <a:ext cx="3179763" cy="481012"/>
        </p:xfrm>
        <a:graphic>
          <a:graphicData uri="http://schemas.openxmlformats.org/presentationml/2006/ole">
            <mc:AlternateContent xmlns:mc="http://schemas.openxmlformats.org/markup-compatibility/2006">
              <mc:Choice xmlns:v="urn:schemas-microsoft-com:vml" Requires="v">
                <p:oleObj spid="_x0000_s96415" name="Equation" r:id="rId5" imgW="2438280" imgH="368280" progId="Equation.DSMT4">
                  <p:embed/>
                </p:oleObj>
              </mc:Choice>
              <mc:Fallback>
                <p:oleObj name="Equation" r:id="rId5" imgW="2438280" imgH="368280" progId="Equation.DSMT4">
                  <p:embed/>
                  <p:pic>
                    <p:nvPicPr>
                      <p:cNvPr id="0" name="Object 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8332" y="3372585"/>
                        <a:ext cx="3179763"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7067" name="Object 27"/>
          <p:cNvGraphicFramePr>
            <a:graphicFrameLocks noChangeAspect="1"/>
          </p:cNvGraphicFramePr>
          <p:nvPr/>
        </p:nvGraphicFramePr>
        <p:xfrm>
          <a:off x="1994774" y="3944175"/>
          <a:ext cx="3346450" cy="482600"/>
        </p:xfrm>
        <a:graphic>
          <a:graphicData uri="http://schemas.openxmlformats.org/presentationml/2006/ole">
            <mc:AlternateContent xmlns:mc="http://schemas.openxmlformats.org/markup-compatibility/2006">
              <mc:Choice xmlns:v="urn:schemas-microsoft-com:vml" Requires="v">
                <p:oleObj spid="_x0000_s96416" name="Equation" r:id="rId7" imgW="2565360" imgH="368280" progId="Equation.DSMT4">
                  <p:embed/>
                </p:oleObj>
              </mc:Choice>
              <mc:Fallback>
                <p:oleObj name="Equation" r:id="rId7" imgW="2565360" imgH="368280" progId="Equation.DSMT4">
                  <p:embed/>
                  <p:pic>
                    <p:nvPicPr>
                      <p:cNvPr id="0" name="Object 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4774" y="3944175"/>
                        <a:ext cx="3346450" cy="482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10"/>
          <p:cNvSpPr txBox="1">
            <a:spLocks noChangeArrowheads="1"/>
          </p:cNvSpPr>
          <p:nvPr/>
        </p:nvSpPr>
        <p:spPr bwMode="auto">
          <a:xfrm>
            <a:off x="441432" y="4359163"/>
            <a:ext cx="7706888"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所以当         是次数不超过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的多项式时     </a:t>
            </a:r>
            <a:r>
              <a:rPr lang="en-US" altLang="zh-CN" sz="2000" dirty="0" smtClean="0">
                <a:solidFill>
                  <a:schemeClr val="dk1"/>
                </a:solidFill>
                <a:latin typeface="Calibri" pitchFamily="34" charset="0"/>
                <a:ea typeface="宋体" pitchFamily="2" charset="-122"/>
                <a:sym typeface="Symbol" pitchFamily="18" charset="2"/>
              </a:rPr>
              <a:t>             . </a:t>
            </a:r>
          </a:p>
        </p:txBody>
      </p:sp>
      <p:graphicFrame>
        <p:nvGraphicFramePr>
          <p:cNvPr id="83007" name="Object 5"/>
          <p:cNvGraphicFramePr>
            <a:graphicFrameLocks noChangeAspect="1"/>
          </p:cNvGraphicFramePr>
          <p:nvPr/>
        </p:nvGraphicFramePr>
        <p:xfrm>
          <a:off x="2143125" y="729298"/>
          <a:ext cx="704850" cy="350837"/>
        </p:xfrm>
        <a:graphic>
          <a:graphicData uri="http://schemas.openxmlformats.org/presentationml/2006/ole">
            <mc:AlternateContent xmlns:mc="http://schemas.openxmlformats.org/markup-compatibility/2006">
              <mc:Choice xmlns:v="urn:schemas-microsoft-com:vml" Requires="v">
                <p:oleObj spid="_x0000_s96417" name="Equation" r:id="rId9" imgW="304560" imgH="152280" progId="Equation.DSMT4">
                  <p:embed/>
                </p:oleObj>
              </mc:Choice>
              <mc:Fallback>
                <p:oleObj name="Equation" r:id="rId9" imgW="304560" imgH="15228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43125" y="729298"/>
                        <a:ext cx="70485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6"/>
          <p:cNvGraphicFramePr>
            <a:graphicFrameLocks noChangeAspect="1"/>
          </p:cNvGraphicFramePr>
          <p:nvPr/>
        </p:nvGraphicFramePr>
        <p:xfrm>
          <a:off x="4908550" y="725170"/>
          <a:ext cx="1262063" cy="409575"/>
        </p:xfrm>
        <a:graphic>
          <a:graphicData uri="http://schemas.openxmlformats.org/presentationml/2006/ole">
            <mc:AlternateContent xmlns:mc="http://schemas.openxmlformats.org/markup-compatibility/2006">
              <mc:Choice xmlns:v="urn:schemas-microsoft-com:vml" Requires="v">
                <p:oleObj spid="_x0000_s96418" name="Equation" r:id="rId11" imgW="545760" imgH="177480" progId="Equation.DSMT4">
                  <p:embed/>
                </p:oleObj>
              </mc:Choice>
              <mc:Fallback>
                <p:oleObj name="Equation" r:id="rId11" imgW="545760" imgH="17748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08550" y="725170"/>
                        <a:ext cx="1262063"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7"/>
          <p:cNvGraphicFramePr>
            <a:graphicFrameLocks noChangeAspect="1"/>
          </p:cNvGraphicFramePr>
          <p:nvPr/>
        </p:nvGraphicFramePr>
        <p:xfrm>
          <a:off x="1182141" y="2019081"/>
          <a:ext cx="615950" cy="381000"/>
        </p:xfrm>
        <a:graphic>
          <a:graphicData uri="http://schemas.openxmlformats.org/presentationml/2006/ole">
            <mc:AlternateContent xmlns:mc="http://schemas.openxmlformats.org/markup-compatibility/2006">
              <mc:Choice xmlns:v="urn:schemas-microsoft-com:vml" Requires="v">
                <p:oleObj spid="_x0000_s96419" name="Equation" r:id="rId13" imgW="266400" imgH="164880" progId="Equation.DSMT4">
                  <p:embed/>
                </p:oleObj>
              </mc:Choice>
              <mc:Fallback>
                <p:oleObj name="Equation" r:id="rId13" imgW="266400" imgH="16488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82141" y="2019081"/>
                        <a:ext cx="61595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8"/>
          <p:cNvGraphicFramePr>
            <a:graphicFrameLocks noChangeAspect="1"/>
          </p:cNvGraphicFramePr>
          <p:nvPr/>
        </p:nvGraphicFramePr>
        <p:xfrm>
          <a:off x="3021396" y="2012786"/>
          <a:ext cx="617538" cy="381000"/>
        </p:xfrm>
        <a:graphic>
          <a:graphicData uri="http://schemas.openxmlformats.org/presentationml/2006/ole">
            <mc:AlternateContent xmlns:mc="http://schemas.openxmlformats.org/markup-compatibility/2006">
              <mc:Choice xmlns:v="urn:schemas-microsoft-com:vml" Requires="v">
                <p:oleObj spid="_x0000_s96420" name="Equation" r:id="rId15" imgW="266400" imgH="164880" progId="Equation.DSMT4">
                  <p:embed/>
                </p:oleObj>
              </mc:Choice>
              <mc:Fallback>
                <p:oleObj name="Equation" r:id="rId15" imgW="266400" imgH="164880" progId="Equation.DSMT4">
                  <p:embed/>
                  <p:pic>
                    <p:nvPicPr>
                      <p:cNvPr id="0" name="Picture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021396" y="2012786"/>
                        <a:ext cx="617538"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9"/>
          <p:cNvGraphicFramePr>
            <a:graphicFrameLocks noChangeAspect="1"/>
          </p:cNvGraphicFramePr>
          <p:nvPr/>
        </p:nvGraphicFramePr>
        <p:xfrm>
          <a:off x="5112516" y="2009830"/>
          <a:ext cx="704850" cy="409575"/>
        </p:xfrm>
        <a:graphic>
          <a:graphicData uri="http://schemas.openxmlformats.org/presentationml/2006/ole">
            <mc:AlternateContent xmlns:mc="http://schemas.openxmlformats.org/markup-compatibility/2006">
              <mc:Choice xmlns:v="urn:schemas-microsoft-com:vml" Requires="v">
                <p:oleObj spid="_x0000_s96421" name="Equation" r:id="rId17" imgW="304560" imgH="177480" progId="Equation.DSMT4">
                  <p:embed/>
                </p:oleObj>
              </mc:Choice>
              <mc:Fallback>
                <p:oleObj name="Equation" r:id="rId17" imgW="304560" imgH="177480" progId="Equation.DSMT4">
                  <p:embed/>
                  <p:pic>
                    <p:nvPicPr>
                      <p:cNvPr id="0" name="Picture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112516" y="2009830"/>
                        <a:ext cx="704850"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0"/>
          <p:cNvGraphicFramePr>
            <a:graphicFrameLocks noChangeAspect="1"/>
          </p:cNvGraphicFramePr>
          <p:nvPr/>
        </p:nvGraphicFramePr>
        <p:xfrm>
          <a:off x="6077717" y="2055266"/>
          <a:ext cx="265113" cy="292100"/>
        </p:xfrm>
        <a:graphic>
          <a:graphicData uri="http://schemas.openxmlformats.org/presentationml/2006/ole">
            <mc:AlternateContent xmlns:mc="http://schemas.openxmlformats.org/markup-compatibility/2006">
              <mc:Choice xmlns:v="urn:schemas-microsoft-com:vml" Requires="v">
                <p:oleObj spid="_x0000_s96422" name="Equation" r:id="rId19" imgW="114120" imgH="126720" progId="Equation.DSMT4">
                  <p:embed/>
                </p:oleObj>
              </mc:Choice>
              <mc:Fallback>
                <p:oleObj name="Equation" r:id="rId19" imgW="114120" imgH="126720" progId="Equation.DSMT4">
                  <p:embed/>
                  <p:pic>
                    <p:nvPicPr>
                      <p:cNvPr id="0" name="Picture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6077717" y="2055266"/>
                        <a:ext cx="265113"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1"/>
          <p:cNvGraphicFramePr>
            <a:graphicFrameLocks noChangeAspect="1"/>
          </p:cNvGraphicFramePr>
          <p:nvPr/>
        </p:nvGraphicFramePr>
        <p:xfrm>
          <a:off x="7005802" y="1971403"/>
          <a:ext cx="1262063" cy="409575"/>
        </p:xfrm>
        <a:graphic>
          <a:graphicData uri="http://schemas.openxmlformats.org/presentationml/2006/ole">
            <mc:AlternateContent xmlns:mc="http://schemas.openxmlformats.org/markup-compatibility/2006">
              <mc:Choice xmlns:v="urn:schemas-microsoft-com:vml" Requires="v">
                <p:oleObj spid="_x0000_s96423" name="Equation" r:id="rId21" imgW="545760" imgH="177480" progId="Equation.DSMT4">
                  <p:embed/>
                </p:oleObj>
              </mc:Choice>
              <mc:Fallback>
                <p:oleObj name="Equation" r:id="rId21" imgW="545760" imgH="177480" progId="Equation.DSMT4">
                  <p:embed/>
                  <p:pic>
                    <p:nvPicPr>
                      <p:cNvPr id="0" name="Picture 1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05802" y="1971403"/>
                        <a:ext cx="1262063"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2"/>
          <p:cNvGraphicFramePr>
            <a:graphicFrameLocks noChangeAspect="1"/>
          </p:cNvGraphicFramePr>
          <p:nvPr/>
        </p:nvGraphicFramePr>
        <p:xfrm>
          <a:off x="1231583" y="4435158"/>
          <a:ext cx="617537" cy="379412"/>
        </p:xfrm>
        <a:graphic>
          <a:graphicData uri="http://schemas.openxmlformats.org/presentationml/2006/ole">
            <mc:AlternateContent xmlns:mc="http://schemas.openxmlformats.org/markup-compatibility/2006">
              <mc:Choice xmlns:v="urn:schemas-microsoft-com:vml" Requires="v">
                <p:oleObj spid="_x0000_s96424" name="Equation" r:id="rId22" imgW="266400" imgH="164880" progId="Equation.DSMT4">
                  <p:embed/>
                </p:oleObj>
              </mc:Choice>
              <mc:Fallback>
                <p:oleObj name="Equation" r:id="rId22" imgW="266400" imgH="164880" progId="Equation.DSMT4">
                  <p:embed/>
                  <p:pic>
                    <p:nvPicPr>
                      <p:cNvPr id="0" name="Picture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231583" y="4435158"/>
                        <a:ext cx="617537" cy="379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3"/>
          <p:cNvGraphicFramePr>
            <a:graphicFrameLocks noChangeAspect="1"/>
          </p:cNvGraphicFramePr>
          <p:nvPr/>
        </p:nvGraphicFramePr>
        <p:xfrm>
          <a:off x="3314065" y="4439603"/>
          <a:ext cx="704850" cy="350837"/>
        </p:xfrm>
        <a:graphic>
          <a:graphicData uri="http://schemas.openxmlformats.org/presentationml/2006/ole">
            <mc:AlternateContent xmlns:mc="http://schemas.openxmlformats.org/markup-compatibility/2006">
              <mc:Choice xmlns:v="urn:schemas-microsoft-com:vml" Requires="v">
                <p:oleObj spid="_x0000_s96425" name="Equation" r:id="rId24" imgW="304560" imgH="152280" progId="Equation.DSMT4">
                  <p:embed/>
                </p:oleObj>
              </mc:Choice>
              <mc:Fallback>
                <p:oleObj name="Equation" r:id="rId24" imgW="304560" imgH="152280" progId="Equation.DSMT4">
                  <p:embed/>
                  <p:pic>
                    <p:nvPicPr>
                      <p:cNvPr id="0" name="Picture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314065" y="4439603"/>
                        <a:ext cx="704850"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 name="Object 14"/>
          <p:cNvGraphicFramePr>
            <a:graphicFrameLocks noChangeAspect="1"/>
          </p:cNvGraphicFramePr>
          <p:nvPr/>
        </p:nvGraphicFramePr>
        <p:xfrm>
          <a:off x="5254625" y="4425950"/>
          <a:ext cx="1028700" cy="381000"/>
        </p:xfrm>
        <a:graphic>
          <a:graphicData uri="http://schemas.openxmlformats.org/presentationml/2006/ole">
            <mc:AlternateContent xmlns:mc="http://schemas.openxmlformats.org/markup-compatibility/2006">
              <mc:Choice xmlns:v="urn:schemas-microsoft-com:vml" Requires="v">
                <p:oleObj spid="_x0000_s96426" name="Equation" r:id="rId25" imgW="444240" imgH="164880" progId="Equation.DSMT4">
                  <p:embed/>
                </p:oleObj>
              </mc:Choice>
              <mc:Fallback>
                <p:oleObj name="Equation" r:id="rId25" imgW="444240" imgH="164880" progId="Equation.DSMT4">
                  <p:embed/>
                  <p:pic>
                    <p:nvPicPr>
                      <p:cNvPr id="0" name="Picture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5254625" y="4425950"/>
                        <a:ext cx="1028700" cy="381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3007"/>
                                        </p:tgtEl>
                                        <p:attrNameLst>
                                          <p:attrName>style.visibility</p:attrName>
                                        </p:attrNameLst>
                                      </p:cBhvr>
                                      <p:to>
                                        <p:strVal val="visible"/>
                                      </p:to>
                                    </p:set>
                                    <p:animEffect transition="in" filter="blinds(horizontal)">
                                      <p:cBhvr>
                                        <p:cTn id="25" dur="500"/>
                                        <p:tgtEl>
                                          <p:spTgt spid="83007"/>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linds(horizontal)">
                                      <p:cBhvr>
                                        <p:cTn id="39" dur="500"/>
                                        <p:tgtEl>
                                          <p:spTgt spid="7"/>
                                        </p:tgtEl>
                                      </p:cBhvr>
                                    </p:animEffect>
                                  </p:childTnLst>
                                </p:cTn>
                              </p:par>
                              <p:par>
                                <p:cTn id="40" presetID="3" presetClass="entr" presetSubtype="10" fill="hold"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blinds(horizontal)">
                                      <p:cBhvr>
                                        <p:cTn id="42" dur="500"/>
                                        <p:tgtEl>
                                          <p:spTgt spid="3"/>
                                        </p:tgtEl>
                                      </p:cBhvr>
                                    </p:animEffect>
                                  </p:childTnLst>
                                </p:cTn>
                              </p:par>
                              <p:par>
                                <p:cTn id="43" presetID="3" presetClass="entr" presetSubtype="1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blinds(horizontal)">
                                      <p:cBhvr>
                                        <p:cTn id="45" dur="500"/>
                                        <p:tgtEl>
                                          <p:spTgt spid="4"/>
                                        </p:tgtEl>
                                      </p:cBhvr>
                                    </p:animEffect>
                                  </p:childTnLst>
                                </p:cTn>
                              </p:par>
                              <p:par>
                                <p:cTn id="46" presetID="3" presetClass="entr" presetSubtype="10" fill="hold" nodeType="withEffect">
                                  <p:stCondLst>
                                    <p:cond delay="0"/>
                                  </p:stCondLst>
                                  <p:childTnLst>
                                    <p:set>
                                      <p:cBhvr>
                                        <p:cTn id="47" dur="1" fill="hold">
                                          <p:stCondLst>
                                            <p:cond delay="0"/>
                                          </p:stCondLst>
                                        </p:cTn>
                                        <p:tgtEl>
                                          <p:spTgt spid="8"/>
                                        </p:tgtEl>
                                        <p:attrNameLst>
                                          <p:attrName>style.visibility</p:attrName>
                                        </p:attrNameLst>
                                      </p:cBhvr>
                                      <p:to>
                                        <p:strVal val="visible"/>
                                      </p:to>
                                    </p:set>
                                    <p:animEffect transition="in" filter="blinds(horizontal)">
                                      <p:cBhvr>
                                        <p:cTn id="48" dur="500"/>
                                        <p:tgtEl>
                                          <p:spTgt spid="8"/>
                                        </p:tgtEl>
                                      </p:cBhvr>
                                    </p:animEffect>
                                  </p:childTnLst>
                                </p:cTn>
                              </p:par>
                              <p:par>
                                <p:cTn id="49" presetID="3" presetClass="entr" presetSubtype="1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blinds(horizontal)">
                                      <p:cBhvr>
                                        <p:cTn id="51" dur="500"/>
                                        <p:tgtEl>
                                          <p:spTgt spid="10"/>
                                        </p:tgtEl>
                                      </p:cBhvr>
                                    </p:animEffect>
                                  </p:childTnLst>
                                </p:cTn>
                              </p:par>
                              <p:par>
                                <p:cTn id="52" presetID="1" presetClass="entr" presetSubtype="0" fill="hold" nodeType="withEffect">
                                  <p:stCondLst>
                                    <p:cond delay="0"/>
                                  </p:stCondLst>
                                  <p:childTnLst>
                                    <p:set>
                                      <p:cBhvr>
                                        <p:cTn id="53" dur="1" fill="hold">
                                          <p:stCondLst>
                                            <p:cond delay="0"/>
                                          </p:stCondLst>
                                        </p:cTn>
                                        <p:tgtEl>
                                          <p:spTgt spid="9"/>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87065"/>
                                        </p:tgtEl>
                                        <p:attrNameLst>
                                          <p:attrName>style.visibility</p:attrName>
                                        </p:attrNameLst>
                                      </p:cBhvr>
                                      <p:to>
                                        <p:strVal val="visible"/>
                                      </p:to>
                                    </p:set>
                                    <p:anim calcmode="lin" valueType="num">
                                      <p:cBhvr additive="base">
                                        <p:cTn id="58" dur="500" fill="hold"/>
                                        <p:tgtEl>
                                          <p:spTgt spid="87065"/>
                                        </p:tgtEl>
                                        <p:attrNameLst>
                                          <p:attrName>ppt_x</p:attrName>
                                        </p:attrNameLst>
                                      </p:cBhvr>
                                      <p:tavLst>
                                        <p:tav tm="0">
                                          <p:val>
                                            <p:strVal val="#ppt_x"/>
                                          </p:val>
                                        </p:tav>
                                        <p:tav tm="100000">
                                          <p:val>
                                            <p:strVal val="#ppt_x"/>
                                          </p:val>
                                        </p:tav>
                                      </p:tavLst>
                                    </p:anim>
                                    <p:anim calcmode="lin" valueType="num">
                                      <p:cBhvr additive="base">
                                        <p:cTn id="59" dur="500" fill="hold"/>
                                        <p:tgtEl>
                                          <p:spTgt spid="87065"/>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nodeType="clickEffect">
                                  <p:stCondLst>
                                    <p:cond delay="0"/>
                                  </p:stCondLst>
                                  <p:childTnLst>
                                    <p:set>
                                      <p:cBhvr>
                                        <p:cTn id="63" dur="1" fill="hold">
                                          <p:stCondLst>
                                            <p:cond delay="0"/>
                                          </p:stCondLst>
                                        </p:cTn>
                                        <p:tgtEl>
                                          <p:spTgt spid="87066"/>
                                        </p:tgtEl>
                                        <p:attrNameLst>
                                          <p:attrName>style.visibility</p:attrName>
                                        </p:attrNameLst>
                                      </p:cBhvr>
                                      <p:to>
                                        <p:strVal val="visible"/>
                                      </p:to>
                                    </p:set>
                                    <p:anim calcmode="lin" valueType="num">
                                      <p:cBhvr additive="base">
                                        <p:cTn id="64" dur="500" fill="hold"/>
                                        <p:tgtEl>
                                          <p:spTgt spid="87066"/>
                                        </p:tgtEl>
                                        <p:attrNameLst>
                                          <p:attrName>ppt_x</p:attrName>
                                        </p:attrNameLst>
                                      </p:cBhvr>
                                      <p:tavLst>
                                        <p:tav tm="0">
                                          <p:val>
                                            <p:strVal val="#ppt_x"/>
                                          </p:val>
                                        </p:tav>
                                        <p:tav tm="100000">
                                          <p:val>
                                            <p:strVal val="#ppt_x"/>
                                          </p:val>
                                        </p:tav>
                                      </p:tavLst>
                                    </p:anim>
                                    <p:anim calcmode="lin" valueType="num">
                                      <p:cBhvr additive="base">
                                        <p:cTn id="65" dur="500" fill="hold"/>
                                        <p:tgtEl>
                                          <p:spTgt spid="87066"/>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87067"/>
                                        </p:tgtEl>
                                        <p:attrNameLst>
                                          <p:attrName>style.visibility</p:attrName>
                                        </p:attrNameLst>
                                      </p:cBhvr>
                                      <p:to>
                                        <p:strVal val="visible"/>
                                      </p:to>
                                    </p:set>
                                    <p:anim calcmode="lin" valueType="num">
                                      <p:cBhvr additive="base">
                                        <p:cTn id="70" dur="500" fill="hold"/>
                                        <p:tgtEl>
                                          <p:spTgt spid="87067"/>
                                        </p:tgtEl>
                                        <p:attrNameLst>
                                          <p:attrName>ppt_x</p:attrName>
                                        </p:attrNameLst>
                                      </p:cBhvr>
                                      <p:tavLst>
                                        <p:tav tm="0">
                                          <p:val>
                                            <p:strVal val="#ppt_x"/>
                                          </p:val>
                                        </p:tav>
                                        <p:tav tm="100000">
                                          <p:val>
                                            <p:strVal val="#ppt_x"/>
                                          </p:val>
                                        </p:tav>
                                      </p:tavLst>
                                    </p:anim>
                                    <p:anim calcmode="lin" valueType="num">
                                      <p:cBhvr additive="base">
                                        <p:cTn id="71" dur="500" fill="hold"/>
                                        <p:tgtEl>
                                          <p:spTgt spid="87067"/>
                                        </p:tgtEl>
                                        <p:attrNameLst>
                                          <p:attrName>ppt_y</p:attrName>
                                        </p:attrNameLst>
                                      </p:cBhvr>
                                      <p:tavLst>
                                        <p:tav tm="0">
                                          <p:val>
                                            <p:strVal val="1+#ppt_h/2"/>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blinds(horizontal)">
                                      <p:cBhvr>
                                        <p:cTn id="76" dur="500"/>
                                        <p:tgtEl>
                                          <p:spTgt spid="11"/>
                                        </p:tgtEl>
                                      </p:cBhvr>
                                    </p:animEffect>
                                  </p:childTnLst>
                                </p:cTn>
                              </p:par>
                              <p:par>
                                <p:cTn id="77" presetID="3" presetClass="entr" presetSubtype="10" fill="hold" nodeType="withEffect">
                                  <p:stCondLst>
                                    <p:cond delay="0"/>
                                  </p:stCondLst>
                                  <p:childTnLst>
                                    <p:set>
                                      <p:cBhvr>
                                        <p:cTn id="78" dur="1" fill="hold">
                                          <p:stCondLst>
                                            <p:cond delay="0"/>
                                          </p:stCondLst>
                                        </p:cTn>
                                        <p:tgtEl>
                                          <p:spTgt spid="12"/>
                                        </p:tgtEl>
                                        <p:attrNameLst>
                                          <p:attrName>style.visibility</p:attrName>
                                        </p:attrNameLst>
                                      </p:cBhvr>
                                      <p:to>
                                        <p:strVal val="visible"/>
                                      </p:to>
                                    </p:set>
                                    <p:animEffect transition="in" filter="blinds(horizontal)">
                                      <p:cBhvr>
                                        <p:cTn id="79" dur="500"/>
                                        <p:tgtEl>
                                          <p:spTgt spid="12"/>
                                        </p:tgtEl>
                                      </p:cBhvr>
                                    </p:animEffect>
                                  </p:childTnLst>
                                </p:cTn>
                              </p:par>
                              <p:par>
                                <p:cTn id="80" presetID="3" presetClass="entr" presetSubtype="10" fill="hold" nodeType="withEffect">
                                  <p:stCondLst>
                                    <p:cond delay="0"/>
                                  </p:stCondLst>
                                  <p:childTnLst>
                                    <p:set>
                                      <p:cBhvr>
                                        <p:cTn id="81" dur="1" fill="hold">
                                          <p:stCondLst>
                                            <p:cond delay="0"/>
                                          </p:stCondLst>
                                        </p:cTn>
                                        <p:tgtEl>
                                          <p:spTgt spid="13"/>
                                        </p:tgtEl>
                                        <p:attrNameLst>
                                          <p:attrName>style.visibility</p:attrName>
                                        </p:attrNameLst>
                                      </p:cBhvr>
                                      <p:to>
                                        <p:strVal val="visible"/>
                                      </p:to>
                                    </p:set>
                                    <p:animEffect transition="in" filter="blinds(horizontal)">
                                      <p:cBhvr>
                                        <p:cTn id="82" dur="500"/>
                                        <p:tgtEl>
                                          <p:spTgt spid="13"/>
                                        </p:tgtEl>
                                      </p:cBhvr>
                                    </p:animEffect>
                                  </p:childTnLst>
                                </p:cTn>
                              </p:par>
                              <p:par>
                                <p:cTn id="83" presetID="3" presetClass="entr" presetSubtype="10" fill="hold" nodeType="withEffect">
                                  <p:stCondLst>
                                    <p:cond delay="0"/>
                                  </p:stCondLst>
                                  <p:childTnLst>
                                    <p:set>
                                      <p:cBhvr>
                                        <p:cTn id="84" dur="1" fill="hold">
                                          <p:stCondLst>
                                            <p:cond delay="0"/>
                                          </p:stCondLst>
                                        </p:cTn>
                                        <p:tgtEl>
                                          <p:spTgt spid="17"/>
                                        </p:tgtEl>
                                        <p:attrNameLst>
                                          <p:attrName>style.visibility</p:attrName>
                                        </p:attrNameLst>
                                      </p:cBhvr>
                                      <p:to>
                                        <p:strVal val="visible"/>
                                      </p:to>
                                    </p:set>
                                    <p:animEffect transition="in" filter="blinds(horizontal)">
                                      <p:cBhvr>
                                        <p:cTn id="85"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p:bldP spid="7" grpId="0"/>
      <p:bldP spid="11"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5920"/>
            <a:ext cx="2794000" cy="508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289040" y="386080"/>
            <a:ext cx="2702560" cy="203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729864" y="184785"/>
            <a:ext cx="362013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Gauss</a:t>
            </a:r>
            <a:r>
              <a:rPr lang="zh-CN" altLang="en-US" sz="2000" b="1" dirty="0" smtClean="0">
                <a:solidFill>
                  <a:srgbClr val="314865"/>
                </a:solidFill>
                <a:latin typeface="+mj-ea"/>
              </a:rPr>
              <a:t>型求积公式的一般理论</a:t>
            </a:r>
            <a:endParaRPr lang="zh-CN" altLang="en-US" sz="2000" b="1" dirty="0">
              <a:solidFill>
                <a:srgbClr val="314865"/>
              </a:solidFill>
              <a:latin typeface="+mj-ea"/>
            </a:endParaRPr>
          </a:p>
        </p:txBody>
      </p:sp>
      <p:sp>
        <p:nvSpPr>
          <p:cNvPr id="5" name="Text Box 5"/>
          <p:cNvSpPr txBox="1">
            <a:spLocks noChangeArrowheads="1"/>
          </p:cNvSpPr>
          <p:nvPr/>
        </p:nvSpPr>
        <p:spPr bwMode="auto">
          <a:xfrm>
            <a:off x="314960" y="640080"/>
            <a:ext cx="8503920" cy="1015663"/>
          </a:xfrm>
          <a:prstGeom prst="rect">
            <a:avLst/>
          </a:prstGeom>
          <a:ln>
            <a:headEnd/>
            <a:tailEnd/>
          </a:ln>
          <a:scene3d>
            <a:camera prst="orthographicFront"/>
            <a:lightRig rig="threePt" dir="t"/>
          </a:scene3d>
          <a:sp3d>
            <a:bevelT w="165100" prst="coolSlant"/>
          </a:sp3d>
        </p:spPr>
        <p:style>
          <a:lnRef idx="1">
            <a:schemeClr val="accent2"/>
          </a:lnRef>
          <a:fillRef idx="2">
            <a:schemeClr val="accent2"/>
          </a:fillRef>
          <a:effectRef idx="1">
            <a:schemeClr val="accent2"/>
          </a:effectRef>
          <a:fontRef idx="minor">
            <a:schemeClr val="dk1"/>
          </a:fontRef>
        </p:style>
        <p:txBody>
          <a:bodyPr wrap="square">
            <a:spAutoFit/>
          </a:bodyPr>
          <a:lstStyle/>
          <a:p>
            <a:pPr algn="l">
              <a:lnSpc>
                <a:spcPct val="150000"/>
              </a:lnSpc>
            </a:pPr>
            <a:r>
              <a:rPr lang="zh-CN" altLang="en-US" sz="2000" dirty="0" smtClean="0">
                <a:solidFill>
                  <a:srgbClr val="C00000"/>
                </a:solidFill>
                <a:latin typeface="Calibri" pitchFamily="34" charset="0"/>
                <a:ea typeface="宋体" pitchFamily="2" charset="-122"/>
                <a:sym typeface="Symbol" pitchFamily="18" charset="2"/>
              </a:rPr>
              <a:t>定理</a:t>
            </a:r>
            <a:r>
              <a:rPr lang="en-US" altLang="zh-CN" sz="2000" dirty="0" smtClean="0">
                <a:solidFill>
                  <a:srgbClr val="C00000"/>
                </a:solidFill>
                <a:latin typeface="Calibri" pitchFamily="34" charset="0"/>
                <a:ea typeface="宋体" pitchFamily="2" charset="-122"/>
                <a:sym typeface="Symbol" pitchFamily="18" charset="2"/>
              </a:rPr>
              <a:t>2  </a:t>
            </a:r>
            <a:r>
              <a:rPr lang="zh-CN" altLang="en-US" sz="2000" dirty="0" smtClean="0">
                <a:latin typeface="Calibri" pitchFamily="34" charset="0"/>
                <a:ea typeface="宋体" pitchFamily="2" charset="-122"/>
                <a:sym typeface="Symbol" pitchFamily="18" charset="2"/>
              </a:rPr>
              <a:t>对</a:t>
            </a:r>
            <a:r>
              <a:rPr lang="zh-CN" altLang="en-US" sz="2000" dirty="0" smtClean="0">
                <a:solidFill>
                  <a:schemeClr val="dk1"/>
                </a:solidFill>
                <a:latin typeface="Calibri" pitchFamily="34" charset="0"/>
                <a:ea typeface="宋体" pitchFamily="2" charset="-122"/>
                <a:sym typeface="Symbol" pitchFamily="18" charset="2"/>
              </a:rPr>
              <a:t>区间 </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上权函数为           的积分                                    ，区间</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上权函数为         的正交多项式            的     个零点恰为</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83007" name="Object 2"/>
          <p:cNvGraphicFramePr>
            <a:graphicFrameLocks noChangeAspect="1"/>
          </p:cNvGraphicFramePr>
          <p:nvPr/>
        </p:nvGraphicFramePr>
        <p:xfrm>
          <a:off x="1951673" y="753110"/>
          <a:ext cx="615950" cy="379413"/>
        </p:xfrm>
        <a:graphic>
          <a:graphicData uri="http://schemas.openxmlformats.org/presentationml/2006/ole">
            <mc:AlternateContent xmlns:mc="http://schemas.openxmlformats.org/markup-compatibility/2006">
              <mc:Choice xmlns:v="urn:schemas-microsoft-com:vml" Requires="v">
                <p:oleObj spid="_x0000_s97451" name="Equation" r:id="rId3" imgW="266400" imgH="164880" progId="Equation.DSMT4">
                  <p:embed/>
                </p:oleObj>
              </mc:Choice>
              <mc:Fallback>
                <p:oleObj name="Equation" r:id="rId3" imgW="266400" imgH="16488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51673" y="753110"/>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3833813" y="756285"/>
          <a:ext cx="615950" cy="379413"/>
        </p:xfrm>
        <a:graphic>
          <a:graphicData uri="http://schemas.openxmlformats.org/presentationml/2006/ole">
            <mc:AlternateContent xmlns:mc="http://schemas.openxmlformats.org/markup-compatibility/2006">
              <mc:Choice xmlns:v="urn:schemas-microsoft-com:vml" Requires="v">
                <p:oleObj spid="_x0000_s97452" name="Equation" r:id="rId5" imgW="266400" imgH="164880" progId="Equation.DSMT4">
                  <p:embed/>
                </p:oleObj>
              </mc:Choice>
              <mc:Fallback>
                <p:oleObj name="Equation" r:id="rId5" imgW="266400" imgH="16488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33813" y="756285"/>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8207" name="Object 143"/>
          <p:cNvGraphicFramePr>
            <a:graphicFrameLocks noChangeAspect="1"/>
          </p:cNvGraphicFramePr>
          <p:nvPr/>
        </p:nvGraphicFramePr>
        <p:xfrm>
          <a:off x="5205730" y="684848"/>
          <a:ext cx="2020888" cy="560387"/>
        </p:xfrm>
        <a:graphic>
          <a:graphicData uri="http://schemas.openxmlformats.org/presentationml/2006/ole">
            <mc:AlternateContent xmlns:mc="http://schemas.openxmlformats.org/markup-compatibility/2006">
              <mc:Choice xmlns:v="urn:schemas-microsoft-com:vml" Requires="v">
                <p:oleObj spid="_x0000_s97453" name="Equation" r:id="rId7" imgW="1511280" imgH="419040" progId="Equation.DSMT4">
                  <p:embed/>
                </p:oleObj>
              </mc:Choice>
              <mc:Fallback>
                <p:oleObj name="Equation" r:id="rId7" imgW="1511280" imgH="419040" progId="Equation.DSMT4">
                  <p:embed/>
                  <p:pic>
                    <p:nvPicPr>
                      <p:cNvPr id="0" name="Object 14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05730" y="684848"/>
                        <a:ext cx="2020888"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6"/>
          <p:cNvGraphicFramePr>
            <a:graphicFrameLocks noChangeAspect="1"/>
          </p:cNvGraphicFramePr>
          <p:nvPr/>
        </p:nvGraphicFramePr>
        <p:xfrm>
          <a:off x="8039418" y="744855"/>
          <a:ext cx="615950" cy="379413"/>
        </p:xfrm>
        <a:graphic>
          <a:graphicData uri="http://schemas.openxmlformats.org/presentationml/2006/ole">
            <mc:AlternateContent xmlns:mc="http://schemas.openxmlformats.org/markup-compatibility/2006">
              <mc:Choice xmlns:v="urn:schemas-microsoft-com:vml" Requires="v">
                <p:oleObj spid="_x0000_s97454" name="Equation" r:id="rId9" imgW="266400" imgH="164880" progId="Equation.DSMT4">
                  <p:embed/>
                </p:oleObj>
              </mc:Choice>
              <mc:Fallback>
                <p:oleObj name="Equation" r:id="rId9" imgW="266400" imgH="164880" progId="Equation.DSMT4">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39418" y="744855"/>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7"/>
          <p:cNvGraphicFramePr>
            <a:graphicFrameLocks noChangeAspect="1"/>
          </p:cNvGraphicFramePr>
          <p:nvPr/>
        </p:nvGraphicFramePr>
        <p:xfrm>
          <a:off x="1641793" y="1205230"/>
          <a:ext cx="615950" cy="379413"/>
        </p:xfrm>
        <a:graphic>
          <a:graphicData uri="http://schemas.openxmlformats.org/presentationml/2006/ole">
            <mc:AlternateContent xmlns:mc="http://schemas.openxmlformats.org/markup-compatibility/2006">
              <mc:Choice xmlns:v="urn:schemas-microsoft-com:vml" Requires="v">
                <p:oleObj spid="_x0000_s97455" name="Equation" r:id="rId10" imgW="266400" imgH="164880" progId="Equation.DSMT4">
                  <p:embed/>
                </p:oleObj>
              </mc:Choice>
              <mc:Fallback>
                <p:oleObj name="Equation" r:id="rId10" imgW="266400" imgH="164880" progId="Equation.DSMT4">
                  <p:embed/>
                  <p:pic>
                    <p:nvPicPr>
                      <p:cNvPr id="0"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41793" y="1205230"/>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8"/>
          <p:cNvGraphicFramePr>
            <a:graphicFrameLocks noChangeAspect="1"/>
          </p:cNvGraphicFramePr>
          <p:nvPr/>
        </p:nvGraphicFramePr>
        <p:xfrm>
          <a:off x="3689668" y="1181100"/>
          <a:ext cx="704850" cy="407988"/>
        </p:xfrm>
        <a:graphic>
          <a:graphicData uri="http://schemas.openxmlformats.org/presentationml/2006/ole">
            <mc:AlternateContent xmlns:mc="http://schemas.openxmlformats.org/markup-compatibility/2006">
              <mc:Choice xmlns:v="urn:schemas-microsoft-com:vml" Requires="v">
                <p:oleObj spid="_x0000_s97456" name="Equation" r:id="rId11" imgW="304560" imgH="177480" progId="Equation.DSMT4">
                  <p:embed/>
                </p:oleObj>
              </mc:Choice>
              <mc:Fallback>
                <p:oleObj name="Equation" r:id="rId11" imgW="304560" imgH="177480" progId="Equation.DSMT4">
                  <p:embed/>
                  <p:pic>
                    <p:nvPicPr>
                      <p:cNvPr id="0" name="Picture 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89668" y="1181100"/>
                        <a:ext cx="704850" cy="40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9"/>
          <p:cNvGraphicFramePr>
            <a:graphicFrameLocks noChangeAspect="1"/>
          </p:cNvGraphicFramePr>
          <p:nvPr/>
        </p:nvGraphicFramePr>
        <p:xfrm>
          <a:off x="4652963" y="1289050"/>
          <a:ext cx="263525" cy="292100"/>
        </p:xfrm>
        <a:graphic>
          <a:graphicData uri="http://schemas.openxmlformats.org/presentationml/2006/ole">
            <mc:AlternateContent xmlns:mc="http://schemas.openxmlformats.org/markup-compatibility/2006">
              <mc:Choice xmlns:v="urn:schemas-microsoft-com:vml" Requires="v">
                <p:oleObj spid="_x0000_s97457" name="Equation" r:id="rId13" imgW="114120" imgH="126720" progId="Equation.DSMT4">
                  <p:embed/>
                </p:oleObj>
              </mc:Choice>
              <mc:Fallback>
                <p:oleObj name="Equation" r:id="rId13" imgW="114120" imgH="126720" progId="Equation.DSMT4">
                  <p:embed/>
                  <p:pic>
                    <p:nvPicPr>
                      <p:cNvPr id="0" name="Picture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652963" y="1289050"/>
                        <a:ext cx="263525"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8"/>
          <p:cNvSpPr txBox="1">
            <a:spLocks noChangeArrowheads="1"/>
          </p:cNvSpPr>
          <p:nvPr/>
        </p:nvSpPr>
        <p:spPr bwMode="auto">
          <a:xfrm>
            <a:off x="325120" y="1965960"/>
            <a:ext cx="846328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由定理</a:t>
            </a:r>
            <a:r>
              <a:rPr lang="en-US" altLang="zh-CN" sz="2000" dirty="0" smtClean="0">
                <a:solidFill>
                  <a:schemeClr val="dk1"/>
                </a:solidFill>
                <a:latin typeface="Calibri" pitchFamily="34" charset="0"/>
                <a:ea typeface="宋体" pitchFamily="2" charset="-122"/>
                <a:sym typeface="Symbol" pitchFamily="18" charset="2"/>
              </a:rPr>
              <a:t>2</a:t>
            </a:r>
            <a:r>
              <a:rPr lang="zh-CN" altLang="en-US" sz="2000" dirty="0" smtClean="0">
                <a:solidFill>
                  <a:schemeClr val="dk1"/>
                </a:solidFill>
                <a:latin typeface="Calibri" pitchFamily="34" charset="0"/>
                <a:ea typeface="宋体" pitchFamily="2" charset="-122"/>
                <a:sym typeface="Symbol" pitchFamily="18" charset="2"/>
              </a:rPr>
              <a:t>可见</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构造</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型求积公式的方法为</a:t>
            </a:r>
            <a:r>
              <a:rPr lang="en-US" altLang="zh-CN" sz="2000" dirty="0" smtClean="0">
                <a:solidFill>
                  <a:schemeClr val="dk1"/>
                </a:solidFill>
                <a:latin typeface="Calibri" pitchFamily="34" charset="0"/>
                <a:ea typeface="宋体" pitchFamily="2" charset="-122"/>
                <a:sym typeface="Symbol" pitchFamily="18" charset="2"/>
              </a:rPr>
              <a:t>: </a:t>
            </a:r>
          </a:p>
        </p:txBody>
      </p:sp>
      <p:sp>
        <p:nvSpPr>
          <p:cNvPr id="18" name="Text Box 16"/>
          <p:cNvSpPr txBox="1">
            <a:spLocks noChangeArrowheads="1"/>
          </p:cNvSpPr>
          <p:nvPr/>
        </p:nvSpPr>
        <p:spPr bwMode="auto">
          <a:xfrm>
            <a:off x="406400" y="2476500"/>
            <a:ext cx="8075448" cy="492443"/>
          </a:xfrm>
          <a:prstGeom prst="rect">
            <a:avLst/>
          </a:prstGeom>
          <a:noFill/>
          <a:ln w="9525">
            <a:noFill/>
            <a:miter lim="800000"/>
            <a:headEnd/>
            <a:tailEnd/>
          </a:ln>
        </p:spPr>
        <p:txBody>
          <a:bodyPr wrap="square">
            <a:spAutoFit/>
          </a:bodyPr>
          <a:lstStyle/>
          <a:p>
            <a:pPr algn="l">
              <a:lnSpc>
                <a:spcPct val="130000"/>
              </a:lnSpc>
            </a:pPr>
            <a:r>
              <a:rPr lang="en-US" altLang="zh-CN" sz="2000" dirty="0" smtClean="0">
                <a:solidFill>
                  <a:schemeClr val="dk1"/>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求出区间</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上权函数为           的正交多项式</a:t>
            </a:r>
            <a:r>
              <a:rPr lang="en-US" altLang="zh-CN" sz="2000" dirty="0" smtClean="0">
                <a:solidFill>
                  <a:schemeClr val="dk1"/>
                </a:solidFill>
                <a:latin typeface="Calibri" pitchFamily="34" charset="0"/>
                <a:ea typeface="宋体" pitchFamily="2" charset="-122"/>
                <a:sym typeface="Symbol" pitchFamily="18" charset="2"/>
              </a:rPr>
              <a:t>             .</a:t>
            </a:r>
          </a:p>
        </p:txBody>
      </p:sp>
      <p:sp>
        <p:nvSpPr>
          <p:cNvPr id="19" name="Text Box 7"/>
          <p:cNvSpPr txBox="1">
            <a:spLocks noChangeArrowheads="1"/>
          </p:cNvSpPr>
          <p:nvPr/>
        </p:nvSpPr>
        <p:spPr bwMode="auto">
          <a:xfrm>
            <a:off x="408850" y="3007360"/>
            <a:ext cx="7032474" cy="492443"/>
          </a:xfrm>
          <a:prstGeom prst="rect">
            <a:avLst/>
          </a:prstGeom>
          <a:noFill/>
          <a:ln w="9525">
            <a:noFill/>
            <a:miter lim="800000"/>
            <a:headEnd/>
            <a:tailEnd/>
          </a:ln>
        </p:spPr>
        <p:txBody>
          <a:bodyPr wrap="square">
            <a:spAutoFit/>
          </a:bodyPr>
          <a:lstStyle/>
          <a:p>
            <a:pPr algn="l">
              <a:lnSpc>
                <a:spcPct val="130000"/>
              </a:lnSpc>
            </a:pPr>
            <a:r>
              <a:rPr lang="en-US" altLang="zh-CN" sz="2000" dirty="0" smtClean="0">
                <a:solidFill>
                  <a:schemeClr val="dk1"/>
                </a:solidFill>
                <a:latin typeface="Calibri" pitchFamily="34" charset="0"/>
                <a:ea typeface="宋体" pitchFamily="2" charset="-122"/>
                <a:sym typeface="Symbol" pitchFamily="18" charset="2"/>
              </a:rPr>
              <a:t>(2) </a:t>
            </a:r>
            <a:r>
              <a:rPr lang="zh-CN" altLang="en-US" sz="2000" dirty="0" smtClean="0">
                <a:solidFill>
                  <a:schemeClr val="dk1"/>
                </a:solidFill>
                <a:latin typeface="Calibri" pitchFamily="34" charset="0"/>
                <a:ea typeface="宋体" pitchFamily="2" charset="-122"/>
                <a:sym typeface="Symbol" pitchFamily="18" charset="2"/>
              </a:rPr>
              <a:t>求出</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个零点</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即为</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a:t>
            </a:r>
            <a:r>
              <a:rPr lang="en-US" altLang="zh-CN" sz="2000" dirty="0" smtClean="0">
                <a:solidFill>
                  <a:schemeClr val="dk1"/>
                </a:solidFill>
                <a:latin typeface="Calibri" pitchFamily="34" charset="0"/>
                <a:ea typeface="宋体" pitchFamily="2" charset="-122"/>
                <a:sym typeface="Symbol" pitchFamily="18" charset="2"/>
              </a:rPr>
              <a:t>.    </a:t>
            </a:r>
          </a:p>
        </p:txBody>
      </p:sp>
      <p:sp>
        <p:nvSpPr>
          <p:cNvPr id="20" name="Text Box 17"/>
          <p:cNvSpPr txBox="1">
            <a:spLocks noChangeArrowheads="1"/>
          </p:cNvSpPr>
          <p:nvPr/>
        </p:nvSpPr>
        <p:spPr bwMode="auto">
          <a:xfrm>
            <a:off x="428825" y="3520003"/>
            <a:ext cx="8137106" cy="492443"/>
          </a:xfrm>
          <a:prstGeom prst="rect">
            <a:avLst/>
          </a:prstGeom>
          <a:noFill/>
          <a:ln w="9525">
            <a:noFill/>
            <a:miter lim="800000"/>
            <a:headEnd/>
            <a:tailEnd/>
          </a:ln>
        </p:spPr>
        <p:txBody>
          <a:bodyPr wrap="square">
            <a:spAutoFit/>
          </a:bodyPr>
          <a:lstStyle/>
          <a:p>
            <a:pPr algn="l">
              <a:lnSpc>
                <a:spcPct val="130000"/>
              </a:lnSpc>
            </a:pPr>
            <a:r>
              <a:rPr lang="en-US" altLang="zh-CN" sz="2000" dirty="0" smtClean="0">
                <a:solidFill>
                  <a:schemeClr val="dk1"/>
                </a:solidFill>
                <a:latin typeface="Calibri" pitchFamily="34" charset="0"/>
                <a:ea typeface="宋体" pitchFamily="2" charset="-122"/>
                <a:sym typeface="Symbol" pitchFamily="18" charset="2"/>
              </a:rPr>
              <a:t>(3)</a:t>
            </a:r>
            <a:r>
              <a:rPr lang="zh-CN" altLang="en-US" sz="2000" dirty="0" smtClean="0">
                <a:solidFill>
                  <a:schemeClr val="dk1"/>
                </a:solidFill>
                <a:latin typeface="Calibri" pitchFamily="34" charset="0"/>
                <a:ea typeface="宋体" pitchFamily="2" charset="-122"/>
                <a:sym typeface="Symbol" pitchFamily="18" charset="2"/>
              </a:rPr>
              <a:t>计算积分系数    </a:t>
            </a:r>
          </a:p>
        </p:txBody>
      </p:sp>
      <p:graphicFrame>
        <p:nvGraphicFramePr>
          <p:cNvPr id="88208" name="Object 144"/>
          <p:cNvGraphicFramePr>
            <a:graphicFrameLocks noChangeAspect="1"/>
          </p:cNvGraphicFramePr>
          <p:nvPr/>
        </p:nvGraphicFramePr>
        <p:xfrm>
          <a:off x="2334935" y="3505200"/>
          <a:ext cx="3621088" cy="530225"/>
        </p:xfrm>
        <a:graphic>
          <a:graphicData uri="http://schemas.openxmlformats.org/presentationml/2006/ole">
            <mc:AlternateContent xmlns:mc="http://schemas.openxmlformats.org/markup-compatibility/2006">
              <mc:Choice xmlns:v="urn:schemas-microsoft-com:vml" Requires="v">
                <p:oleObj spid="_x0000_s97458" name="Equation" r:id="rId15" imgW="3124080" imgH="457200" progId="Equation.DSMT4">
                  <p:embed/>
                </p:oleObj>
              </mc:Choice>
              <mc:Fallback>
                <p:oleObj name="Equation" r:id="rId15" imgW="3124080" imgH="457200" progId="Equation.DSMT4">
                  <p:embed/>
                  <p:pic>
                    <p:nvPicPr>
                      <p:cNvPr id="0" name="Object 14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334935" y="3505200"/>
                        <a:ext cx="3621088"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1"/>
          <p:cNvGraphicFramePr>
            <a:graphicFrameLocks noChangeAspect="1"/>
          </p:cNvGraphicFramePr>
          <p:nvPr/>
        </p:nvGraphicFramePr>
        <p:xfrm>
          <a:off x="1841117" y="2534416"/>
          <a:ext cx="615950" cy="379413"/>
        </p:xfrm>
        <a:graphic>
          <a:graphicData uri="http://schemas.openxmlformats.org/presentationml/2006/ole">
            <mc:AlternateContent xmlns:mc="http://schemas.openxmlformats.org/markup-compatibility/2006">
              <mc:Choice xmlns:v="urn:schemas-microsoft-com:vml" Requires="v">
                <p:oleObj spid="_x0000_s97459" name="Equation" r:id="rId17" imgW="266400" imgH="164880" progId="Equation.DSMT4">
                  <p:embed/>
                </p:oleObj>
              </mc:Choice>
              <mc:Fallback>
                <p:oleObj name="Equation" r:id="rId17" imgW="266400" imgH="164880" progId="Equation.DSMT4">
                  <p:embed/>
                  <p:pic>
                    <p:nvPicPr>
                      <p:cNvPr id="0"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41117" y="2534416"/>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2"/>
          <p:cNvGraphicFramePr>
            <a:graphicFrameLocks noChangeAspect="1"/>
          </p:cNvGraphicFramePr>
          <p:nvPr/>
        </p:nvGraphicFramePr>
        <p:xfrm>
          <a:off x="3807976" y="2516572"/>
          <a:ext cx="615950" cy="379413"/>
        </p:xfrm>
        <a:graphic>
          <a:graphicData uri="http://schemas.openxmlformats.org/presentationml/2006/ole">
            <mc:AlternateContent xmlns:mc="http://schemas.openxmlformats.org/markup-compatibility/2006">
              <mc:Choice xmlns:v="urn:schemas-microsoft-com:vml" Requires="v">
                <p:oleObj spid="_x0000_s97460" name="Equation" r:id="rId18" imgW="266400" imgH="164880" progId="Equation.DSMT4">
                  <p:embed/>
                </p:oleObj>
              </mc:Choice>
              <mc:Fallback>
                <p:oleObj name="Equation" r:id="rId18" imgW="266400" imgH="164880" progId="Equation.DSMT4">
                  <p:embed/>
                  <p:pic>
                    <p:nvPicPr>
                      <p:cNvPr id="0" name="Picture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07976" y="2516572"/>
                        <a:ext cx="615950" cy="379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13"/>
          <p:cNvGraphicFramePr>
            <a:graphicFrameLocks noChangeAspect="1"/>
          </p:cNvGraphicFramePr>
          <p:nvPr/>
        </p:nvGraphicFramePr>
        <p:xfrm>
          <a:off x="5944257" y="2500586"/>
          <a:ext cx="704850" cy="407988"/>
        </p:xfrm>
        <a:graphic>
          <a:graphicData uri="http://schemas.openxmlformats.org/presentationml/2006/ole">
            <mc:AlternateContent xmlns:mc="http://schemas.openxmlformats.org/markup-compatibility/2006">
              <mc:Choice xmlns:v="urn:schemas-microsoft-com:vml" Requires="v">
                <p:oleObj spid="_x0000_s97461" name="Equation" r:id="rId19" imgW="304560" imgH="177480" progId="Equation.DSMT4">
                  <p:embed/>
                </p:oleObj>
              </mc:Choice>
              <mc:Fallback>
                <p:oleObj name="Equation" r:id="rId19" imgW="304560" imgH="177480" progId="Equation.DSMT4">
                  <p:embed/>
                  <p:pic>
                    <p:nvPicPr>
                      <p:cNvPr id="0" name="Picture 1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4257" y="2500586"/>
                        <a:ext cx="704850" cy="40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4"/>
          <p:cNvGraphicFramePr>
            <a:graphicFrameLocks noChangeAspect="1"/>
          </p:cNvGraphicFramePr>
          <p:nvPr/>
        </p:nvGraphicFramePr>
        <p:xfrm>
          <a:off x="1282700" y="3063055"/>
          <a:ext cx="704850" cy="407987"/>
        </p:xfrm>
        <a:graphic>
          <a:graphicData uri="http://schemas.openxmlformats.org/presentationml/2006/ole">
            <mc:AlternateContent xmlns:mc="http://schemas.openxmlformats.org/markup-compatibility/2006">
              <mc:Choice xmlns:v="urn:schemas-microsoft-com:vml" Requires="v">
                <p:oleObj spid="_x0000_s97462" name="Equation" r:id="rId20" imgW="304560" imgH="177480" progId="Equation.DSMT4">
                  <p:embed/>
                </p:oleObj>
              </mc:Choice>
              <mc:Fallback>
                <p:oleObj name="Equation" r:id="rId20" imgW="304560" imgH="177480" progId="Equation.DSMT4">
                  <p:embed/>
                  <p:pic>
                    <p:nvPicPr>
                      <p:cNvPr id="0" name="Picture 1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82700" y="3063055"/>
                        <a:ext cx="704850" cy="407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 name="Object 15"/>
          <p:cNvGraphicFramePr>
            <a:graphicFrameLocks noChangeAspect="1"/>
          </p:cNvGraphicFramePr>
          <p:nvPr/>
        </p:nvGraphicFramePr>
        <p:xfrm>
          <a:off x="2230766" y="3113033"/>
          <a:ext cx="263525" cy="292100"/>
        </p:xfrm>
        <a:graphic>
          <a:graphicData uri="http://schemas.openxmlformats.org/presentationml/2006/ole">
            <mc:AlternateContent xmlns:mc="http://schemas.openxmlformats.org/markup-compatibility/2006">
              <mc:Choice xmlns:v="urn:schemas-microsoft-com:vml" Requires="v">
                <p:oleObj spid="_x0000_s97463" name="Equation" r:id="rId21" imgW="114120" imgH="126720" progId="Equation.DSMT4">
                  <p:embed/>
                </p:oleObj>
              </mc:Choice>
              <mc:Fallback>
                <p:oleObj name="Equation" r:id="rId21" imgW="114120" imgH="126720" progId="Equation.DSMT4">
                  <p:embed/>
                  <p:pic>
                    <p:nvPicPr>
                      <p:cNvPr id="0" name="Picture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30766" y="3113033"/>
                        <a:ext cx="263525"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 name="Object 16"/>
          <p:cNvGraphicFramePr>
            <a:graphicFrameLocks noChangeAspect="1"/>
          </p:cNvGraphicFramePr>
          <p:nvPr/>
        </p:nvGraphicFramePr>
        <p:xfrm>
          <a:off x="3216385" y="3037767"/>
          <a:ext cx="1262063" cy="409575"/>
        </p:xfrm>
        <a:graphic>
          <a:graphicData uri="http://schemas.openxmlformats.org/presentationml/2006/ole">
            <mc:AlternateContent xmlns:mc="http://schemas.openxmlformats.org/markup-compatibility/2006">
              <mc:Choice xmlns:v="urn:schemas-microsoft-com:vml" Requires="v">
                <p:oleObj spid="_x0000_s97464" name="Equation" r:id="rId22" imgW="545760" imgH="177480" progId="Equation.DSMT4">
                  <p:embed/>
                </p:oleObj>
              </mc:Choice>
              <mc:Fallback>
                <p:oleObj name="Equation" r:id="rId22" imgW="545760" imgH="177480" progId="Equation.DSMT4">
                  <p:embed/>
                  <p:pic>
                    <p:nvPicPr>
                      <p:cNvPr id="0" name="Picture 1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216385" y="3037767"/>
                        <a:ext cx="1262063"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3007"/>
                                        </p:tgtEl>
                                        <p:attrNameLst>
                                          <p:attrName>style.visibility</p:attrName>
                                        </p:attrNameLst>
                                      </p:cBhvr>
                                      <p:to>
                                        <p:strVal val="visible"/>
                                      </p:to>
                                    </p:set>
                                    <p:animEffect transition="in" filter="blinds(horizontal)">
                                      <p:cBhvr>
                                        <p:cTn id="25" dur="500"/>
                                        <p:tgtEl>
                                          <p:spTgt spid="83007"/>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nodeType="withEffect">
                                  <p:stCondLst>
                                    <p:cond delay="0"/>
                                  </p:stCondLst>
                                  <p:childTnLst>
                                    <p:set>
                                      <p:cBhvr>
                                        <p:cTn id="30" dur="1" fill="hold">
                                          <p:stCondLst>
                                            <p:cond delay="0"/>
                                          </p:stCondLst>
                                        </p:cTn>
                                        <p:tgtEl>
                                          <p:spTgt spid="88207"/>
                                        </p:tgtEl>
                                        <p:attrNameLst>
                                          <p:attrName>style.visibility</p:attrName>
                                        </p:attrNameLst>
                                      </p:cBhvr>
                                      <p:to>
                                        <p:strVal val="visible"/>
                                      </p:to>
                                    </p:set>
                                    <p:animEffect transition="in" filter="blinds(horizontal)">
                                      <p:cBhvr>
                                        <p:cTn id="31" dur="500"/>
                                        <p:tgtEl>
                                          <p:spTgt spid="88207"/>
                                        </p:tgtEl>
                                      </p:cBhvr>
                                    </p:animEffect>
                                  </p:childTnLst>
                                </p:cTn>
                              </p:par>
                              <p:par>
                                <p:cTn id="32" presetID="3" presetClass="entr" presetSubtype="1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par>
                                <p:cTn id="35" presetID="3" presetClass="entr" presetSubtype="1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par>
                                <p:cTn id="38" presetID="3" presetClass="entr" presetSubtype="1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linds(horizontal)">
                                      <p:cBhvr>
                                        <p:cTn id="40" dur="500"/>
                                        <p:tgtEl>
                                          <p:spTgt spid="7"/>
                                        </p:tgtEl>
                                      </p:cBhvr>
                                    </p:animEffect>
                                  </p:childTnLst>
                                </p:cTn>
                              </p:par>
                              <p:par>
                                <p:cTn id="41" presetID="3" presetClass="entr" presetSubtype="10" fill="hold" nodeType="withEffect">
                                  <p:stCondLst>
                                    <p:cond delay="0"/>
                                  </p:stCondLst>
                                  <p:childTnLst>
                                    <p:set>
                                      <p:cBhvr>
                                        <p:cTn id="42" dur="1" fill="hold">
                                          <p:stCondLst>
                                            <p:cond delay="0"/>
                                          </p:stCondLst>
                                        </p:cTn>
                                        <p:tgtEl>
                                          <p:spTgt spid="8"/>
                                        </p:tgtEl>
                                        <p:attrNameLst>
                                          <p:attrName>style.visibility</p:attrName>
                                        </p:attrNameLst>
                                      </p:cBhvr>
                                      <p:to>
                                        <p:strVal val="visible"/>
                                      </p:to>
                                    </p:set>
                                    <p:animEffect transition="in" filter="blinds(horizontal)">
                                      <p:cBhvr>
                                        <p:cTn id="43" dur="500"/>
                                        <p:tgtEl>
                                          <p:spTgt spid="8"/>
                                        </p:tgtEl>
                                      </p:cBhvr>
                                    </p:animEffect>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additive="base">
                                        <p:cTn id="48" dur="500" fill="hold"/>
                                        <p:tgtEl>
                                          <p:spTgt spid="17"/>
                                        </p:tgtEl>
                                        <p:attrNameLst>
                                          <p:attrName>ppt_x</p:attrName>
                                        </p:attrNameLst>
                                      </p:cBhvr>
                                      <p:tavLst>
                                        <p:tav tm="0">
                                          <p:val>
                                            <p:strVal val="#ppt_x"/>
                                          </p:val>
                                        </p:tav>
                                        <p:tav tm="100000">
                                          <p:val>
                                            <p:strVal val="#ppt_x"/>
                                          </p:val>
                                        </p:tav>
                                      </p:tavLst>
                                    </p:anim>
                                    <p:anim calcmode="lin" valueType="num">
                                      <p:cBhvr additive="base">
                                        <p:cTn id="49"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00" fill="hold"/>
                                        <p:tgtEl>
                                          <p:spTgt spid="18"/>
                                        </p:tgtEl>
                                        <p:attrNameLst>
                                          <p:attrName>ppt_x</p:attrName>
                                        </p:attrNameLst>
                                      </p:cBhvr>
                                      <p:tavLst>
                                        <p:tav tm="0">
                                          <p:val>
                                            <p:strVal val="#ppt_x"/>
                                          </p:val>
                                        </p:tav>
                                        <p:tav tm="100000">
                                          <p:val>
                                            <p:strVal val="#ppt_x"/>
                                          </p:val>
                                        </p:tav>
                                      </p:tavLst>
                                    </p:anim>
                                    <p:anim calcmode="lin" valueType="num">
                                      <p:cBhvr additive="base">
                                        <p:cTn id="55" dur="500" fill="hold"/>
                                        <p:tgtEl>
                                          <p:spTgt spid="18"/>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9"/>
                                        </p:tgtEl>
                                        <p:attrNameLst>
                                          <p:attrName>style.visibility</p:attrName>
                                        </p:attrNameLst>
                                      </p:cBhvr>
                                      <p:to>
                                        <p:strVal val="visible"/>
                                      </p:to>
                                    </p:set>
                                    <p:anim calcmode="lin" valueType="num">
                                      <p:cBhvr additive="base">
                                        <p:cTn id="58" dur="500" fill="hold"/>
                                        <p:tgtEl>
                                          <p:spTgt spid="9"/>
                                        </p:tgtEl>
                                        <p:attrNameLst>
                                          <p:attrName>ppt_x</p:attrName>
                                        </p:attrNameLst>
                                      </p:cBhvr>
                                      <p:tavLst>
                                        <p:tav tm="0">
                                          <p:val>
                                            <p:strVal val="#ppt_x"/>
                                          </p:val>
                                        </p:tav>
                                        <p:tav tm="100000">
                                          <p:val>
                                            <p:strVal val="#ppt_x"/>
                                          </p:val>
                                        </p:tav>
                                      </p:tavLst>
                                    </p:anim>
                                    <p:anim calcmode="lin" valueType="num">
                                      <p:cBhvr additive="base">
                                        <p:cTn id="59" dur="500" fill="hold"/>
                                        <p:tgtEl>
                                          <p:spTgt spid="9"/>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10"/>
                                        </p:tgtEl>
                                        <p:attrNameLst>
                                          <p:attrName>style.visibility</p:attrName>
                                        </p:attrNameLst>
                                      </p:cBhvr>
                                      <p:to>
                                        <p:strVal val="visible"/>
                                      </p:to>
                                    </p:set>
                                    <p:anim calcmode="lin" valueType="num">
                                      <p:cBhvr additive="base">
                                        <p:cTn id="62" dur="500" fill="hold"/>
                                        <p:tgtEl>
                                          <p:spTgt spid="10"/>
                                        </p:tgtEl>
                                        <p:attrNameLst>
                                          <p:attrName>ppt_x</p:attrName>
                                        </p:attrNameLst>
                                      </p:cBhvr>
                                      <p:tavLst>
                                        <p:tav tm="0">
                                          <p:val>
                                            <p:strVal val="#ppt_x"/>
                                          </p:val>
                                        </p:tav>
                                        <p:tav tm="100000">
                                          <p:val>
                                            <p:strVal val="#ppt_x"/>
                                          </p:val>
                                        </p:tav>
                                      </p:tavLst>
                                    </p:anim>
                                    <p:anim calcmode="lin" valueType="num">
                                      <p:cBhvr additive="base">
                                        <p:cTn id="63" dur="500" fill="hold"/>
                                        <p:tgtEl>
                                          <p:spTgt spid="10"/>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11"/>
                                        </p:tgtEl>
                                        <p:attrNameLst>
                                          <p:attrName>style.visibility</p:attrName>
                                        </p:attrNameLst>
                                      </p:cBhvr>
                                      <p:to>
                                        <p:strVal val="visible"/>
                                      </p:to>
                                    </p:set>
                                    <p:anim calcmode="lin" valueType="num">
                                      <p:cBhvr additive="base">
                                        <p:cTn id="66" dur="500" fill="hold"/>
                                        <p:tgtEl>
                                          <p:spTgt spid="11"/>
                                        </p:tgtEl>
                                        <p:attrNameLst>
                                          <p:attrName>ppt_x</p:attrName>
                                        </p:attrNameLst>
                                      </p:cBhvr>
                                      <p:tavLst>
                                        <p:tav tm="0">
                                          <p:val>
                                            <p:strVal val="#ppt_x"/>
                                          </p:val>
                                        </p:tav>
                                        <p:tav tm="100000">
                                          <p:val>
                                            <p:strVal val="#ppt_x"/>
                                          </p:val>
                                        </p:tav>
                                      </p:tavLst>
                                    </p:anim>
                                    <p:anim calcmode="lin" valueType="num">
                                      <p:cBhvr additive="base">
                                        <p:cTn id="6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4" fill="hold" grpId="0" nodeType="click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additive="base">
                                        <p:cTn id="72" dur="500" fill="hold"/>
                                        <p:tgtEl>
                                          <p:spTgt spid="19"/>
                                        </p:tgtEl>
                                        <p:attrNameLst>
                                          <p:attrName>ppt_x</p:attrName>
                                        </p:attrNameLst>
                                      </p:cBhvr>
                                      <p:tavLst>
                                        <p:tav tm="0">
                                          <p:val>
                                            <p:strVal val="#ppt_x"/>
                                          </p:val>
                                        </p:tav>
                                        <p:tav tm="100000">
                                          <p:val>
                                            <p:strVal val="#ppt_x"/>
                                          </p:val>
                                        </p:tav>
                                      </p:tavLst>
                                    </p:anim>
                                    <p:anim calcmode="lin" valueType="num">
                                      <p:cBhvr additive="base">
                                        <p:cTn id="73" dur="500" fill="hold"/>
                                        <p:tgtEl>
                                          <p:spTgt spid="19"/>
                                        </p:tgtEl>
                                        <p:attrNameLst>
                                          <p:attrName>ppt_y</p:attrName>
                                        </p:attrNameLst>
                                      </p:cBhvr>
                                      <p:tavLst>
                                        <p:tav tm="0">
                                          <p:val>
                                            <p:strVal val="1+#ppt_h/2"/>
                                          </p:val>
                                        </p:tav>
                                        <p:tav tm="100000">
                                          <p:val>
                                            <p:strVal val="#ppt_y"/>
                                          </p:val>
                                        </p:tav>
                                      </p:tavLst>
                                    </p:anim>
                                  </p:childTnLst>
                                </p:cTn>
                              </p:par>
                              <p:par>
                                <p:cTn id="74" presetID="2" presetClass="entr" presetSubtype="4" fill="hold" nodeType="withEffect">
                                  <p:stCondLst>
                                    <p:cond delay="0"/>
                                  </p:stCondLst>
                                  <p:childTnLst>
                                    <p:set>
                                      <p:cBhvr>
                                        <p:cTn id="75" dur="1" fill="hold">
                                          <p:stCondLst>
                                            <p:cond delay="0"/>
                                          </p:stCondLst>
                                        </p:cTn>
                                        <p:tgtEl>
                                          <p:spTgt spid="12"/>
                                        </p:tgtEl>
                                        <p:attrNameLst>
                                          <p:attrName>style.visibility</p:attrName>
                                        </p:attrNameLst>
                                      </p:cBhvr>
                                      <p:to>
                                        <p:strVal val="visible"/>
                                      </p:to>
                                    </p:set>
                                    <p:anim calcmode="lin" valueType="num">
                                      <p:cBhvr additive="base">
                                        <p:cTn id="76" dur="500" fill="hold"/>
                                        <p:tgtEl>
                                          <p:spTgt spid="12"/>
                                        </p:tgtEl>
                                        <p:attrNameLst>
                                          <p:attrName>ppt_x</p:attrName>
                                        </p:attrNameLst>
                                      </p:cBhvr>
                                      <p:tavLst>
                                        <p:tav tm="0">
                                          <p:val>
                                            <p:strVal val="#ppt_x"/>
                                          </p:val>
                                        </p:tav>
                                        <p:tav tm="100000">
                                          <p:val>
                                            <p:strVal val="#ppt_x"/>
                                          </p:val>
                                        </p:tav>
                                      </p:tavLst>
                                    </p:anim>
                                    <p:anim calcmode="lin" valueType="num">
                                      <p:cBhvr additive="base">
                                        <p:cTn id="77" dur="500" fill="hold"/>
                                        <p:tgtEl>
                                          <p:spTgt spid="12"/>
                                        </p:tgtEl>
                                        <p:attrNameLst>
                                          <p:attrName>ppt_y</p:attrName>
                                        </p:attrNameLst>
                                      </p:cBhvr>
                                      <p:tavLst>
                                        <p:tav tm="0">
                                          <p:val>
                                            <p:strVal val="1+#ppt_h/2"/>
                                          </p:val>
                                        </p:tav>
                                        <p:tav tm="100000">
                                          <p:val>
                                            <p:strVal val="#ppt_y"/>
                                          </p:val>
                                        </p:tav>
                                      </p:tavLst>
                                    </p:anim>
                                  </p:childTnLst>
                                </p:cTn>
                              </p:par>
                              <p:par>
                                <p:cTn id="78" presetID="2" presetClass="entr" presetSubtype="4" fill="hold" nodeType="withEffect">
                                  <p:stCondLst>
                                    <p:cond delay="0"/>
                                  </p:stCondLst>
                                  <p:childTnLst>
                                    <p:set>
                                      <p:cBhvr>
                                        <p:cTn id="79" dur="1" fill="hold">
                                          <p:stCondLst>
                                            <p:cond delay="0"/>
                                          </p:stCondLst>
                                        </p:cTn>
                                        <p:tgtEl>
                                          <p:spTgt spid="13"/>
                                        </p:tgtEl>
                                        <p:attrNameLst>
                                          <p:attrName>style.visibility</p:attrName>
                                        </p:attrNameLst>
                                      </p:cBhvr>
                                      <p:to>
                                        <p:strVal val="visible"/>
                                      </p:to>
                                    </p:set>
                                    <p:anim calcmode="lin" valueType="num">
                                      <p:cBhvr additive="base">
                                        <p:cTn id="80" dur="500" fill="hold"/>
                                        <p:tgtEl>
                                          <p:spTgt spid="13"/>
                                        </p:tgtEl>
                                        <p:attrNameLst>
                                          <p:attrName>ppt_x</p:attrName>
                                        </p:attrNameLst>
                                      </p:cBhvr>
                                      <p:tavLst>
                                        <p:tav tm="0">
                                          <p:val>
                                            <p:strVal val="#ppt_x"/>
                                          </p:val>
                                        </p:tav>
                                        <p:tav tm="100000">
                                          <p:val>
                                            <p:strVal val="#ppt_x"/>
                                          </p:val>
                                        </p:tav>
                                      </p:tavLst>
                                    </p:anim>
                                    <p:anim calcmode="lin" valueType="num">
                                      <p:cBhvr additive="base">
                                        <p:cTn id="81" dur="500" fill="hold"/>
                                        <p:tgtEl>
                                          <p:spTgt spid="13"/>
                                        </p:tgtEl>
                                        <p:attrNameLst>
                                          <p:attrName>ppt_y</p:attrName>
                                        </p:attrNameLst>
                                      </p:cBhvr>
                                      <p:tavLst>
                                        <p:tav tm="0">
                                          <p:val>
                                            <p:strVal val="1+#ppt_h/2"/>
                                          </p:val>
                                        </p:tav>
                                        <p:tav tm="100000">
                                          <p:val>
                                            <p:strVal val="#ppt_y"/>
                                          </p:val>
                                        </p:tav>
                                      </p:tavLst>
                                    </p:anim>
                                  </p:childTnLst>
                                </p:cTn>
                              </p:par>
                              <p:par>
                                <p:cTn id="82" presetID="2" presetClass="entr" presetSubtype="4" fill="hold" nodeType="withEffect">
                                  <p:stCondLst>
                                    <p:cond delay="0"/>
                                  </p:stCondLst>
                                  <p:childTnLst>
                                    <p:set>
                                      <p:cBhvr>
                                        <p:cTn id="83" dur="1" fill="hold">
                                          <p:stCondLst>
                                            <p:cond delay="0"/>
                                          </p:stCondLst>
                                        </p:cTn>
                                        <p:tgtEl>
                                          <p:spTgt spid="21"/>
                                        </p:tgtEl>
                                        <p:attrNameLst>
                                          <p:attrName>style.visibility</p:attrName>
                                        </p:attrNameLst>
                                      </p:cBhvr>
                                      <p:to>
                                        <p:strVal val="visible"/>
                                      </p:to>
                                    </p:set>
                                    <p:anim calcmode="lin" valueType="num">
                                      <p:cBhvr additive="base">
                                        <p:cTn id="84" dur="500" fill="hold"/>
                                        <p:tgtEl>
                                          <p:spTgt spid="21"/>
                                        </p:tgtEl>
                                        <p:attrNameLst>
                                          <p:attrName>ppt_x</p:attrName>
                                        </p:attrNameLst>
                                      </p:cBhvr>
                                      <p:tavLst>
                                        <p:tav tm="0">
                                          <p:val>
                                            <p:strVal val="#ppt_x"/>
                                          </p:val>
                                        </p:tav>
                                        <p:tav tm="100000">
                                          <p:val>
                                            <p:strVal val="#ppt_x"/>
                                          </p:val>
                                        </p:tav>
                                      </p:tavLst>
                                    </p:anim>
                                    <p:anim calcmode="lin" valueType="num">
                                      <p:cBhvr additive="base">
                                        <p:cTn id="8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 presetClass="entr" presetSubtype="4" fill="hold" grpId="0" nodeType="clickEffect">
                                  <p:stCondLst>
                                    <p:cond delay="0"/>
                                  </p:stCondLst>
                                  <p:childTnLst>
                                    <p:set>
                                      <p:cBhvr>
                                        <p:cTn id="89" dur="1" fill="hold">
                                          <p:stCondLst>
                                            <p:cond delay="0"/>
                                          </p:stCondLst>
                                        </p:cTn>
                                        <p:tgtEl>
                                          <p:spTgt spid="20"/>
                                        </p:tgtEl>
                                        <p:attrNameLst>
                                          <p:attrName>style.visibility</p:attrName>
                                        </p:attrNameLst>
                                      </p:cBhvr>
                                      <p:to>
                                        <p:strVal val="visible"/>
                                      </p:to>
                                    </p:set>
                                    <p:anim calcmode="lin" valueType="num">
                                      <p:cBhvr additive="base">
                                        <p:cTn id="90" dur="500" fill="hold"/>
                                        <p:tgtEl>
                                          <p:spTgt spid="20"/>
                                        </p:tgtEl>
                                        <p:attrNameLst>
                                          <p:attrName>ppt_x</p:attrName>
                                        </p:attrNameLst>
                                      </p:cBhvr>
                                      <p:tavLst>
                                        <p:tav tm="0">
                                          <p:val>
                                            <p:strVal val="#ppt_x"/>
                                          </p:val>
                                        </p:tav>
                                        <p:tav tm="100000">
                                          <p:val>
                                            <p:strVal val="#ppt_x"/>
                                          </p:val>
                                        </p:tav>
                                      </p:tavLst>
                                    </p:anim>
                                    <p:anim calcmode="lin" valueType="num">
                                      <p:cBhvr additive="base">
                                        <p:cTn id="91" dur="500" fill="hold"/>
                                        <p:tgtEl>
                                          <p:spTgt spid="20"/>
                                        </p:tgtEl>
                                        <p:attrNameLst>
                                          <p:attrName>ppt_y</p:attrName>
                                        </p:attrNameLst>
                                      </p:cBhvr>
                                      <p:tavLst>
                                        <p:tav tm="0">
                                          <p:val>
                                            <p:strVal val="1+#ppt_h/2"/>
                                          </p:val>
                                        </p:tav>
                                        <p:tav tm="100000">
                                          <p:val>
                                            <p:strVal val="#ppt_y"/>
                                          </p:val>
                                        </p:tav>
                                      </p:tavLst>
                                    </p:anim>
                                  </p:childTnLst>
                                </p:cTn>
                              </p:par>
                              <p:par>
                                <p:cTn id="92" presetID="2" presetClass="entr" presetSubtype="4" fill="hold" nodeType="withEffect">
                                  <p:stCondLst>
                                    <p:cond delay="0"/>
                                  </p:stCondLst>
                                  <p:childTnLst>
                                    <p:set>
                                      <p:cBhvr>
                                        <p:cTn id="93" dur="1" fill="hold">
                                          <p:stCondLst>
                                            <p:cond delay="0"/>
                                          </p:stCondLst>
                                        </p:cTn>
                                        <p:tgtEl>
                                          <p:spTgt spid="88208"/>
                                        </p:tgtEl>
                                        <p:attrNameLst>
                                          <p:attrName>style.visibility</p:attrName>
                                        </p:attrNameLst>
                                      </p:cBhvr>
                                      <p:to>
                                        <p:strVal val="visible"/>
                                      </p:to>
                                    </p:set>
                                    <p:anim calcmode="lin" valueType="num">
                                      <p:cBhvr additive="base">
                                        <p:cTn id="94" dur="500" fill="hold"/>
                                        <p:tgtEl>
                                          <p:spTgt spid="88208"/>
                                        </p:tgtEl>
                                        <p:attrNameLst>
                                          <p:attrName>ppt_x</p:attrName>
                                        </p:attrNameLst>
                                      </p:cBhvr>
                                      <p:tavLst>
                                        <p:tav tm="0">
                                          <p:val>
                                            <p:strVal val="#ppt_x"/>
                                          </p:val>
                                        </p:tav>
                                        <p:tav tm="100000">
                                          <p:val>
                                            <p:strVal val="#ppt_x"/>
                                          </p:val>
                                        </p:tav>
                                      </p:tavLst>
                                    </p:anim>
                                    <p:anim calcmode="lin" valueType="num">
                                      <p:cBhvr additive="base">
                                        <p:cTn id="95" dur="500" fill="hold"/>
                                        <p:tgtEl>
                                          <p:spTgt spid="882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17" grpId="0"/>
      <p:bldP spid="18" grpId="0"/>
      <p:bldP spid="19" grpId="0"/>
      <p:bldP spid="20"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5920"/>
            <a:ext cx="2794000" cy="508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289040" y="386080"/>
            <a:ext cx="2702560" cy="203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729864" y="184785"/>
            <a:ext cx="362013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Gauss</a:t>
            </a:r>
            <a:r>
              <a:rPr lang="zh-CN" altLang="en-US" sz="2000" b="1" dirty="0" smtClean="0">
                <a:solidFill>
                  <a:srgbClr val="314865"/>
                </a:solidFill>
                <a:latin typeface="+mj-ea"/>
              </a:rPr>
              <a:t>型求积公式的一般理论</a:t>
            </a:r>
            <a:endParaRPr lang="zh-CN" altLang="en-US" sz="2000" b="1" dirty="0">
              <a:solidFill>
                <a:srgbClr val="314865"/>
              </a:solidFill>
              <a:latin typeface="+mj-ea"/>
            </a:endParaRPr>
          </a:p>
        </p:txBody>
      </p:sp>
      <p:sp>
        <p:nvSpPr>
          <p:cNvPr id="5" name="Text Box 9"/>
          <p:cNvSpPr txBox="1">
            <a:spLocks noChangeArrowheads="1"/>
          </p:cNvSpPr>
          <p:nvPr/>
        </p:nvSpPr>
        <p:spPr bwMode="auto">
          <a:xfrm>
            <a:off x="467360" y="713740"/>
            <a:ext cx="7711440" cy="492443"/>
          </a:xfrm>
          <a:prstGeom prst="rect">
            <a:avLst/>
          </a:prstGeom>
          <a:ln>
            <a:headEnd/>
            <a:tailEnd/>
          </a:ln>
          <a:scene3d>
            <a:camera prst="orthographicFront"/>
            <a:lightRig rig="threePt" dir="t"/>
          </a:scene3d>
          <a:sp3d>
            <a:bevelT w="165100" prst="coolSlant"/>
          </a:sp3d>
        </p:spPr>
        <p:style>
          <a:lnRef idx="1">
            <a:schemeClr val="accent6"/>
          </a:lnRef>
          <a:fillRef idx="2">
            <a:schemeClr val="accent6"/>
          </a:fillRef>
          <a:effectRef idx="1">
            <a:schemeClr val="accent6"/>
          </a:effectRef>
          <a:fontRef idx="minor">
            <a:schemeClr val="dk1"/>
          </a:fontRef>
        </p:style>
        <p:txBody>
          <a:bodyPr wrap="square">
            <a:spAutoFit/>
          </a:bodyPr>
          <a:lstStyle/>
          <a:p>
            <a:pPr>
              <a:lnSpc>
                <a:spcPct val="130000"/>
              </a:lnSpc>
            </a:pPr>
            <a:r>
              <a:rPr lang="zh-CN" altLang="en-US" sz="2000" dirty="0" smtClean="0">
                <a:solidFill>
                  <a:schemeClr val="dk1"/>
                </a:solidFill>
                <a:latin typeface="Calibri" pitchFamily="34" charset="0"/>
                <a:ea typeface="宋体" pitchFamily="2" charset="-122"/>
                <a:sym typeface="Symbol" pitchFamily="18" charset="2"/>
              </a:rPr>
              <a:t>例</a:t>
            </a:r>
            <a:r>
              <a:rPr lang="en-US" altLang="zh-CN" sz="2000" dirty="0" smtClean="0">
                <a:solidFill>
                  <a:schemeClr val="dk1"/>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求积分                             的</a:t>
            </a:r>
            <a:r>
              <a:rPr lang="en-US" altLang="zh-CN" sz="2000" dirty="0" smtClean="0">
                <a:solidFill>
                  <a:schemeClr val="dk1"/>
                </a:solidFill>
                <a:latin typeface="Calibri" pitchFamily="34" charset="0"/>
                <a:ea typeface="宋体" pitchFamily="2" charset="-122"/>
                <a:sym typeface="Symbol" pitchFamily="18" charset="2"/>
              </a:rPr>
              <a:t>2</a:t>
            </a:r>
            <a:r>
              <a:rPr lang="zh-CN" altLang="en-US" sz="2000" dirty="0" smtClean="0">
                <a:solidFill>
                  <a:schemeClr val="dk1"/>
                </a:solidFill>
                <a:latin typeface="Calibri" pitchFamily="34" charset="0"/>
                <a:ea typeface="宋体" pitchFamily="2" charset="-122"/>
                <a:sym typeface="Symbol" pitchFamily="18" charset="2"/>
              </a:rPr>
              <a:t>点</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公式</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88209" name="Object 145"/>
          <p:cNvGraphicFramePr>
            <a:graphicFrameLocks noChangeAspect="1"/>
          </p:cNvGraphicFramePr>
          <p:nvPr/>
        </p:nvGraphicFramePr>
        <p:xfrm>
          <a:off x="1813560" y="688658"/>
          <a:ext cx="1604963" cy="500062"/>
        </p:xfrm>
        <a:graphic>
          <a:graphicData uri="http://schemas.openxmlformats.org/presentationml/2006/ole">
            <mc:AlternateContent xmlns:mc="http://schemas.openxmlformats.org/markup-compatibility/2006">
              <mc:Choice xmlns:v="urn:schemas-microsoft-com:vml" Requires="v">
                <p:oleObj spid="_x0000_s98367" name="Equation" r:id="rId3" imgW="1384200" imgH="431640" progId="Equation.3">
                  <p:embed/>
                </p:oleObj>
              </mc:Choice>
              <mc:Fallback>
                <p:oleObj name="Equation" r:id="rId3" imgW="1384200" imgH="431640" progId="Equation.3">
                  <p:embed/>
                  <p:pic>
                    <p:nvPicPr>
                      <p:cNvPr id="0" name="Object 1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3560" y="688658"/>
                        <a:ext cx="1604963"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21"/>
          <p:cNvSpPr txBox="1">
            <a:spLocks noChangeArrowheads="1"/>
          </p:cNvSpPr>
          <p:nvPr/>
        </p:nvSpPr>
        <p:spPr bwMode="auto">
          <a:xfrm>
            <a:off x="470863" y="1396036"/>
            <a:ext cx="7982257"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解  按</a:t>
            </a:r>
            <a:r>
              <a:rPr lang="en-US" altLang="zh-CN" sz="2000" dirty="0" err="1" smtClean="0">
                <a:solidFill>
                  <a:schemeClr val="dk1"/>
                </a:solidFill>
                <a:latin typeface="Calibri" pitchFamily="34" charset="0"/>
                <a:ea typeface="宋体" pitchFamily="2" charset="-122"/>
                <a:sym typeface="Symbol" pitchFamily="18" charset="2"/>
              </a:rPr>
              <a:t>Schemite</a:t>
            </a:r>
            <a:r>
              <a:rPr lang="zh-CN" altLang="en-US" sz="2000" dirty="0" smtClean="0">
                <a:solidFill>
                  <a:schemeClr val="dk1"/>
                </a:solidFill>
                <a:latin typeface="Calibri" pitchFamily="34" charset="0"/>
                <a:ea typeface="宋体" pitchFamily="2" charset="-122"/>
                <a:sym typeface="Symbol" pitchFamily="18" charset="2"/>
              </a:rPr>
              <a:t>正交化过程作出正交多项式</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89106" name="Object 18"/>
          <p:cNvGraphicFramePr>
            <a:graphicFrameLocks noChangeAspect="1"/>
          </p:cNvGraphicFramePr>
          <p:nvPr/>
        </p:nvGraphicFramePr>
        <p:xfrm>
          <a:off x="886778" y="2120900"/>
          <a:ext cx="5245100" cy="1104900"/>
        </p:xfrm>
        <a:graphic>
          <a:graphicData uri="http://schemas.openxmlformats.org/presentationml/2006/ole">
            <mc:AlternateContent xmlns:mc="http://schemas.openxmlformats.org/markup-compatibility/2006">
              <mc:Choice xmlns:v="urn:schemas-microsoft-com:vml" Requires="v">
                <p:oleObj spid="_x0000_s98368" name="Equation" r:id="rId5" imgW="5244840" imgH="1104840" progId="Equation.DSMT4">
                  <p:embed/>
                </p:oleObj>
              </mc:Choice>
              <mc:Fallback>
                <p:oleObj name="Equation" r:id="rId5" imgW="5244840" imgH="1104840" progId="Equation.DSMT4">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6778" y="2120900"/>
                        <a:ext cx="5245100" cy="1104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18"/>
          <p:cNvGraphicFramePr>
            <a:graphicFrameLocks noChangeAspect="1"/>
          </p:cNvGraphicFramePr>
          <p:nvPr/>
        </p:nvGraphicFramePr>
        <p:xfrm>
          <a:off x="930275" y="1924368"/>
          <a:ext cx="939800" cy="342900"/>
        </p:xfrm>
        <a:graphic>
          <a:graphicData uri="http://schemas.openxmlformats.org/presentationml/2006/ole">
            <mc:AlternateContent xmlns:mc="http://schemas.openxmlformats.org/markup-compatibility/2006">
              <mc:Choice xmlns:v="urn:schemas-microsoft-com:vml" Requires="v">
                <p:oleObj spid="_x0000_s98369" name="Equation" r:id="rId7" imgW="939600" imgH="342720" progId="Equation.DSMT4">
                  <p:embed/>
                </p:oleObj>
              </mc:Choice>
              <mc:Fallback>
                <p:oleObj name="Equation" r:id="rId7" imgW="939600" imgH="34272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30275" y="1924368"/>
                        <a:ext cx="939800" cy="342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108" name="Object 20"/>
          <p:cNvGraphicFramePr>
            <a:graphicFrameLocks noChangeAspect="1"/>
          </p:cNvGraphicFramePr>
          <p:nvPr/>
        </p:nvGraphicFramePr>
        <p:xfrm>
          <a:off x="871220" y="3149600"/>
          <a:ext cx="6337300" cy="774700"/>
        </p:xfrm>
        <a:graphic>
          <a:graphicData uri="http://schemas.openxmlformats.org/presentationml/2006/ole">
            <mc:AlternateContent xmlns:mc="http://schemas.openxmlformats.org/markup-compatibility/2006">
              <mc:Choice xmlns:v="urn:schemas-microsoft-com:vml" Requires="v">
                <p:oleObj spid="_x0000_s98370" name="Equation" r:id="rId9" imgW="6337080" imgH="774360" progId="Equation.DSMT4">
                  <p:embed/>
                </p:oleObj>
              </mc:Choice>
              <mc:Fallback>
                <p:oleObj name="Equation" r:id="rId9" imgW="6337080" imgH="774360" progId="Equation.DSMT4">
                  <p:embed/>
                  <p:pic>
                    <p:nvPicPr>
                      <p:cNvPr id="0" name="Object 2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1220" y="3149600"/>
                        <a:ext cx="6337300" cy="774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109" name="Object 21"/>
          <p:cNvGraphicFramePr>
            <a:graphicFrameLocks noChangeAspect="1"/>
          </p:cNvGraphicFramePr>
          <p:nvPr/>
        </p:nvGraphicFramePr>
        <p:xfrm>
          <a:off x="1569720" y="3967480"/>
          <a:ext cx="3911600" cy="901700"/>
        </p:xfrm>
        <a:graphic>
          <a:graphicData uri="http://schemas.openxmlformats.org/presentationml/2006/ole">
            <mc:AlternateContent xmlns:mc="http://schemas.openxmlformats.org/markup-compatibility/2006">
              <mc:Choice xmlns:v="urn:schemas-microsoft-com:vml" Requires="v">
                <p:oleObj spid="_x0000_s98371" name="Equation" r:id="rId11" imgW="3911400" imgH="901440" progId="Equation.3">
                  <p:embed/>
                </p:oleObj>
              </mc:Choice>
              <mc:Fallback>
                <p:oleObj name="Equation" r:id="rId11" imgW="3911400" imgH="901440" progId="Equation.3">
                  <p:embed/>
                  <p:pic>
                    <p:nvPicPr>
                      <p:cNvPr id="0" name="Object 2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69720" y="3967480"/>
                        <a:ext cx="3911600" cy="901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8209"/>
                                        </p:tgtEl>
                                        <p:attrNameLst>
                                          <p:attrName>style.visibility</p:attrName>
                                        </p:attrNameLst>
                                      </p:cBhvr>
                                      <p:to>
                                        <p:strVal val="visible"/>
                                      </p:to>
                                    </p:set>
                                    <p:animEffect transition="in" filter="blinds(horizontal)">
                                      <p:cBhvr>
                                        <p:cTn id="25" dur="500"/>
                                        <p:tgtEl>
                                          <p:spTgt spid="88209"/>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linds(horizontal)">
                                      <p:cBhvr>
                                        <p:cTn id="30" dur="5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nodeType="clickEffect">
                                  <p:stCondLst>
                                    <p:cond delay="0"/>
                                  </p:stCondLst>
                                  <p:childTnLst>
                                    <p:set>
                                      <p:cBhvr>
                                        <p:cTn id="34" dur="1" fill="hold">
                                          <p:stCondLst>
                                            <p:cond delay="0"/>
                                          </p:stCondLst>
                                        </p:cTn>
                                        <p:tgtEl>
                                          <p:spTgt spid="2"/>
                                        </p:tgtEl>
                                        <p:attrNameLst>
                                          <p:attrName>style.visibility</p:attrName>
                                        </p:attrNameLst>
                                      </p:cBhvr>
                                      <p:to>
                                        <p:strVal val="visible"/>
                                      </p:to>
                                    </p:set>
                                    <p:anim calcmode="lin" valueType="num">
                                      <p:cBhvr additive="base">
                                        <p:cTn id="35" dur="500" fill="hold"/>
                                        <p:tgtEl>
                                          <p:spTgt spid="2"/>
                                        </p:tgtEl>
                                        <p:attrNameLst>
                                          <p:attrName>ppt_x</p:attrName>
                                        </p:attrNameLst>
                                      </p:cBhvr>
                                      <p:tavLst>
                                        <p:tav tm="0">
                                          <p:val>
                                            <p:strVal val="#ppt_x"/>
                                          </p:val>
                                        </p:tav>
                                        <p:tav tm="100000">
                                          <p:val>
                                            <p:strVal val="#ppt_x"/>
                                          </p:val>
                                        </p:tav>
                                      </p:tavLst>
                                    </p:anim>
                                    <p:anim calcmode="lin" valueType="num">
                                      <p:cBhvr additive="base">
                                        <p:cTn id="36"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89106"/>
                                        </p:tgtEl>
                                        <p:attrNameLst>
                                          <p:attrName>style.visibility</p:attrName>
                                        </p:attrNameLst>
                                      </p:cBhvr>
                                      <p:to>
                                        <p:strVal val="visible"/>
                                      </p:to>
                                    </p:set>
                                    <p:anim calcmode="lin" valueType="num">
                                      <p:cBhvr additive="base">
                                        <p:cTn id="41" dur="500" fill="hold"/>
                                        <p:tgtEl>
                                          <p:spTgt spid="89106"/>
                                        </p:tgtEl>
                                        <p:attrNameLst>
                                          <p:attrName>ppt_x</p:attrName>
                                        </p:attrNameLst>
                                      </p:cBhvr>
                                      <p:tavLst>
                                        <p:tav tm="0">
                                          <p:val>
                                            <p:strVal val="#ppt_x"/>
                                          </p:val>
                                        </p:tav>
                                        <p:tav tm="100000">
                                          <p:val>
                                            <p:strVal val="#ppt_x"/>
                                          </p:val>
                                        </p:tav>
                                      </p:tavLst>
                                    </p:anim>
                                    <p:anim calcmode="lin" valueType="num">
                                      <p:cBhvr additive="base">
                                        <p:cTn id="42" dur="500" fill="hold"/>
                                        <p:tgtEl>
                                          <p:spTgt spid="89106"/>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89108"/>
                                        </p:tgtEl>
                                        <p:attrNameLst>
                                          <p:attrName>style.visibility</p:attrName>
                                        </p:attrNameLst>
                                      </p:cBhvr>
                                      <p:to>
                                        <p:strVal val="visible"/>
                                      </p:to>
                                    </p:set>
                                    <p:anim calcmode="lin" valueType="num">
                                      <p:cBhvr additive="base">
                                        <p:cTn id="47" dur="500" fill="hold"/>
                                        <p:tgtEl>
                                          <p:spTgt spid="89108"/>
                                        </p:tgtEl>
                                        <p:attrNameLst>
                                          <p:attrName>ppt_x</p:attrName>
                                        </p:attrNameLst>
                                      </p:cBhvr>
                                      <p:tavLst>
                                        <p:tav tm="0">
                                          <p:val>
                                            <p:strVal val="#ppt_x"/>
                                          </p:val>
                                        </p:tav>
                                        <p:tav tm="100000">
                                          <p:val>
                                            <p:strVal val="#ppt_x"/>
                                          </p:val>
                                        </p:tav>
                                      </p:tavLst>
                                    </p:anim>
                                    <p:anim calcmode="lin" valueType="num">
                                      <p:cBhvr additive="base">
                                        <p:cTn id="48" dur="500" fill="hold"/>
                                        <p:tgtEl>
                                          <p:spTgt spid="89108"/>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89109"/>
                                        </p:tgtEl>
                                        <p:attrNameLst>
                                          <p:attrName>style.visibility</p:attrName>
                                        </p:attrNameLst>
                                      </p:cBhvr>
                                      <p:to>
                                        <p:strVal val="visible"/>
                                      </p:to>
                                    </p:set>
                                    <p:anim calcmode="lin" valueType="num">
                                      <p:cBhvr additive="base">
                                        <p:cTn id="53" dur="500" fill="hold"/>
                                        <p:tgtEl>
                                          <p:spTgt spid="89109"/>
                                        </p:tgtEl>
                                        <p:attrNameLst>
                                          <p:attrName>ppt_x</p:attrName>
                                        </p:attrNameLst>
                                      </p:cBhvr>
                                      <p:tavLst>
                                        <p:tav tm="0">
                                          <p:val>
                                            <p:strVal val="#ppt_x"/>
                                          </p:val>
                                        </p:tav>
                                        <p:tav tm="100000">
                                          <p:val>
                                            <p:strVal val="#ppt_x"/>
                                          </p:val>
                                        </p:tav>
                                      </p:tavLst>
                                    </p:anim>
                                    <p:anim calcmode="lin" valueType="num">
                                      <p:cBhvr additive="base">
                                        <p:cTn id="54" dur="500" fill="hold"/>
                                        <p:tgtEl>
                                          <p:spTgt spid="891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5920"/>
            <a:ext cx="2794000" cy="508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289040" y="386080"/>
            <a:ext cx="2702560" cy="203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729864" y="184785"/>
            <a:ext cx="362013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Gauss</a:t>
            </a:r>
            <a:r>
              <a:rPr lang="zh-CN" altLang="en-US" sz="2000" b="1" dirty="0" smtClean="0">
                <a:solidFill>
                  <a:srgbClr val="314865"/>
                </a:solidFill>
                <a:latin typeface="+mj-ea"/>
              </a:rPr>
              <a:t>型求积公式的一般理论</a:t>
            </a:r>
            <a:endParaRPr lang="zh-CN" altLang="en-US" sz="2000" b="1" dirty="0">
              <a:solidFill>
                <a:srgbClr val="314865"/>
              </a:solidFill>
              <a:latin typeface="+mj-ea"/>
            </a:endParaRPr>
          </a:p>
        </p:txBody>
      </p:sp>
      <p:sp>
        <p:nvSpPr>
          <p:cNvPr id="5" name="Text Box 5"/>
          <p:cNvSpPr txBox="1">
            <a:spLocks noChangeArrowheads="1"/>
          </p:cNvSpPr>
          <p:nvPr/>
        </p:nvSpPr>
        <p:spPr bwMode="auto">
          <a:xfrm>
            <a:off x="487680" y="744220"/>
            <a:ext cx="8290560" cy="455125"/>
          </a:xfrm>
          <a:prstGeom prst="rect">
            <a:avLst/>
          </a:prstGeom>
          <a:noFill/>
          <a:ln w="9525">
            <a:noFill/>
            <a:miter lim="800000"/>
            <a:headEnd/>
            <a:tailEnd/>
          </a:ln>
        </p:spPr>
        <p:txBody>
          <a:bodyPr wrap="square">
            <a:spAutoFit/>
          </a:bodyPr>
          <a:lstStyle/>
          <a:p>
            <a:pPr algn="l">
              <a:lnSpc>
                <a:spcPct val="13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的两个零点为                                             积分系数为 </a:t>
            </a:r>
          </a:p>
        </p:txBody>
      </p:sp>
      <p:graphicFrame>
        <p:nvGraphicFramePr>
          <p:cNvPr id="89110" name="Object 22"/>
          <p:cNvGraphicFramePr>
            <a:graphicFrameLocks noChangeAspect="1"/>
          </p:cNvGraphicFramePr>
          <p:nvPr/>
        </p:nvGraphicFramePr>
        <p:xfrm>
          <a:off x="2992755" y="744538"/>
          <a:ext cx="2187575" cy="466725"/>
        </p:xfrm>
        <a:graphic>
          <a:graphicData uri="http://schemas.openxmlformats.org/presentationml/2006/ole">
            <mc:AlternateContent xmlns:mc="http://schemas.openxmlformats.org/markup-compatibility/2006">
              <mc:Choice xmlns:v="urn:schemas-microsoft-com:vml" Requires="v">
                <p:oleObj spid="_x0000_s99390" name="Equation" r:id="rId3" imgW="1422360" imgH="304560" progId="Equation.DSMT4">
                  <p:embed/>
                </p:oleObj>
              </mc:Choice>
              <mc:Fallback>
                <p:oleObj name="Equation" r:id="rId3" imgW="1422360" imgH="304560" progId="Equation.DSMT4">
                  <p:embed/>
                  <p:pic>
                    <p:nvPicPr>
                      <p:cNvPr id="0" name="Object 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92755" y="744538"/>
                        <a:ext cx="21875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22"/>
          <p:cNvGraphicFramePr>
            <a:graphicFrameLocks noChangeAspect="1"/>
          </p:cNvGraphicFramePr>
          <p:nvPr/>
        </p:nvGraphicFramePr>
        <p:xfrm>
          <a:off x="619125" y="776288"/>
          <a:ext cx="682625" cy="369887"/>
        </p:xfrm>
        <a:graphic>
          <a:graphicData uri="http://schemas.openxmlformats.org/presentationml/2006/ole">
            <mc:AlternateContent xmlns:mc="http://schemas.openxmlformats.org/markup-compatibility/2006">
              <mc:Choice xmlns:v="urn:schemas-microsoft-com:vml" Requires="v">
                <p:oleObj spid="_x0000_s99391" name="Equation" r:id="rId5" imgW="444240" imgH="241200" progId="Equation.DSMT4">
                  <p:embed/>
                </p:oleObj>
              </mc:Choice>
              <mc:Fallback>
                <p:oleObj name="Equation" r:id="rId5" imgW="444240" imgH="24120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125" y="776288"/>
                        <a:ext cx="682625"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111" name="Object 23"/>
          <p:cNvGraphicFramePr>
            <a:graphicFrameLocks noChangeAspect="1"/>
          </p:cNvGraphicFramePr>
          <p:nvPr/>
        </p:nvGraphicFramePr>
        <p:xfrm>
          <a:off x="1735138" y="1404938"/>
          <a:ext cx="4432300" cy="785812"/>
        </p:xfrm>
        <a:graphic>
          <a:graphicData uri="http://schemas.openxmlformats.org/presentationml/2006/ole">
            <mc:AlternateContent xmlns:mc="http://schemas.openxmlformats.org/markup-compatibility/2006">
              <mc:Choice xmlns:v="urn:schemas-microsoft-com:vml" Requires="v">
                <p:oleObj spid="_x0000_s99392" name="Equation" r:id="rId7" imgW="3797280" imgH="672840" progId="Equation.DSMT4">
                  <p:embed/>
                </p:oleObj>
              </mc:Choice>
              <mc:Fallback>
                <p:oleObj name="Equation" r:id="rId7" imgW="3797280" imgH="672840" progId="Equation.DSMT4">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35138" y="1404938"/>
                        <a:ext cx="4432300"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9112" name="Object 24"/>
          <p:cNvGraphicFramePr>
            <a:graphicFrameLocks noChangeAspect="1"/>
          </p:cNvGraphicFramePr>
          <p:nvPr/>
        </p:nvGraphicFramePr>
        <p:xfrm>
          <a:off x="1844675" y="2235200"/>
          <a:ext cx="4422775" cy="847725"/>
        </p:xfrm>
        <a:graphic>
          <a:graphicData uri="http://schemas.openxmlformats.org/presentationml/2006/ole">
            <mc:AlternateContent xmlns:mc="http://schemas.openxmlformats.org/markup-compatibility/2006">
              <mc:Choice xmlns:v="urn:schemas-microsoft-com:vml" Requires="v">
                <p:oleObj spid="_x0000_s99393" name="Equation" r:id="rId9" imgW="1993680" imgH="380880" progId="Equation.DSMT4">
                  <p:embed/>
                </p:oleObj>
              </mc:Choice>
              <mc:Fallback>
                <p:oleObj name="Equation" r:id="rId9" imgW="1993680" imgH="380880" progId="Equation.DSMT4">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44675" y="2235200"/>
                        <a:ext cx="4422775" cy="847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8"/>
          <p:cNvSpPr txBox="1">
            <a:spLocks noChangeArrowheads="1"/>
          </p:cNvSpPr>
          <p:nvPr/>
        </p:nvSpPr>
        <p:spPr bwMode="auto">
          <a:xfrm>
            <a:off x="548640" y="2989580"/>
            <a:ext cx="792480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故两点</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公式为 </a:t>
            </a:r>
          </a:p>
        </p:txBody>
      </p:sp>
      <p:graphicFrame>
        <p:nvGraphicFramePr>
          <p:cNvPr id="89113" name="Object 25"/>
          <p:cNvGraphicFramePr>
            <a:graphicFrameLocks noChangeAspect="1"/>
          </p:cNvGraphicFramePr>
          <p:nvPr/>
        </p:nvGraphicFramePr>
        <p:xfrm>
          <a:off x="1945640" y="3577908"/>
          <a:ext cx="4527550" cy="698500"/>
        </p:xfrm>
        <a:graphic>
          <a:graphicData uri="http://schemas.openxmlformats.org/presentationml/2006/ole">
            <mc:AlternateContent xmlns:mc="http://schemas.openxmlformats.org/markup-compatibility/2006">
              <mc:Choice xmlns:v="urn:schemas-microsoft-com:vml" Requires="v">
                <p:oleObj spid="_x0000_s99394" name="Equation" r:id="rId11" imgW="1803240" imgH="279360" progId="Equation.DSMT4">
                  <p:embed/>
                </p:oleObj>
              </mc:Choice>
              <mc:Fallback>
                <p:oleObj name="Equation" r:id="rId11" imgW="1803240" imgH="279360" progId="Equation.DSMT4">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45640" y="3577908"/>
                        <a:ext cx="4527550" cy="698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p:nvPr/>
        </p:nvCxnSpPr>
        <p:spPr>
          <a:xfrm flipV="1">
            <a:off x="0" y="375920"/>
            <a:ext cx="2794000" cy="5082"/>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6289040" y="386080"/>
            <a:ext cx="2702560" cy="203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2729864" y="184785"/>
            <a:ext cx="3620136" cy="400110"/>
          </a:xfrm>
          <a:prstGeom prst="rect">
            <a:avLst/>
          </a:prstGeom>
          <a:noFill/>
        </p:spPr>
        <p:txBody>
          <a:bodyPr wrap="square">
            <a:spAutoFit/>
          </a:bodyPr>
          <a:lstStyle/>
          <a:p>
            <a:pPr algn="ctr" fontAlgn="auto">
              <a:spcBef>
                <a:spcPts val="0"/>
              </a:spcBef>
              <a:spcAft>
                <a:spcPts val="0"/>
              </a:spcAft>
              <a:defRPr/>
            </a:pPr>
            <a:r>
              <a:rPr lang="en-US" altLang="zh-CN" sz="2000" b="1" dirty="0" smtClean="0">
                <a:solidFill>
                  <a:srgbClr val="314865"/>
                </a:solidFill>
                <a:latin typeface="+mj-ea"/>
              </a:rPr>
              <a:t>Gauss</a:t>
            </a:r>
            <a:r>
              <a:rPr lang="zh-CN" altLang="en-US" sz="2000" b="1" dirty="0" smtClean="0">
                <a:solidFill>
                  <a:srgbClr val="314865"/>
                </a:solidFill>
                <a:latin typeface="+mj-ea"/>
              </a:rPr>
              <a:t>型求积公式的一般理论</a:t>
            </a:r>
            <a:endParaRPr lang="zh-CN" altLang="en-US" sz="2000" b="1" dirty="0">
              <a:solidFill>
                <a:srgbClr val="314865"/>
              </a:solidFill>
              <a:latin typeface="+mj-ea"/>
            </a:endParaRPr>
          </a:p>
        </p:txBody>
      </p:sp>
      <p:sp>
        <p:nvSpPr>
          <p:cNvPr id="5" name="Text Box 5"/>
          <p:cNvSpPr txBox="1">
            <a:spLocks noChangeArrowheads="1"/>
          </p:cNvSpPr>
          <p:nvPr/>
        </p:nvSpPr>
        <p:spPr bwMode="auto">
          <a:xfrm>
            <a:off x="294640" y="1198880"/>
            <a:ext cx="8503920" cy="1938992"/>
          </a:xfrm>
          <a:prstGeom prst="rect">
            <a:avLst/>
          </a:prstGeom>
          <a:ln>
            <a:headEnd/>
            <a:tailEnd/>
          </a:ln>
          <a:scene3d>
            <a:camera prst="orthographicFront"/>
            <a:lightRig rig="threePt" dir="t"/>
          </a:scene3d>
          <a:sp3d>
            <a:bevelT w="165100" prst="coolSlant"/>
          </a:sp3d>
        </p:spPr>
        <p:style>
          <a:lnRef idx="1">
            <a:schemeClr val="accent2"/>
          </a:lnRef>
          <a:fillRef idx="2">
            <a:schemeClr val="accent2"/>
          </a:fillRef>
          <a:effectRef idx="1">
            <a:schemeClr val="accent2"/>
          </a:effectRef>
          <a:fontRef idx="minor">
            <a:schemeClr val="dk1"/>
          </a:fontRef>
        </p:style>
        <p:txBody>
          <a:bodyPr wrap="square">
            <a:spAutoFit/>
          </a:bodyPr>
          <a:lstStyle/>
          <a:p>
            <a:pPr algn="l">
              <a:lnSpc>
                <a:spcPct val="150000"/>
              </a:lnSpc>
            </a:pPr>
            <a:r>
              <a:rPr lang="zh-CN" altLang="en-US" sz="2000" dirty="0" smtClean="0">
                <a:solidFill>
                  <a:srgbClr val="C00000"/>
                </a:solidFill>
                <a:latin typeface="Calibri" pitchFamily="34" charset="0"/>
                <a:ea typeface="宋体" pitchFamily="2" charset="-122"/>
                <a:sym typeface="Symbol" pitchFamily="18" charset="2"/>
              </a:rPr>
              <a:t>定理</a:t>
            </a:r>
            <a:r>
              <a:rPr lang="en-US" altLang="zh-CN" sz="2000" dirty="0" smtClean="0">
                <a:solidFill>
                  <a:srgbClr val="C00000"/>
                </a:solidFill>
                <a:latin typeface="Calibri" pitchFamily="34" charset="0"/>
                <a:ea typeface="宋体" pitchFamily="2" charset="-122"/>
                <a:sym typeface="Symbol" pitchFamily="18" charset="2"/>
              </a:rPr>
              <a:t>3  </a:t>
            </a:r>
            <a:r>
              <a:rPr lang="zh-CN" altLang="en-US" sz="2000" dirty="0" smtClean="0">
                <a:latin typeface="Calibri" pitchFamily="34" charset="0"/>
                <a:ea typeface="宋体" pitchFamily="2" charset="-122"/>
                <a:sym typeface="Symbol" pitchFamily="18" charset="2"/>
              </a:rPr>
              <a:t>设                             则</a:t>
            </a:r>
            <a:r>
              <a:rPr lang="en-US" altLang="zh-CN" sz="2000" dirty="0" smtClean="0">
                <a:latin typeface="Calibri" pitchFamily="34" charset="0"/>
                <a:ea typeface="宋体" pitchFamily="2" charset="-122"/>
                <a:sym typeface="Symbol" pitchFamily="18" charset="2"/>
              </a:rPr>
              <a:t>Gauss</a:t>
            </a:r>
            <a:r>
              <a:rPr lang="zh-CN" altLang="en-US" sz="2000" dirty="0" smtClean="0">
                <a:latin typeface="Calibri" pitchFamily="34" charset="0"/>
                <a:ea typeface="宋体" pitchFamily="2" charset="-122"/>
                <a:sym typeface="Symbol" pitchFamily="18" charset="2"/>
              </a:rPr>
              <a:t>公式的误差为</a:t>
            </a:r>
            <a:endParaRPr lang="en-US" altLang="zh-CN" sz="2000" dirty="0" smtClean="0">
              <a:latin typeface="Calibri" pitchFamily="34" charset="0"/>
              <a:ea typeface="宋体" pitchFamily="2" charset="-122"/>
              <a:sym typeface="Symbol" pitchFamily="18" charset="2"/>
            </a:endParaRPr>
          </a:p>
          <a:p>
            <a:pPr algn="l">
              <a:lnSpc>
                <a:spcPct val="150000"/>
              </a:lnSpc>
            </a:pPr>
            <a:endParaRPr lang="en-US" altLang="zh-CN" sz="2000" dirty="0" smtClean="0">
              <a:latin typeface="Calibri" pitchFamily="34" charset="0"/>
              <a:ea typeface="宋体" pitchFamily="2" charset="-122"/>
              <a:sym typeface="Symbol" pitchFamily="18" charset="2"/>
            </a:endParaRPr>
          </a:p>
          <a:p>
            <a:pPr algn="l">
              <a:lnSpc>
                <a:spcPct val="150000"/>
              </a:lnSpc>
            </a:pPr>
            <a:endParaRPr lang="en-US" altLang="zh-CN" sz="2000" dirty="0" smtClean="0">
              <a:latin typeface="Calibri" pitchFamily="34" charset="0"/>
              <a:ea typeface="宋体" pitchFamily="2" charset="-122"/>
              <a:sym typeface="Symbol" pitchFamily="18" charset="2"/>
            </a:endParaRPr>
          </a:p>
          <a:p>
            <a:pPr algn="l">
              <a:lnSpc>
                <a:spcPct val="150000"/>
              </a:lnSpc>
            </a:pPr>
            <a:r>
              <a:rPr lang="zh-CN" altLang="en-US" sz="2000" dirty="0" smtClean="0">
                <a:latin typeface="Calibri" pitchFamily="34" charset="0"/>
                <a:ea typeface="宋体" pitchFamily="2" charset="-122"/>
                <a:sym typeface="Symbol" pitchFamily="18" charset="2"/>
              </a:rPr>
              <a:t>其中，                                                                          </a:t>
            </a:r>
            <a:r>
              <a:rPr lang="en-US" altLang="zh-CN" sz="2000" dirty="0" smtClean="0">
                <a:latin typeface="Calibri" pitchFamily="34" charset="0"/>
                <a:ea typeface="宋体" pitchFamily="2" charset="-122"/>
                <a:sym typeface="Symbol" pitchFamily="18" charset="2"/>
              </a:rPr>
              <a:t>.</a:t>
            </a:r>
          </a:p>
        </p:txBody>
      </p:sp>
      <p:graphicFrame>
        <p:nvGraphicFramePr>
          <p:cNvPr id="133124" name="Object 4"/>
          <p:cNvGraphicFramePr>
            <a:graphicFrameLocks noChangeAspect="1"/>
          </p:cNvGraphicFramePr>
          <p:nvPr/>
        </p:nvGraphicFramePr>
        <p:xfrm>
          <a:off x="1411288" y="1315720"/>
          <a:ext cx="1631950" cy="384175"/>
        </p:xfrm>
        <a:graphic>
          <a:graphicData uri="http://schemas.openxmlformats.org/presentationml/2006/ole">
            <mc:AlternateContent xmlns:mc="http://schemas.openxmlformats.org/markup-compatibility/2006">
              <mc:Choice xmlns:v="urn:schemas-microsoft-com:vml" Requires="v">
                <p:oleObj spid="_x0000_s100390" name="Equation" r:id="rId3" imgW="863280" imgH="203040" progId="Equation.DSMT4">
                  <p:embed/>
                </p:oleObj>
              </mc:Choice>
              <mc:Fallback>
                <p:oleObj name="Equation" r:id="rId3" imgW="863280" imgH="20304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1288" y="1315720"/>
                        <a:ext cx="1631950"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26" name="Object 6"/>
          <p:cNvGraphicFramePr>
            <a:graphicFrameLocks noChangeAspect="1"/>
          </p:cNvGraphicFramePr>
          <p:nvPr/>
        </p:nvGraphicFramePr>
        <p:xfrm>
          <a:off x="1145540" y="1798638"/>
          <a:ext cx="6338888" cy="787400"/>
        </p:xfrm>
        <a:graphic>
          <a:graphicData uri="http://schemas.openxmlformats.org/presentationml/2006/ole">
            <mc:AlternateContent xmlns:mc="http://schemas.openxmlformats.org/markup-compatibility/2006">
              <mc:Choice xmlns:v="urn:schemas-microsoft-com:vml" Requires="v">
                <p:oleObj spid="_x0000_s100391" name="Equation" r:id="rId5" imgW="3174840" imgH="393480" progId="Equation.DSMT4">
                  <p:embed/>
                </p:oleObj>
              </mc:Choice>
              <mc:Fallback>
                <p:oleObj name="Equation" r:id="rId5" imgW="3174840" imgH="393480" progId="Equation.DSMT4">
                  <p:embed/>
                  <p:pic>
                    <p:nvPicPr>
                      <p:cNvPr id="0"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5540" y="1798638"/>
                        <a:ext cx="6338888" cy="787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128" name="Object 8"/>
          <p:cNvGraphicFramePr>
            <a:graphicFrameLocks noChangeAspect="1"/>
          </p:cNvGraphicFramePr>
          <p:nvPr/>
        </p:nvGraphicFramePr>
        <p:xfrm>
          <a:off x="1099503" y="2658745"/>
          <a:ext cx="4241800" cy="463550"/>
        </p:xfrm>
        <a:graphic>
          <a:graphicData uri="http://schemas.openxmlformats.org/presentationml/2006/ole">
            <mc:AlternateContent xmlns:mc="http://schemas.openxmlformats.org/markup-compatibility/2006">
              <mc:Choice xmlns:v="urn:schemas-microsoft-com:vml" Requires="v">
                <p:oleObj spid="_x0000_s100392" name="Equation" r:id="rId7" imgW="1981080" imgH="177480" progId="Equation.DSMT4">
                  <p:embed/>
                </p:oleObj>
              </mc:Choice>
              <mc:Fallback>
                <p:oleObj name="Equation" r:id="rId7" imgW="1981080" imgH="17748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03" y="2658745"/>
                        <a:ext cx="424180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133124"/>
                                        </p:tgtEl>
                                        <p:attrNameLst>
                                          <p:attrName>style.visibility</p:attrName>
                                        </p:attrNameLst>
                                      </p:cBhvr>
                                      <p:to>
                                        <p:strVal val="visible"/>
                                      </p:to>
                                    </p:set>
                                    <p:animEffect transition="in" filter="blinds(horizontal)">
                                      <p:cBhvr>
                                        <p:cTn id="25" dur="500"/>
                                        <p:tgtEl>
                                          <p:spTgt spid="133124"/>
                                        </p:tgtEl>
                                      </p:cBhvr>
                                    </p:animEffect>
                                  </p:childTnLst>
                                </p:cTn>
                              </p:par>
                              <p:par>
                                <p:cTn id="26" presetID="3" presetClass="entr" presetSubtype="10" fill="hold" nodeType="withEffect">
                                  <p:stCondLst>
                                    <p:cond delay="0"/>
                                  </p:stCondLst>
                                  <p:childTnLst>
                                    <p:set>
                                      <p:cBhvr>
                                        <p:cTn id="27" dur="1" fill="hold">
                                          <p:stCondLst>
                                            <p:cond delay="0"/>
                                          </p:stCondLst>
                                        </p:cTn>
                                        <p:tgtEl>
                                          <p:spTgt spid="133126"/>
                                        </p:tgtEl>
                                        <p:attrNameLst>
                                          <p:attrName>style.visibility</p:attrName>
                                        </p:attrNameLst>
                                      </p:cBhvr>
                                      <p:to>
                                        <p:strVal val="visible"/>
                                      </p:to>
                                    </p:set>
                                    <p:animEffect transition="in" filter="blinds(horizontal)">
                                      <p:cBhvr>
                                        <p:cTn id="28" dur="500"/>
                                        <p:tgtEl>
                                          <p:spTgt spid="133126"/>
                                        </p:tgtEl>
                                      </p:cBhvr>
                                    </p:animEffect>
                                  </p:childTnLst>
                                </p:cTn>
                              </p:par>
                              <p:par>
                                <p:cTn id="29" presetID="3" presetClass="entr" presetSubtype="10" fill="hold" nodeType="withEffect">
                                  <p:stCondLst>
                                    <p:cond delay="0"/>
                                  </p:stCondLst>
                                  <p:childTnLst>
                                    <p:set>
                                      <p:cBhvr>
                                        <p:cTn id="30" dur="1" fill="hold">
                                          <p:stCondLst>
                                            <p:cond delay="0"/>
                                          </p:stCondLst>
                                        </p:cTn>
                                        <p:tgtEl>
                                          <p:spTgt spid="133128"/>
                                        </p:tgtEl>
                                        <p:attrNameLst>
                                          <p:attrName>style.visibility</p:attrName>
                                        </p:attrNameLst>
                                      </p:cBhvr>
                                      <p:to>
                                        <p:strVal val="visible"/>
                                      </p:to>
                                    </p:set>
                                    <p:animEffect transition="in" filter="blinds(horizontal)">
                                      <p:cBhvr>
                                        <p:cTn id="31" dur="500"/>
                                        <p:tgtEl>
                                          <p:spTgt spid="133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065144"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872480" y="386080"/>
            <a:ext cx="311912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65144" y="194945"/>
            <a:ext cx="280733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几种</a:t>
            </a:r>
            <a:r>
              <a:rPr lang="en-US" altLang="zh-CN" sz="2000" b="1" dirty="0" smtClean="0">
                <a:solidFill>
                  <a:srgbClr val="314865"/>
                </a:solidFill>
                <a:latin typeface="+mj-ea"/>
              </a:rPr>
              <a:t>Gauss</a:t>
            </a:r>
            <a:r>
              <a:rPr lang="zh-CN" altLang="en-US" sz="2000" b="1" dirty="0" smtClean="0">
                <a:solidFill>
                  <a:srgbClr val="314865"/>
                </a:solidFill>
                <a:latin typeface="+mj-ea"/>
              </a:rPr>
              <a:t>型求积公式</a:t>
            </a:r>
            <a:endParaRPr lang="zh-CN" altLang="en-US" sz="2000" b="1" dirty="0">
              <a:solidFill>
                <a:srgbClr val="314865"/>
              </a:solidFill>
              <a:latin typeface="+mj-ea"/>
            </a:endParaRPr>
          </a:p>
        </p:txBody>
      </p:sp>
      <p:sp>
        <p:nvSpPr>
          <p:cNvPr id="7" name="Text Box 9"/>
          <p:cNvSpPr txBox="1">
            <a:spLocks noChangeArrowheads="1"/>
          </p:cNvSpPr>
          <p:nvPr/>
        </p:nvSpPr>
        <p:spPr bwMode="auto">
          <a:xfrm>
            <a:off x="371015" y="627150"/>
            <a:ext cx="8168640" cy="501291"/>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nSpc>
                <a:spcPct val="150000"/>
              </a:lnSpc>
            </a:pPr>
            <a:r>
              <a:rPr lang="en-US" altLang="zh-CN" sz="2000" dirty="0" smtClean="0">
                <a:solidFill>
                  <a:srgbClr val="FF0000"/>
                </a:solidFill>
                <a:latin typeface="Calibri" pitchFamily="34" charset="0"/>
                <a:ea typeface="宋体" pitchFamily="2" charset="-122"/>
                <a:sym typeface="Symbol" pitchFamily="18" charset="2"/>
              </a:rPr>
              <a:t>1.  Gauss-Legendre</a:t>
            </a:r>
            <a:r>
              <a:rPr lang="zh-CN" altLang="en-US" sz="2000" dirty="0" smtClean="0">
                <a:solidFill>
                  <a:srgbClr val="FF0000"/>
                </a:solidFill>
                <a:latin typeface="Calibri" pitchFamily="34" charset="0"/>
                <a:ea typeface="宋体" pitchFamily="2" charset="-122"/>
                <a:sym typeface="Symbol" pitchFamily="18" charset="2"/>
              </a:rPr>
              <a:t>求积公式</a:t>
            </a:r>
            <a:endParaRPr lang="en-US" altLang="zh-CN" sz="2000" dirty="0" smtClean="0">
              <a:solidFill>
                <a:srgbClr val="FF0000"/>
              </a:solidFill>
              <a:latin typeface="Calibri" pitchFamily="34" charset="0"/>
              <a:ea typeface="宋体" pitchFamily="2" charset="-122"/>
              <a:sym typeface="Symbol" pitchFamily="18" charset="2"/>
            </a:endParaRPr>
          </a:p>
        </p:txBody>
      </p:sp>
      <p:sp>
        <p:nvSpPr>
          <p:cNvPr id="8" name="Text Box 6"/>
          <p:cNvSpPr txBox="1">
            <a:spLocks noChangeArrowheads="1"/>
          </p:cNvSpPr>
          <p:nvPr/>
        </p:nvSpPr>
        <p:spPr bwMode="auto">
          <a:xfrm>
            <a:off x="335280" y="1365250"/>
            <a:ext cx="8229600" cy="1424621"/>
          </a:xfrm>
          <a:prstGeom prst="rect">
            <a:avLst/>
          </a:prstGeom>
          <a:noFill/>
          <a:ln w="9525">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区间</a:t>
            </a:r>
            <a:r>
              <a:rPr lang="en-US" altLang="zh-CN" sz="2000" dirty="0" smtClean="0">
                <a:solidFill>
                  <a:schemeClr val="dk1"/>
                </a:solidFill>
                <a:latin typeface="Calibri" pitchFamily="34" charset="0"/>
                <a:ea typeface="宋体" pitchFamily="2" charset="-122"/>
                <a:sym typeface="Symbol" pitchFamily="18" charset="2"/>
              </a:rPr>
              <a:t>[-1,1]</a:t>
            </a:r>
            <a:r>
              <a:rPr lang="zh-CN" altLang="en-US" sz="2000" dirty="0" smtClean="0">
                <a:solidFill>
                  <a:schemeClr val="dk1"/>
                </a:solidFill>
                <a:latin typeface="Calibri" pitchFamily="34" charset="0"/>
                <a:ea typeface="宋体" pitchFamily="2" charset="-122"/>
                <a:sym typeface="Symbol" pitchFamily="18" charset="2"/>
              </a:rPr>
              <a:t>上权函数               的</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型求积公式，称为</a:t>
            </a:r>
            <a:r>
              <a:rPr lang="en-US" altLang="zh-CN" sz="2000" dirty="0" smtClean="0">
                <a:solidFill>
                  <a:schemeClr val="dk1"/>
                </a:solidFill>
                <a:latin typeface="Calibri" pitchFamily="34" charset="0"/>
                <a:ea typeface="宋体" pitchFamily="2" charset="-122"/>
                <a:sym typeface="Symbol" pitchFamily="18" charset="2"/>
              </a:rPr>
              <a:t>Gauss-Legendre</a:t>
            </a:r>
            <a:r>
              <a:rPr lang="zh-CN" altLang="en-US" sz="2000" dirty="0" smtClean="0">
                <a:solidFill>
                  <a:schemeClr val="dk1"/>
                </a:solidFill>
                <a:latin typeface="Calibri" pitchFamily="34" charset="0"/>
                <a:ea typeface="宋体" pitchFamily="2" charset="-122"/>
                <a:sym typeface="Symbol" pitchFamily="18" charset="2"/>
              </a:rPr>
              <a:t>求积公式，其</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点为</a:t>
            </a:r>
            <a:r>
              <a:rPr lang="en-US" altLang="zh-CN" sz="2000" dirty="0" smtClean="0">
                <a:solidFill>
                  <a:schemeClr val="dk1"/>
                </a:solidFill>
                <a:latin typeface="Calibri" pitchFamily="34" charset="0"/>
                <a:ea typeface="宋体" pitchFamily="2" charset="-122"/>
                <a:sym typeface="Symbol" pitchFamily="18" charset="2"/>
              </a:rPr>
              <a:t>Legendre</a:t>
            </a:r>
            <a:r>
              <a:rPr lang="zh-CN" altLang="en-US" sz="2000" dirty="0" smtClean="0">
                <a:solidFill>
                  <a:schemeClr val="dk1"/>
                </a:solidFill>
                <a:latin typeface="Calibri" pitchFamily="34" charset="0"/>
                <a:ea typeface="宋体" pitchFamily="2" charset="-122"/>
                <a:sym typeface="Symbol" pitchFamily="18" charset="2"/>
              </a:rPr>
              <a:t>多项式的零点</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公式的</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点和求积系数可在数学用表中查到 </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133124" name="Object 4"/>
          <p:cNvGraphicFramePr>
            <a:graphicFrameLocks noChangeAspect="1"/>
          </p:cNvGraphicFramePr>
          <p:nvPr/>
        </p:nvGraphicFramePr>
        <p:xfrm>
          <a:off x="2537143" y="1489075"/>
          <a:ext cx="863600" cy="360363"/>
        </p:xfrm>
        <a:graphic>
          <a:graphicData uri="http://schemas.openxmlformats.org/presentationml/2006/ole">
            <mc:AlternateContent xmlns:mc="http://schemas.openxmlformats.org/markup-compatibility/2006">
              <mc:Choice xmlns:v="urn:schemas-microsoft-com:vml" Requires="v">
                <p:oleObj spid="_x0000_s101402" name="Equation" r:id="rId3" imgW="457200" imgH="190440" progId="Equation.DSMT4">
                  <p:embed/>
                </p:oleObj>
              </mc:Choice>
              <mc:Fallback>
                <p:oleObj name="Equation" r:id="rId3" imgW="457200" imgH="19044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37143" y="1489075"/>
                        <a:ext cx="863600"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8"/>
          <p:cNvSpPr txBox="1">
            <a:spLocks noChangeArrowheads="1"/>
          </p:cNvSpPr>
          <p:nvPr/>
        </p:nvSpPr>
        <p:spPr bwMode="auto">
          <a:xfrm>
            <a:off x="436880" y="2885440"/>
            <a:ext cx="8442960" cy="1260345"/>
          </a:xfrm>
          <a:prstGeom prst="rect">
            <a:avLst/>
          </a:prstGeom>
          <a:noFill/>
          <a:ln w="9525">
            <a:noFill/>
            <a:miter lim="800000"/>
            <a:headEnd/>
            <a:tailEnd/>
          </a:ln>
        </p:spPr>
        <p:txBody>
          <a:bodyPr wrap="square">
            <a:spAutoFit/>
          </a:bodyPr>
          <a:lstStyle/>
          <a:p>
            <a:pPr algn="l">
              <a:lnSpc>
                <a:spcPct val="130000"/>
              </a:lnSpc>
            </a:pPr>
            <a:r>
              <a:rPr lang="en-US" altLang="zh-CN" sz="2000" dirty="0" smtClean="0">
                <a:solidFill>
                  <a:schemeClr val="dk1"/>
                </a:solidFill>
                <a:latin typeface="Calibri" pitchFamily="34" charset="0"/>
                <a:ea typeface="宋体" pitchFamily="2" charset="-122"/>
                <a:sym typeface="Symbol" pitchFamily="18" charset="2"/>
              </a:rPr>
              <a:t>Gauss-Legendre</a:t>
            </a:r>
            <a:r>
              <a:rPr lang="zh-CN" altLang="en-US" sz="2000" dirty="0" smtClean="0">
                <a:solidFill>
                  <a:schemeClr val="dk1"/>
                </a:solidFill>
                <a:latin typeface="Calibri" pitchFamily="34" charset="0"/>
                <a:ea typeface="宋体" pitchFamily="2" charset="-122"/>
                <a:sym typeface="Symbol" pitchFamily="18" charset="2"/>
              </a:rPr>
              <a:t>求积公式的余项为</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endParaRPr lang="en-US" altLang="zh-CN" sz="2000" dirty="0" smtClean="0">
              <a:solidFill>
                <a:schemeClr val="dk1"/>
              </a:solidFill>
              <a:latin typeface="Calibri" pitchFamily="34" charset="0"/>
              <a:ea typeface="宋体" pitchFamily="2" charset="-122"/>
              <a:sym typeface="Symbol" pitchFamily="18" charset="2"/>
            </a:endParaRPr>
          </a:p>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 </a:t>
            </a:r>
          </a:p>
        </p:txBody>
      </p:sp>
      <p:graphicFrame>
        <p:nvGraphicFramePr>
          <p:cNvPr id="91152" name="Object 16"/>
          <p:cNvGraphicFramePr>
            <a:graphicFrameLocks noChangeAspect="1"/>
          </p:cNvGraphicFramePr>
          <p:nvPr/>
        </p:nvGraphicFramePr>
        <p:xfrm>
          <a:off x="2230120" y="3348038"/>
          <a:ext cx="4040188" cy="661987"/>
        </p:xfrm>
        <a:graphic>
          <a:graphicData uri="http://schemas.openxmlformats.org/presentationml/2006/ole">
            <mc:AlternateContent xmlns:mc="http://schemas.openxmlformats.org/markup-compatibility/2006">
              <mc:Choice xmlns:v="urn:schemas-microsoft-com:vml" Requires="v">
                <p:oleObj spid="_x0000_s101403" name="Equation" r:id="rId5" imgW="3098520" imgH="507960" progId="Equation.DSMT4">
                  <p:embed/>
                </p:oleObj>
              </mc:Choice>
              <mc:Fallback>
                <p:oleObj name="Equation" r:id="rId5" imgW="3098520" imgH="507960" progId="Equation.DSMT4">
                  <p:embed/>
                  <p:pic>
                    <p:nvPicPr>
                      <p:cNvPr id="0" name="Object 1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0120" y="3348038"/>
                        <a:ext cx="4040188" cy="661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par>
                                <p:cTn id="28" presetID="3" presetClass="entr" presetSubtype="10" fill="hold" nodeType="withEffect">
                                  <p:stCondLst>
                                    <p:cond delay="0"/>
                                  </p:stCondLst>
                                  <p:childTnLst>
                                    <p:set>
                                      <p:cBhvr>
                                        <p:cTn id="29" dur="1" fill="hold">
                                          <p:stCondLst>
                                            <p:cond delay="0"/>
                                          </p:stCondLst>
                                        </p:cTn>
                                        <p:tgtEl>
                                          <p:spTgt spid="133124"/>
                                        </p:tgtEl>
                                        <p:attrNameLst>
                                          <p:attrName>style.visibility</p:attrName>
                                        </p:attrNameLst>
                                      </p:cBhvr>
                                      <p:to>
                                        <p:strVal val="visible"/>
                                      </p:to>
                                    </p:set>
                                    <p:animEffect transition="in" filter="blinds(horizontal)">
                                      <p:cBhvr>
                                        <p:cTn id="30" dur="500"/>
                                        <p:tgtEl>
                                          <p:spTgt spid="133124"/>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blinds(horizontal)">
                                      <p:cBhvr>
                                        <p:cTn id="35" dur="5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91152"/>
                                        </p:tgtEl>
                                        <p:attrNameLst>
                                          <p:attrName>style.visibility</p:attrName>
                                        </p:attrNameLst>
                                      </p:cBhvr>
                                      <p:to>
                                        <p:strVal val="visible"/>
                                      </p:to>
                                    </p:set>
                                    <p:animEffect transition="in" filter="blinds(horizontal)">
                                      <p:cBhvr>
                                        <p:cTn id="40" dur="500"/>
                                        <p:tgtEl>
                                          <p:spTgt spid="911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animBg="1"/>
      <p:bldP spid="8" grpId="0"/>
      <p:bldP spid="12" grpId="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065144"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872480" y="386080"/>
            <a:ext cx="311912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65144" y="194945"/>
            <a:ext cx="280733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几种</a:t>
            </a:r>
            <a:r>
              <a:rPr lang="en-US" altLang="zh-CN" sz="2000" b="1" dirty="0" smtClean="0">
                <a:solidFill>
                  <a:srgbClr val="314865"/>
                </a:solidFill>
                <a:latin typeface="+mj-ea"/>
              </a:rPr>
              <a:t>Gauss</a:t>
            </a:r>
            <a:r>
              <a:rPr lang="zh-CN" altLang="en-US" sz="2000" b="1" dirty="0" smtClean="0">
                <a:solidFill>
                  <a:srgbClr val="314865"/>
                </a:solidFill>
                <a:latin typeface="+mj-ea"/>
              </a:rPr>
              <a:t>型求积公式</a:t>
            </a:r>
            <a:endParaRPr lang="zh-CN" altLang="en-US" sz="2000" b="1" dirty="0">
              <a:solidFill>
                <a:srgbClr val="314865"/>
              </a:solidFill>
              <a:latin typeface="+mj-ea"/>
            </a:endParaRPr>
          </a:p>
        </p:txBody>
      </p:sp>
      <p:graphicFrame>
        <p:nvGraphicFramePr>
          <p:cNvPr id="5" name="Group 141"/>
          <p:cNvGraphicFramePr>
            <a:graphicFrameLocks noGrp="1"/>
          </p:cNvGraphicFramePr>
          <p:nvPr/>
        </p:nvGraphicFramePr>
        <p:xfrm>
          <a:off x="408936" y="822961"/>
          <a:ext cx="8308341" cy="3643884"/>
        </p:xfrm>
        <a:graphic>
          <a:graphicData uri="http://schemas.openxmlformats.org/drawingml/2006/table">
            <a:tbl>
              <a:tblPr/>
              <a:tblGrid>
                <a:gridCol w="559275"/>
                <a:gridCol w="1747736"/>
                <a:gridCol w="1749192"/>
                <a:gridCol w="220694"/>
                <a:gridCol w="535972"/>
                <a:gridCol w="1747736"/>
                <a:gridCol w="1747736"/>
              </a:tblGrid>
              <a:tr h="18488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8">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1436">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row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±0.9324695142</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±0.6612093865</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±0.2386191861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3">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0.1713244924</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0.3607615730</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0.4679139346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71436">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±0.5773502692</a:t>
                      </a: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r h="104206">
                <a:tc rowSpan="2">
                  <a:txBody>
                    <a:bodyPr/>
                    <a:lstStyle/>
                    <a:p>
                      <a:pPr marL="0" marR="0" lvl="0" indent="0" algn="ctr" defTabSz="914400" rtl="0" eaLnBrk="1" fontAlgn="base" latinLnBrk="0" hangingPunct="1">
                        <a:lnSpc>
                          <a:spcPct val="90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±0.7745966692</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0.5555555556</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0.8888888889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r h="215135">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±0.9491079123</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±0.7415311856</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±0.4058451514</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0.1294849662</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0.2797053915</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0.3818300505</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0.4179591837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73125">
                <a:tc rowSpan="2">
                  <a:txBody>
                    <a:bodyPr/>
                    <a:lstStyle/>
                    <a:p>
                      <a:pPr marL="0" marR="0" lvl="0" indent="0" algn="ctr" defTabSz="914400" rtl="0" eaLnBrk="1" fontAlgn="base" latinLnBrk="0" hangingPunct="1">
                        <a:lnSpc>
                          <a:spcPct val="90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±0.8611363116</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±0.3399810436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0.3478548451</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0.6521451549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r h="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±0.9602898565</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±0.7966664774</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±0.5255324099</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±0.1834346425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0.1012285363</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0.2223810345</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0.3137066459</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0.3626837834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548284">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±0.9061798459</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±0.5384693101</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0.2369268851</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0.4786286705</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0.5688888889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bl>
          </a:graphicData>
        </a:graphic>
      </p:graphicFrame>
      <p:graphicFrame>
        <p:nvGraphicFramePr>
          <p:cNvPr id="133124" name="Object 4"/>
          <p:cNvGraphicFramePr>
            <a:graphicFrameLocks noChangeAspect="1"/>
          </p:cNvGraphicFramePr>
          <p:nvPr/>
        </p:nvGraphicFramePr>
        <p:xfrm>
          <a:off x="594995" y="908685"/>
          <a:ext cx="215900" cy="239713"/>
        </p:xfrm>
        <a:graphic>
          <a:graphicData uri="http://schemas.openxmlformats.org/presentationml/2006/ole">
            <mc:AlternateContent xmlns:mc="http://schemas.openxmlformats.org/markup-compatibility/2006">
              <mc:Choice xmlns:v="urn:schemas-microsoft-com:vml" Requires="v">
                <p:oleObj spid="_x0000_s102474" name="Equation" r:id="rId3" imgW="114120" imgH="126720" progId="Equation.DSMT4">
                  <p:embed/>
                </p:oleObj>
              </mc:Choice>
              <mc:Fallback>
                <p:oleObj name="Equation" r:id="rId3" imgW="114120" imgH="12672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995" y="908685"/>
                        <a:ext cx="215900" cy="239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nvGraphicFramePr>
        <p:xfrm>
          <a:off x="1696720" y="839153"/>
          <a:ext cx="287338" cy="360362"/>
        </p:xfrm>
        <a:graphic>
          <a:graphicData uri="http://schemas.openxmlformats.org/presentationml/2006/ole">
            <mc:AlternateContent xmlns:mc="http://schemas.openxmlformats.org/markup-compatibility/2006">
              <mc:Choice xmlns:v="urn:schemas-microsoft-com:vml" Requires="v">
                <p:oleObj spid="_x0000_s102475" name="Equation" r:id="rId5" imgW="152280" imgH="190440" progId="Equation.DSMT4">
                  <p:embed/>
                </p:oleObj>
              </mc:Choice>
              <mc:Fallback>
                <p:oleObj name="Equation" r:id="rId5" imgW="152280" imgH="19044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96720" y="839153"/>
                        <a:ext cx="287338"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3420745" y="859473"/>
          <a:ext cx="312738" cy="360362"/>
        </p:xfrm>
        <a:graphic>
          <a:graphicData uri="http://schemas.openxmlformats.org/presentationml/2006/ole">
            <mc:AlternateContent xmlns:mc="http://schemas.openxmlformats.org/markup-compatibility/2006">
              <mc:Choice xmlns:v="urn:schemas-microsoft-com:vml" Requires="v">
                <p:oleObj spid="_x0000_s102476" name="Equation" r:id="rId7" imgW="164880" imgH="190440" progId="Equation.DSMT4">
                  <p:embed/>
                </p:oleObj>
              </mc:Choice>
              <mc:Fallback>
                <p:oleObj name="Equation" r:id="rId7" imgW="164880" imgH="1904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0745" y="859473"/>
                        <a:ext cx="312738"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p:cNvGraphicFramePr>
            <a:graphicFrameLocks noChangeAspect="1"/>
          </p:cNvGraphicFramePr>
          <p:nvPr/>
        </p:nvGraphicFramePr>
        <p:xfrm>
          <a:off x="4753610" y="1124903"/>
          <a:ext cx="215900" cy="239712"/>
        </p:xfrm>
        <a:graphic>
          <a:graphicData uri="http://schemas.openxmlformats.org/presentationml/2006/ole">
            <mc:AlternateContent xmlns:mc="http://schemas.openxmlformats.org/markup-compatibility/2006">
              <mc:Choice xmlns:v="urn:schemas-microsoft-com:vml" Requires="v">
                <p:oleObj spid="_x0000_s102477" name="Equation" r:id="rId9" imgW="114120" imgH="126720" progId="Equation.DSMT4">
                  <p:embed/>
                </p:oleObj>
              </mc:Choice>
              <mc:Fallback>
                <p:oleObj name="Equation" r:id="rId9" imgW="114120" imgH="12672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3610" y="1124903"/>
                        <a:ext cx="215900"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4"/>
          <p:cNvGraphicFramePr>
            <a:graphicFrameLocks noChangeAspect="1"/>
          </p:cNvGraphicFramePr>
          <p:nvPr/>
        </p:nvGraphicFramePr>
        <p:xfrm>
          <a:off x="5894705" y="871855"/>
          <a:ext cx="287338" cy="360363"/>
        </p:xfrm>
        <a:graphic>
          <a:graphicData uri="http://schemas.openxmlformats.org/presentationml/2006/ole">
            <mc:AlternateContent xmlns:mc="http://schemas.openxmlformats.org/markup-compatibility/2006">
              <mc:Choice xmlns:v="urn:schemas-microsoft-com:vml" Requires="v">
                <p:oleObj spid="_x0000_s102478" name="Equation" r:id="rId10" imgW="152280" imgH="190440" progId="Equation.DSMT4">
                  <p:embed/>
                </p:oleObj>
              </mc:Choice>
              <mc:Fallback>
                <p:oleObj name="Equation" r:id="rId10" imgW="152280" imgH="190440" progId="Equation.DSMT4">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4705" y="871855"/>
                        <a:ext cx="287338"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p:cNvGraphicFramePr>
            <a:graphicFrameLocks noChangeAspect="1"/>
          </p:cNvGraphicFramePr>
          <p:nvPr/>
        </p:nvGraphicFramePr>
        <p:xfrm>
          <a:off x="7639050" y="891858"/>
          <a:ext cx="312738" cy="360362"/>
        </p:xfrm>
        <a:graphic>
          <a:graphicData uri="http://schemas.openxmlformats.org/presentationml/2006/ole">
            <mc:AlternateContent xmlns:mc="http://schemas.openxmlformats.org/markup-compatibility/2006">
              <mc:Choice xmlns:v="urn:schemas-microsoft-com:vml" Requires="v">
                <p:oleObj spid="_x0000_s102479" name="Equation" r:id="rId11" imgW="164880" imgH="190440" progId="Equation.DSMT4">
                  <p:embed/>
                </p:oleObj>
              </mc:Choice>
              <mc:Fallback>
                <p:oleObj name="Equation" r:id="rId11" imgW="164880" imgH="19044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39050" y="891858"/>
                        <a:ext cx="312738"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133124"/>
                                        </p:tgtEl>
                                        <p:attrNameLst>
                                          <p:attrName>style.visibility</p:attrName>
                                        </p:attrNameLst>
                                      </p:cBhvr>
                                      <p:to>
                                        <p:strVal val="visible"/>
                                      </p:to>
                                    </p:set>
                                    <p:animEffect transition="in" filter="blinds(horizontal)">
                                      <p:cBhvr>
                                        <p:cTn id="25" dur="500"/>
                                        <p:tgtEl>
                                          <p:spTgt spid="133124"/>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par>
                                <p:cTn id="32" presetID="3" presetClass="entr" presetSubtype="1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par>
                                <p:cTn id="35" presetID="3" presetClass="entr" presetSubtype="1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par>
                                <p:cTn id="38" presetID="3" presetClass="entr" presetSubtype="1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linds(horizontal)">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065144"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872480" y="386080"/>
            <a:ext cx="311912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65144" y="194945"/>
            <a:ext cx="280733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几种</a:t>
            </a:r>
            <a:r>
              <a:rPr lang="en-US" altLang="zh-CN" sz="2000" b="1" dirty="0" smtClean="0">
                <a:solidFill>
                  <a:srgbClr val="314865"/>
                </a:solidFill>
                <a:latin typeface="+mj-ea"/>
              </a:rPr>
              <a:t>Gauss</a:t>
            </a:r>
            <a:r>
              <a:rPr lang="zh-CN" altLang="en-US" sz="2000" b="1" dirty="0" smtClean="0">
                <a:solidFill>
                  <a:srgbClr val="314865"/>
                </a:solidFill>
                <a:latin typeface="+mj-ea"/>
              </a:rPr>
              <a:t>型求积公式</a:t>
            </a:r>
            <a:endParaRPr lang="zh-CN" altLang="en-US" sz="2000" b="1" dirty="0">
              <a:solidFill>
                <a:srgbClr val="314865"/>
              </a:solidFill>
              <a:latin typeface="+mj-ea"/>
            </a:endParaRPr>
          </a:p>
        </p:txBody>
      </p:sp>
      <p:sp>
        <p:nvSpPr>
          <p:cNvPr id="5" name="Text Box 6"/>
          <p:cNvSpPr txBox="1">
            <a:spLocks noChangeArrowheads="1"/>
          </p:cNvSpPr>
          <p:nvPr/>
        </p:nvSpPr>
        <p:spPr bwMode="auto">
          <a:xfrm>
            <a:off x="397291" y="774700"/>
            <a:ext cx="8189662" cy="492443"/>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例</a:t>
            </a:r>
            <a:r>
              <a:rPr lang="en-US" altLang="zh-CN" sz="2000" dirty="0" smtClean="0">
                <a:solidFill>
                  <a:schemeClr val="dk1"/>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用</a:t>
            </a:r>
            <a:r>
              <a:rPr lang="en-US" altLang="zh-CN" sz="2000" dirty="0" smtClean="0">
                <a:solidFill>
                  <a:schemeClr val="dk1"/>
                </a:solidFill>
                <a:latin typeface="Calibri" pitchFamily="34" charset="0"/>
                <a:ea typeface="宋体" pitchFamily="2" charset="-122"/>
                <a:sym typeface="Symbol" pitchFamily="18" charset="2"/>
              </a:rPr>
              <a:t>3</a:t>
            </a:r>
            <a:r>
              <a:rPr lang="zh-CN" altLang="en-US" sz="2000" dirty="0" smtClean="0">
                <a:solidFill>
                  <a:schemeClr val="dk1"/>
                </a:solidFill>
                <a:latin typeface="Calibri" pitchFamily="34" charset="0"/>
                <a:ea typeface="宋体" pitchFamily="2" charset="-122"/>
                <a:sym typeface="Symbol" pitchFamily="18" charset="2"/>
              </a:rPr>
              <a:t>点</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公式计算积分                        </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 </a:t>
            </a:r>
          </a:p>
        </p:txBody>
      </p:sp>
      <p:sp>
        <p:nvSpPr>
          <p:cNvPr id="6" name="Text Box 7"/>
          <p:cNvSpPr txBox="1">
            <a:spLocks noChangeArrowheads="1"/>
          </p:cNvSpPr>
          <p:nvPr/>
        </p:nvSpPr>
        <p:spPr bwMode="auto">
          <a:xfrm>
            <a:off x="375920" y="1333760"/>
            <a:ext cx="8242563" cy="1015663"/>
          </a:xfrm>
          <a:prstGeom prst="rect">
            <a:avLst/>
          </a:prstGeom>
          <a:noFill/>
          <a:ln w="9525">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解  查表得                                   ，           ，                                ，                             ，</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                                                 ，所以有 </a:t>
            </a:r>
          </a:p>
        </p:txBody>
      </p:sp>
      <p:graphicFrame>
        <p:nvGraphicFramePr>
          <p:cNvPr id="133124" name="Object 4"/>
          <p:cNvGraphicFramePr>
            <a:graphicFrameLocks noChangeAspect="1"/>
          </p:cNvGraphicFramePr>
          <p:nvPr/>
        </p:nvGraphicFramePr>
        <p:xfrm>
          <a:off x="1569929" y="1451851"/>
          <a:ext cx="2038350" cy="361950"/>
        </p:xfrm>
        <a:graphic>
          <a:graphicData uri="http://schemas.openxmlformats.org/presentationml/2006/ole">
            <mc:AlternateContent xmlns:mc="http://schemas.openxmlformats.org/markup-compatibility/2006">
              <mc:Choice xmlns:v="urn:schemas-microsoft-com:vml" Requires="v">
                <p:oleObj spid="_x0000_s103571" name="Equation" r:id="rId3" imgW="1079280" imgH="190440" progId="Equation.DSMT4">
                  <p:embed/>
                </p:oleObj>
              </mc:Choice>
              <mc:Fallback>
                <p:oleObj name="Equation" r:id="rId3" imgW="1079280" imgH="19044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69929" y="1451851"/>
                        <a:ext cx="2038350"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4"/>
          <p:cNvGraphicFramePr>
            <a:graphicFrameLocks noChangeAspect="1"/>
          </p:cNvGraphicFramePr>
          <p:nvPr/>
        </p:nvGraphicFramePr>
        <p:xfrm>
          <a:off x="4626304" y="1452671"/>
          <a:ext cx="1919288" cy="361950"/>
        </p:xfrm>
        <a:graphic>
          <a:graphicData uri="http://schemas.openxmlformats.org/presentationml/2006/ole">
            <mc:AlternateContent xmlns:mc="http://schemas.openxmlformats.org/markup-compatibility/2006">
              <mc:Choice xmlns:v="urn:schemas-microsoft-com:vml" Requires="v">
                <p:oleObj spid="_x0000_s103572" name="Equation" r:id="rId5" imgW="1015920" imgH="190440" progId="Equation.DSMT4">
                  <p:embed/>
                </p:oleObj>
              </mc:Choice>
              <mc:Fallback>
                <p:oleObj name="Equation" r:id="rId5" imgW="1015920" imgH="19044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26304" y="1452671"/>
                        <a:ext cx="1919288"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3758489" y="1437288"/>
          <a:ext cx="671512" cy="361950"/>
        </p:xfrm>
        <a:graphic>
          <a:graphicData uri="http://schemas.openxmlformats.org/presentationml/2006/ole">
            <mc:AlternateContent xmlns:mc="http://schemas.openxmlformats.org/markup-compatibility/2006">
              <mc:Choice xmlns:v="urn:schemas-microsoft-com:vml" Requires="v">
                <p:oleObj spid="_x0000_s103573" name="Equation" r:id="rId7" imgW="355320" imgH="190440" progId="Equation.DSMT4">
                  <p:embed/>
                </p:oleObj>
              </mc:Choice>
              <mc:Fallback>
                <p:oleObj name="Equation" r:id="rId7" imgW="355320" imgH="1904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58489" y="1437288"/>
                        <a:ext cx="671512"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p:cNvGraphicFramePr>
            <a:graphicFrameLocks noChangeAspect="1"/>
          </p:cNvGraphicFramePr>
          <p:nvPr/>
        </p:nvGraphicFramePr>
        <p:xfrm>
          <a:off x="805738" y="1910475"/>
          <a:ext cx="2420937" cy="361950"/>
        </p:xfrm>
        <a:graphic>
          <a:graphicData uri="http://schemas.openxmlformats.org/presentationml/2006/ole">
            <mc:AlternateContent xmlns:mc="http://schemas.openxmlformats.org/markup-compatibility/2006">
              <mc:Choice xmlns:v="urn:schemas-microsoft-com:vml" Requires="v">
                <p:oleObj spid="_x0000_s103574" name="Equation" r:id="rId9" imgW="1282680" imgH="190440" progId="Equation.DSMT4">
                  <p:embed/>
                </p:oleObj>
              </mc:Choice>
              <mc:Fallback>
                <p:oleObj name="Equation" r:id="rId9" imgW="1282680" imgH="19044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05738" y="1910475"/>
                        <a:ext cx="2420937"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p:cNvGraphicFramePr>
            <a:graphicFrameLocks noChangeAspect="1"/>
          </p:cNvGraphicFramePr>
          <p:nvPr/>
        </p:nvGraphicFramePr>
        <p:xfrm>
          <a:off x="6666624" y="1475496"/>
          <a:ext cx="1870075" cy="361950"/>
        </p:xfrm>
        <a:graphic>
          <a:graphicData uri="http://schemas.openxmlformats.org/presentationml/2006/ole">
            <mc:AlternateContent xmlns:mc="http://schemas.openxmlformats.org/markup-compatibility/2006">
              <mc:Choice xmlns:v="urn:schemas-microsoft-com:vml" Requires="v">
                <p:oleObj spid="_x0000_s103575" name="Equation" r:id="rId11" imgW="990360" imgH="190440" progId="Equation.DSMT4">
                  <p:embed/>
                </p:oleObj>
              </mc:Choice>
              <mc:Fallback>
                <p:oleObj name="Equation" r:id="rId11" imgW="990360" imgH="190440" progId="Equation.DSMT4">
                  <p:embed/>
                  <p:pic>
                    <p:nvPicPr>
                      <p:cNvPr id="0" name="Picture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666624" y="1475496"/>
                        <a:ext cx="1870075" cy="361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54" name="Object 18"/>
          <p:cNvGraphicFramePr>
            <a:graphicFrameLocks noChangeAspect="1"/>
          </p:cNvGraphicFramePr>
          <p:nvPr/>
        </p:nvGraphicFramePr>
        <p:xfrm>
          <a:off x="1762234" y="2283263"/>
          <a:ext cx="4470400" cy="317500"/>
        </p:xfrm>
        <a:graphic>
          <a:graphicData uri="http://schemas.openxmlformats.org/presentationml/2006/ole">
            <mc:AlternateContent xmlns:mc="http://schemas.openxmlformats.org/markup-compatibility/2006">
              <mc:Choice xmlns:v="urn:schemas-microsoft-com:vml" Requires="v">
                <p:oleObj spid="_x0000_s103576" name="Equation" r:id="rId13" imgW="3390840" imgH="241200" progId="Equation.DSMT4">
                  <p:embed/>
                </p:oleObj>
              </mc:Choice>
              <mc:Fallback>
                <p:oleObj name="Equation" r:id="rId13" imgW="3390840" imgH="241200" progId="Equation.DSMT4">
                  <p:embed/>
                  <p:pic>
                    <p:nvPicPr>
                      <p:cNvPr id="0" name="Object 1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2234" y="2283263"/>
                        <a:ext cx="4470400"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13"/>
          <p:cNvSpPr txBox="1">
            <a:spLocks noChangeArrowheads="1"/>
          </p:cNvSpPr>
          <p:nvPr/>
        </p:nvSpPr>
        <p:spPr bwMode="auto">
          <a:xfrm>
            <a:off x="441435" y="2693014"/>
            <a:ext cx="8198068" cy="455125"/>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     误差为                                                                      </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 </a:t>
            </a:r>
          </a:p>
        </p:txBody>
      </p:sp>
      <p:graphicFrame>
        <p:nvGraphicFramePr>
          <p:cNvPr id="8" name="Object 4"/>
          <p:cNvGraphicFramePr>
            <a:graphicFrameLocks noChangeAspect="1"/>
          </p:cNvGraphicFramePr>
          <p:nvPr/>
        </p:nvGraphicFramePr>
        <p:xfrm>
          <a:off x="3739383" y="765120"/>
          <a:ext cx="1414463" cy="530225"/>
        </p:xfrm>
        <a:graphic>
          <a:graphicData uri="http://schemas.openxmlformats.org/presentationml/2006/ole">
            <mc:AlternateContent xmlns:mc="http://schemas.openxmlformats.org/markup-compatibility/2006">
              <mc:Choice xmlns:v="urn:schemas-microsoft-com:vml" Requires="v">
                <p:oleObj spid="_x0000_s103577" name="Equation" r:id="rId15" imgW="749160" imgH="279360" progId="Equation.DSMT4">
                  <p:embed/>
                </p:oleObj>
              </mc:Choice>
              <mc:Fallback>
                <p:oleObj name="Equation" r:id="rId15" imgW="749160" imgH="27936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39383" y="765120"/>
                        <a:ext cx="1414463"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1155" name="Object 19"/>
          <p:cNvGraphicFramePr>
            <a:graphicFrameLocks noChangeAspect="1"/>
          </p:cNvGraphicFramePr>
          <p:nvPr/>
        </p:nvGraphicFramePr>
        <p:xfrm>
          <a:off x="1788160" y="2622233"/>
          <a:ext cx="3776663" cy="711200"/>
        </p:xfrm>
        <a:graphic>
          <a:graphicData uri="http://schemas.openxmlformats.org/presentationml/2006/ole">
            <mc:AlternateContent xmlns:mc="http://schemas.openxmlformats.org/markup-compatibility/2006">
              <mc:Choice xmlns:v="urn:schemas-microsoft-com:vml" Requires="v">
                <p:oleObj spid="_x0000_s103578" name="Equation" r:id="rId17" imgW="2895480" imgH="545760" progId="Equation.DSMT4">
                  <p:embed/>
                </p:oleObj>
              </mc:Choice>
              <mc:Fallback>
                <p:oleObj name="Equation" r:id="rId17" imgW="2895480" imgH="545760" progId="Equation.DSMT4">
                  <p:embed/>
                  <p:pic>
                    <p:nvPicPr>
                      <p:cNvPr id="0" name="Object 1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88160" y="2622233"/>
                        <a:ext cx="3776663"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15"/>
          <p:cNvSpPr txBox="1">
            <a:spLocks noChangeArrowheads="1"/>
          </p:cNvSpPr>
          <p:nvPr/>
        </p:nvSpPr>
        <p:spPr bwMode="auto">
          <a:xfrm>
            <a:off x="741680" y="3329940"/>
            <a:ext cx="7708637"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实际上，                                       ，误差为                                   </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9" name="Object 18"/>
          <p:cNvGraphicFramePr>
            <a:graphicFrameLocks noChangeAspect="1"/>
          </p:cNvGraphicFramePr>
          <p:nvPr/>
        </p:nvGraphicFramePr>
        <p:xfrm>
          <a:off x="1778438" y="3451718"/>
          <a:ext cx="2244725" cy="250825"/>
        </p:xfrm>
        <a:graphic>
          <a:graphicData uri="http://schemas.openxmlformats.org/presentationml/2006/ole">
            <mc:AlternateContent xmlns:mc="http://schemas.openxmlformats.org/markup-compatibility/2006">
              <mc:Choice xmlns:v="urn:schemas-microsoft-com:vml" Requires="v">
                <p:oleObj spid="_x0000_s103579" name="Equation" r:id="rId19" imgW="1701720" imgH="190440" progId="Equation.DSMT4">
                  <p:embed/>
                </p:oleObj>
              </mc:Choice>
              <mc:Fallback>
                <p:oleObj name="Equation" r:id="rId19" imgW="1701720" imgH="190440" progId="Equation.DSMT4">
                  <p:embed/>
                  <p:pic>
                    <p:nvPicPr>
                      <p:cNvPr id="0" name="Picture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778438" y="3451718"/>
                        <a:ext cx="2244725" cy="25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18"/>
          <p:cNvGraphicFramePr>
            <a:graphicFrameLocks noChangeAspect="1"/>
          </p:cNvGraphicFramePr>
          <p:nvPr/>
        </p:nvGraphicFramePr>
        <p:xfrm>
          <a:off x="5160032" y="3401576"/>
          <a:ext cx="1927225" cy="350837"/>
        </p:xfrm>
        <a:graphic>
          <a:graphicData uri="http://schemas.openxmlformats.org/presentationml/2006/ole">
            <mc:AlternateContent xmlns:mc="http://schemas.openxmlformats.org/markup-compatibility/2006">
              <mc:Choice xmlns:v="urn:schemas-microsoft-com:vml" Requires="v">
                <p:oleObj spid="_x0000_s103580" name="Equation" r:id="rId21" imgW="1460160" imgH="266400" progId="Equation.DSMT4">
                  <p:embed/>
                </p:oleObj>
              </mc:Choice>
              <mc:Fallback>
                <p:oleObj name="Equation" r:id="rId21" imgW="1460160" imgH="266400" progId="Equation.DSMT4">
                  <p:embed/>
                  <p:pic>
                    <p:nvPicPr>
                      <p:cNvPr id="0" name="Picture 12"/>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60032" y="3401576"/>
                        <a:ext cx="1927225" cy="350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Text Box 16"/>
          <p:cNvSpPr txBox="1">
            <a:spLocks noChangeArrowheads="1"/>
          </p:cNvSpPr>
          <p:nvPr/>
        </p:nvSpPr>
        <p:spPr bwMode="auto">
          <a:xfrm>
            <a:off x="739930" y="3858260"/>
            <a:ext cx="7762939"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用</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公式，则有                                       ，误差为                                </a:t>
            </a:r>
            <a:r>
              <a:rPr lang="en-US" altLang="zh-CN" sz="2000" dirty="0" smtClean="0">
                <a:solidFill>
                  <a:schemeClr val="dk1"/>
                </a:solidFill>
                <a:latin typeface="Calibri" pitchFamily="34" charset="0"/>
                <a:ea typeface="宋体" pitchFamily="2" charset="-122"/>
                <a:sym typeface="Symbol" pitchFamily="18" charset="2"/>
              </a:rPr>
              <a:t>.</a:t>
            </a:r>
            <a:endParaRPr lang="en-US" altLang="zh-CN" dirty="0">
              <a:sym typeface="Symbol" pitchFamily="18" charset="2"/>
            </a:endParaRPr>
          </a:p>
        </p:txBody>
      </p:sp>
      <p:graphicFrame>
        <p:nvGraphicFramePr>
          <p:cNvPr id="11" name="Object 18"/>
          <p:cNvGraphicFramePr>
            <a:graphicFrameLocks noChangeAspect="1"/>
          </p:cNvGraphicFramePr>
          <p:nvPr/>
        </p:nvGraphicFramePr>
        <p:xfrm>
          <a:off x="3241829" y="3992948"/>
          <a:ext cx="2244725" cy="250825"/>
        </p:xfrm>
        <a:graphic>
          <a:graphicData uri="http://schemas.openxmlformats.org/presentationml/2006/ole">
            <mc:AlternateContent xmlns:mc="http://schemas.openxmlformats.org/markup-compatibility/2006">
              <mc:Choice xmlns:v="urn:schemas-microsoft-com:vml" Requires="v">
                <p:oleObj spid="_x0000_s103581" name="Equation" r:id="rId23" imgW="1701720" imgH="190440" progId="Equation.DSMT4">
                  <p:embed/>
                </p:oleObj>
              </mc:Choice>
              <mc:Fallback>
                <p:oleObj name="Equation" r:id="rId23" imgW="1701720" imgH="190440" progId="Equation.DSMT4">
                  <p:embed/>
                  <p:pic>
                    <p:nvPicPr>
                      <p:cNvPr id="0" name="Picture 13"/>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241829" y="3992948"/>
                        <a:ext cx="2244725" cy="250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 name="Object 18"/>
          <p:cNvGraphicFramePr>
            <a:graphicFrameLocks noChangeAspect="1"/>
          </p:cNvGraphicFramePr>
          <p:nvPr/>
        </p:nvGraphicFramePr>
        <p:xfrm>
          <a:off x="6494354" y="3924081"/>
          <a:ext cx="1793875" cy="350838"/>
        </p:xfrm>
        <a:graphic>
          <a:graphicData uri="http://schemas.openxmlformats.org/presentationml/2006/ole">
            <mc:AlternateContent xmlns:mc="http://schemas.openxmlformats.org/markup-compatibility/2006">
              <mc:Choice xmlns:v="urn:schemas-microsoft-com:vml" Requires="v">
                <p:oleObj spid="_x0000_s103582" name="Equation" r:id="rId25" imgW="1358640" imgH="266400" progId="Equation.DSMT4">
                  <p:embed/>
                </p:oleObj>
              </mc:Choice>
              <mc:Fallback>
                <p:oleObj name="Equation" r:id="rId25" imgW="1358640" imgH="266400" progId="Equation.DSMT4">
                  <p:embed/>
                  <p:pic>
                    <p:nvPicPr>
                      <p:cNvPr id="0" name="Picture 14"/>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494354" y="3924081"/>
                        <a:ext cx="1793875" cy="350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linds(horizontal)">
                                      <p:cBhvr>
                                        <p:cTn id="25" dur="500"/>
                                        <p:tgtEl>
                                          <p:spTgt spid="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blinds(horizontal)">
                                      <p:cBhvr>
                                        <p:cTn id="30" dur="500"/>
                                        <p:tgtEl>
                                          <p:spTgt spid="6"/>
                                        </p:tgtEl>
                                      </p:cBhvr>
                                    </p:animEffect>
                                  </p:childTnLst>
                                </p:cTn>
                              </p:par>
                              <p:par>
                                <p:cTn id="31" presetID="3" presetClass="entr" presetSubtype="10" fill="hold" nodeType="withEffect">
                                  <p:stCondLst>
                                    <p:cond delay="0"/>
                                  </p:stCondLst>
                                  <p:childTnLst>
                                    <p:set>
                                      <p:cBhvr>
                                        <p:cTn id="32" dur="1" fill="hold">
                                          <p:stCondLst>
                                            <p:cond delay="0"/>
                                          </p:stCondLst>
                                        </p:cTn>
                                        <p:tgtEl>
                                          <p:spTgt spid="133124"/>
                                        </p:tgtEl>
                                        <p:attrNameLst>
                                          <p:attrName>style.visibility</p:attrName>
                                        </p:attrNameLst>
                                      </p:cBhvr>
                                      <p:to>
                                        <p:strVal val="visible"/>
                                      </p:to>
                                    </p:set>
                                    <p:animEffect transition="in" filter="blinds(horizontal)">
                                      <p:cBhvr>
                                        <p:cTn id="33" dur="500"/>
                                        <p:tgtEl>
                                          <p:spTgt spid="133124"/>
                                        </p:tgtEl>
                                      </p:cBhvr>
                                    </p:animEffect>
                                  </p:childTnLst>
                                </p:cTn>
                              </p:par>
                              <p:par>
                                <p:cTn id="34" presetID="3" presetClass="entr" presetSubtype="1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par>
                                <p:cTn id="37" presetID="3" presetClass="entr" presetSubtype="10" fill="hold" nodeType="withEffect">
                                  <p:stCondLst>
                                    <p:cond delay="0"/>
                                  </p:stCondLst>
                                  <p:childTnLst>
                                    <p:set>
                                      <p:cBhvr>
                                        <p:cTn id="38" dur="1" fill="hold">
                                          <p:stCondLst>
                                            <p:cond delay="0"/>
                                          </p:stCondLst>
                                        </p:cTn>
                                        <p:tgtEl>
                                          <p:spTgt spid="2"/>
                                        </p:tgtEl>
                                        <p:attrNameLst>
                                          <p:attrName>style.visibility</p:attrName>
                                        </p:attrNameLst>
                                      </p:cBhvr>
                                      <p:to>
                                        <p:strVal val="visible"/>
                                      </p:to>
                                    </p:set>
                                    <p:animEffect transition="in" filter="blinds(horizontal)">
                                      <p:cBhvr>
                                        <p:cTn id="39" dur="500"/>
                                        <p:tgtEl>
                                          <p:spTgt spid="2"/>
                                        </p:tgtEl>
                                      </p:cBhvr>
                                    </p:animEffect>
                                  </p:childTnLst>
                                </p:cTn>
                              </p:par>
                              <p:par>
                                <p:cTn id="40" presetID="3" presetClass="entr" presetSubtype="10" fill="hold" nodeType="with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par>
                                <p:cTn id="43" presetID="3" presetClass="entr" presetSubtype="10" fill="hold" nodeType="withEffect">
                                  <p:stCondLst>
                                    <p:cond delay="0"/>
                                  </p:stCondLst>
                                  <p:childTnLst>
                                    <p:set>
                                      <p:cBhvr>
                                        <p:cTn id="44" dur="1" fill="hold">
                                          <p:stCondLst>
                                            <p:cond delay="0"/>
                                          </p:stCondLst>
                                        </p:cTn>
                                        <p:tgtEl>
                                          <p:spTgt spid="4"/>
                                        </p:tgtEl>
                                        <p:attrNameLst>
                                          <p:attrName>style.visibility</p:attrName>
                                        </p:attrNameLst>
                                      </p:cBhvr>
                                      <p:to>
                                        <p:strVal val="visible"/>
                                      </p:to>
                                    </p:set>
                                    <p:animEffect transition="in" filter="blinds(horizontal)">
                                      <p:cBhvr>
                                        <p:cTn id="45" dur="500"/>
                                        <p:tgtEl>
                                          <p:spTgt spid="4"/>
                                        </p:tgtEl>
                                      </p:cBhvr>
                                    </p:animEffect>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nodeType="clickEffect">
                                  <p:stCondLst>
                                    <p:cond delay="0"/>
                                  </p:stCondLst>
                                  <p:childTnLst>
                                    <p:set>
                                      <p:cBhvr>
                                        <p:cTn id="49" dur="1" fill="hold">
                                          <p:stCondLst>
                                            <p:cond delay="0"/>
                                          </p:stCondLst>
                                        </p:cTn>
                                        <p:tgtEl>
                                          <p:spTgt spid="91154"/>
                                        </p:tgtEl>
                                        <p:attrNameLst>
                                          <p:attrName>style.visibility</p:attrName>
                                        </p:attrNameLst>
                                      </p:cBhvr>
                                      <p:to>
                                        <p:strVal val="visible"/>
                                      </p:to>
                                    </p:set>
                                    <p:anim calcmode="lin" valueType="num">
                                      <p:cBhvr additive="base">
                                        <p:cTn id="50" dur="500" fill="hold"/>
                                        <p:tgtEl>
                                          <p:spTgt spid="91154"/>
                                        </p:tgtEl>
                                        <p:attrNameLst>
                                          <p:attrName>ppt_x</p:attrName>
                                        </p:attrNameLst>
                                      </p:cBhvr>
                                      <p:tavLst>
                                        <p:tav tm="0">
                                          <p:val>
                                            <p:strVal val="#ppt_x"/>
                                          </p:val>
                                        </p:tav>
                                        <p:tav tm="100000">
                                          <p:val>
                                            <p:strVal val="#ppt_x"/>
                                          </p:val>
                                        </p:tav>
                                      </p:tavLst>
                                    </p:anim>
                                    <p:anim calcmode="lin" valueType="num">
                                      <p:cBhvr additive="base">
                                        <p:cTn id="51" dur="500" fill="hold"/>
                                        <p:tgtEl>
                                          <p:spTgt spid="91154"/>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13"/>
                                        </p:tgtEl>
                                        <p:attrNameLst>
                                          <p:attrName>style.visibility</p:attrName>
                                        </p:attrNameLst>
                                      </p:cBhvr>
                                      <p:to>
                                        <p:strVal val="visible"/>
                                      </p:to>
                                    </p:set>
                                    <p:anim calcmode="lin" valueType="num">
                                      <p:cBhvr additive="base">
                                        <p:cTn id="56" dur="500" fill="hold"/>
                                        <p:tgtEl>
                                          <p:spTgt spid="13"/>
                                        </p:tgtEl>
                                        <p:attrNameLst>
                                          <p:attrName>ppt_x</p:attrName>
                                        </p:attrNameLst>
                                      </p:cBhvr>
                                      <p:tavLst>
                                        <p:tav tm="0">
                                          <p:val>
                                            <p:strVal val="#ppt_x"/>
                                          </p:val>
                                        </p:tav>
                                        <p:tav tm="100000">
                                          <p:val>
                                            <p:strVal val="#ppt_x"/>
                                          </p:val>
                                        </p:tav>
                                      </p:tavLst>
                                    </p:anim>
                                    <p:anim calcmode="lin" valueType="num">
                                      <p:cBhvr additive="base">
                                        <p:cTn id="57" dur="500" fill="hold"/>
                                        <p:tgtEl>
                                          <p:spTgt spid="13"/>
                                        </p:tgtEl>
                                        <p:attrNameLst>
                                          <p:attrName>ppt_y</p:attrName>
                                        </p:attrNameLst>
                                      </p:cBhvr>
                                      <p:tavLst>
                                        <p:tav tm="0">
                                          <p:val>
                                            <p:strVal val="1+#ppt_h/2"/>
                                          </p:val>
                                        </p:tav>
                                        <p:tav tm="100000">
                                          <p:val>
                                            <p:strVal val="#ppt_y"/>
                                          </p:val>
                                        </p:tav>
                                      </p:tavLst>
                                    </p:anim>
                                  </p:childTnLst>
                                </p:cTn>
                              </p:par>
                              <p:par>
                                <p:cTn id="58" presetID="2" presetClass="entr" presetSubtype="4" fill="hold" nodeType="withEffect">
                                  <p:stCondLst>
                                    <p:cond delay="0"/>
                                  </p:stCondLst>
                                  <p:childTnLst>
                                    <p:set>
                                      <p:cBhvr>
                                        <p:cTn id="59" dur="1" fill="hold">
                                          <p:stCondLst>
                                            <p:cond delay="0"/>
                                          </p:stCondLst>
                                        </p:cTn>
                                        <p:tgtEl>
                                          <p:spTgt spid="91155"/>
                                        </p:tgtEl>
                                        <p:attrNameLst>
                                          <p:attrName>style.visibility</p:attrName>
                                        </p:attrNameLst>
                                      </p:cBhvr>
                                      <p:to>
                                        <p:strVal val="visible"/>
                                      </p:to>
                                    </p:set>
                                    <p:anim calcmode="lin" valueType="num">
                                      <p:cBhvr additive="base">
                                        <p:cTn id="60" dur="500" fill="hold"/>
                                        <p:tgtEl>
                                          <p:spTgt spid="91155"/>
                                        </p:tgtEl>
                                        <p:attrNameLst>
                                          <p:attrName>ppt_x</p:attrName>
                                        </p:attrNameLst>
                                      </p:cBhvr>
                                      <p:tavLst>
                                        <p:tav tm="0">
                                          <p:val>
                                            <p:strVal val="#ppt_x"/>
                                          </p:val>
                                        </p:tav>
                                        <p:tav tm="100000">
                                          <p:val>
                                            <p:strVal val="#ppt_x"/>
                                          </p:val>
                                        </p:tav>
                                      </p:tavLst>
                                    </p:anim>
                                    <p:anim calcmode="lin" valueType="num">
                                      <p:cBhvr additive="base">
                                        <p:cTn id="61" dur="500" fill="hold"/>
                                        <p:tgtEl>
                                          <p:spTgt spid="91155"/>
                                        </p:tgtEl>
                                        <p:attrNameLst>
                                          <p:attrName>ppt_y</p:attrName>
                                        </p:attrNameLst>
                                      </p:cBhvr>
                                      <p:tavLst>
                                        <p:tav tm="0">
                                          <p:val>
                                            <p:strVal val="1+#ppt_h/2"/>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blinds(horizontal)">
                                      <p:cBhvr>
                                        <p:cTn id="66" dur="500"/>
                                        <p:tgtEl>
                                          <p:spTgt spid="17"/>
                                        </p:tgtEl>
                                      </p:cBhvr>
                                    </p:animEffect>
                                  </p:childTnLst>
                                </p:cTn>
                              </p:par>
                              <p:par>
                                <p:cTn id="67" presetID="3" presetClass="entr" presetSubtype="10" fill="hold" nodeType="withEffect">
                                  <p:stCondLst>
                                    <p:cond delay="0"/>
                                  </p:stCondLst>
                                  <p:childTnLst>
                                    <p:set>
                                      <p:cBhvr>
                                        <p:cTn id="68" dur="1" fill="hold">
                                          <p:stCondLst>
                                            <p:cond delay="0"/>
                                          </p:stCondLst>
                                        </p:cTn>
                                        <p:tgtEl>
                                          <p:spTgt spid="9"/>
                                        </p:tgtEl>
                                        <p:attrNameLst>
                                          <p:attrName>style.visibility</p:attrName>
                                        </p:attrNameLst>
                                      </p:cBhvr>
                                      <p:to>
                                        <p:strVal val="visible"/>
                                      </p:to>
                                    </p:set>
                                    <p:animEffect transition="in" filter="blinds(horizontal)">
                                      <p:cBhvr>
                                        <p:cTn id="69" dur="500"/>
                                        <p:tgtEl>
                                          <p:spTgt spid="9"/>
                                        </p:tgtEl>
                                      </p:cBhvr>
                                    </p:animEffect>
                                  </p:childTnLst>
                                </p:cTn>
                              </p:par>
                              <p:par>
                                <p:cTn id="70" presetID="3" presetClass="entr" presetSubtype="10" fill="hold" nodeType="withEffect">
                                  <p:stCondLst>
                                    <p:cond delay="0"/>
                                  </p:stCondLst>
                                  <p:childTnLst>
                                    <p:set>
                                      <p:cBhvr>
                                        <p:cTn id="71" dur="1" fill="hold">
                                          <p:stCondLst>
                                            <p:cond delay="0"/>
                                          </p:stCondLst>
                                        </p:cTn>
                                        <p:tgtEl>
                                          <p:spTgt spid="10"/>
                                        </p:tgtEl>
                                        <p:attrNameLst>
                                          <p:attrName>style.visibility</p:attrName>
                                        </p:attrNameLst>
                                      </p:cBhvr>
                                      <p:to>
                                        <p:strVal val="visible"/>
                                      </p:to>
                                    </p:set>
                                    <p:animEffect transition="in" filter="blinds(horizontal)">
                                      <p:cBhvr>
                                        <p:cTn id="72" dur="500"/>
                                        <p:tgtEl>
                                          <p:spTgt spid="10"/>
                                        </p:tgtEl>
                                      </p:cBhvr>
                                    </p:animEffect>
                                  </p:childTnLst>
                                </p:cTn>
                              </p:par>
                            </p:childTnLst>
                          </p:cTn>
                        </p:par>
                      </p:childTnLst>
                    </p:cTn>
                  </p:par>
                  <p:par>
                    <p:cTn id="73" fill="hold">
                      <p:stCondLst>
                        <p:cond delay="indefinite"/>
                      </p:stCondLst>
                      <p:childTnLst>
                        <p:par>
                          <p:cTn id="74" fill="hold">
                            <p:stCondLst>
                              <p:cond delay="0"/>
                            </p:stCondLst>
                            <p:childTnLst>
                              <p:par>
                                <p:cTn id="75" presetID="3" presetClass="entr" presetSubtype="10" fill="hold" grpId="0"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blinds(horizontal)">
                                      <p:cBhvr>
                                        <p:cTn id="77" dur="500"/>
                                        <p:tgtEl>
                                          <p:spTgt spid="21"/>
                                        </p:tgtEl>
                                      </p:cBhvr>
                                    </p:animEffect>
                                  </p:childTnLst>
                                </p:cTn>
                              </p:par>
                              <p:par>
                                <p:cTn id="78" presetID="3" presetClass="entr" presetSubtype="10" fill="hold" nodeType="withEffect">
                                  <p:stCondLst>
                                    <p:cond delay="0"/>
                                  </p:stCondLst>
                                  <p:childTnLst>
                                    <p:set>
                                      <p:cBhvr>
                                        <p:cTn id="79" dur="1" fill="hold">
                                          <p:stCondLst>
                                            <p:cond delay="0"/>
                                          </p:stCondLst>
                                        </p:cTn>
                                        <p:tgtEl>
                                          <p:spTgt spid="11"/>
                                        </p:tgtEl>
                                        <p:attrNameLst>
                                          <p:attrName>style.visibility</p:attrName>
                                        </p:attrNameLst>
                                      </p:cBhvr>
                                      <p:to>
                                        <p:strVal val="visible"/>
                                      </p:to>
                                    </p:set>
                                    <p:animEffect transition="in" filter="blinds(horizontal)">
                                      <p:cBhvr>
                                        <p:cTn id="80" dur="500"/>
                                        <p:tgtEl>
                                          <p:spTgt spid="11"/>
                                        </p:tgtEl>
                                      </p:cBhvr>
                                    </p:animEffect>
                                  </p:childTnLst>
                                </p:cTn>
                              </p:par>
                              <p:par>
                                <p:cTn id="81" presetID="3" presetClass="entr" presetSubtype="10" fill="hold" nodeType="with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blinds(horizontal)">
                                      <p:cBhvr>
                                        <p:cTn id="8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p:bldP spid="13" grpId="0"/>
      <p:bldP spid="17" grpId="0"/>
      <p:bldP spid="21"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065144"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872480" y="386080"/>
            <a:ext cx="311912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65144" y="194945"/>
            <a:ext cx="280733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几种</a:t>
            </a:r>
            <a:r>
              <a:rPr lang="en-US" altLang="zh-CN" sz="2000" b="1" dirty="0" smtClean="0">
                <a:solidFill>
                  <a:srgbClr val="314865"/>
                </a:solidFill>
                <a:latin typeface="+mj-ea"/>
              </a:rPr>
              <a:t>Gauss</a:t>
            </a:r>
            <a:r>
              <a:rPr lang="zh-CN" altLang="en-US" sz="2000" b="1" dirty="0" smtClean="0">
                <a:solidFill>
                  <a:srgbClr val="314865"/>
                </a:solidFill>
                <a:latin typeface="+mj-ea"/>
              </a:rPr>
              <a:t>型求积公式</a:t>
            </a:r>
            <a:endParaRPr lang="zh-CN" altLang="en-US" sz="2000" b="1" dirty="0">
              <a:solidFill>
                <a:srgbClr val="314865"/>
              </a:solidFill>
              <a:latin typeface="+mj-ea"/>
            </a:endParaRPr>
          </a:p>
        </p:txBody>
      </p:sp>
      <p:sp>
        <p:nvSpPr>
          <p:cNvPr id="5" name="Text Box 4"/>
          <p:cNvSpPr txBox="1">
            <a:spLocks noChangeArrowheads="1"/>
          </p:cNvSpPr>
          <p:nvPr/>
        </p:nvSpPr>
        <p:spPr bwMode="auto">
          <a:xfrm>
            <a:off x="366460" y="650240"/>
            <a:ext cx="8252723"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由于</a:t>
            </a:r>
          </a:p>
        </p:txBody>
      </p:sp>
      <p:graphicFrame>
        <p:nvGraphicFramePr>
          <p:cNvPr id="92188" name="Object 28"/>
          <p:cNvGraphicFramePr>
            <a:graphicFrameLocks noChangeAspect="1"/>
          </p:cNvGraphicFramePr>
          <p:nvPr/>
        </p:nvGraphicFramePr>
        <p:xfrm>
          <a:off x="1088708" y="641350"/>
          <a:ext cx="5818187" cy="568325"/>
        </p:xfrm>
        <a:graphic>
          <a:graphicData uri="http://schemas.openxmlformats.org/presentationml/2006/ole">
            <mc:AlternateContent xmlns:mc="http://schemas.openxmlformats.org/markup-compatibility/2006">
              <mc:Choice xmlns:v="urn:schemas-microsoft-com:vml" Requires="v">
                <p:oleObj spid="_x0000_s104536" name="Equation" r:id="rId3" imgW="5194080" imgH="507960" progId="Equation.DSMT4">
                  <p:embed/>
                </p:oleObj>
              </mc:Choice>
              <mc:Fallback>
                <p:oleObj name="Equation" r:id="rId3" imgW="5194080" imgH="507960" progId="Equation.DSMT4">
                  <p:embed/>
                  <p:pic>
                    <p:nvPicPr>
                      <p:cNvPr id="0" name="Object 2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88708" y="641350"/>
                        <a:ext cx="5818187" cy="568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7"/>
          <p:cNvSpPr txBox="1">
            <a:spLocks noChangeArrowheads="1"/>
          </p:cNvSpPr>
          <p:nvPr/>
        </p:nvSpPr>
        <p:spPr bwMode="auto">
          <a:xfrm>
            <a:off x="355950" y="1272630"/>
            <a:ext cx="8346616" cy="492443"/>
          </a:xfrm>
          <a:prstGeom prst="rect">
            <a:avLst/>
          </a:prstGeom>
          <a:noFill/>
          <a:ln w="9525">
            <a:noFill/>
            <a:miter lim="800000"/>
            <a:headEnd/>
            <a:tailEnd/>
          </a:ln>
        </p:spPr>
        <p:txBody>
          <a:bodyPr wrap="square">
            <a:spAutoFit/>
          </a:bodyPr>
          <a:lstStyle/>
          <a:p>
            <a:pPr>
              <a:lnSpc>
                <a:spcPct val="130000"/>
              </a:lnSpc>
            </a:pPr>
            <a:r>
              <a:rPr lang="zh-CN" altLang="en-US" sz="2000" dirty="0" smtClean="0">
                <a:solidFill>
                  <a:schemeClr val="dk1"/>
                </a:solidFill>
                <a:latin typeface="Calibri" pitchFamily="34" charset="0"/>
                <a:ea typeface="宋体" pitchFamily="2" charset="-122"/>
                <a:sym typeface="Symbol" pitchFamily="18" charset="2"/>
              </a:rPr>
              <a:t>因此，       上权函数               的</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型求积公式为</a:t>
            </a:r>
          </a:p>
        </p:txBody>
      </p:sp>
      <p:graphicFrame>
        <p:nvGraphicFramePr>
          <p:cNvPr id="92189" name="Object 29"/>
          <p:cNvGraphicFramePr>
            <a:graphicFrameLocks noChangeAspect="1"/>
          </p:cNvGraphicFramePr>
          <p:nvPr/>
        </p:nvGraphicFramePr>
        <p:xfrm>
          <a:off x="1147065" y="1654673"/>
          <a:ext cx="4200525" cy="693737"/>
        </p:xfrm>
        <a:graphic>
          <a:graphicData uri="http://schemas.openxmlformats.org/presentationml/2006/ole">
            <mc:AlternateContent xmlns:mc="http://schemas.openxmlformats.org/markup-compatibility/2006">
              <mc:Choice xmlns:v="urn:schemas-microsoft-com:vml" Requires="v">
                <p:oleObj spid="_x0000_s104537" name="Equation" r:id="rId5" imgW="3771720" imgH="622080" progId="Equation.DSMT4">
                  <p:embed/>
                </p:oleObj>
              </mc:Choice>
              <mc:Fallback>
                <p:oleObj name="Equation" r:id="rId5" imgW="3771720" imgH="622080" progId="Equation.DSMT4">
                  <p:embed/>
                  <p:pic>
                    <p:nvPicPr>
                      <p:cNvPr id="0" name="Object 2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47065" y="1654673"/>
                        <a:ext cx="4200525" cy="693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20"/>
          <p:cNvSpPr txBox="1">
            <a:spLocks noChangeArrowheads="1"/>
          </p:cNvSpPr>
          <p:nvPr/>
        </p:nvSpPr>
        <p:spPr bwMode="auto">
          <a:xfrm>
            <a:off x="362258" y="2353881"/>
            <a:ext cx="8319287"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求积误差可表示为</a:t>
            </a:r>
          </a:p>
        </p:txBody>
      </p:sp>
      <p:graphicFrame>
        <p:nvGraphicFramePr>
          <p:cNvPr id="92192" name="Object 32"/>
          <p:cNvGraphicFramePr>
            <a:graphicFrameLocks noChangeAspect="1"/>
          </p:cNvGraphicFramePr>
          <p:nvPr/>
        </p:nvGraphicFramePr>
        <p:xfrm>
          <a:off x="2544488" y="2286663"/>
          <a:ext cx="4189413" cy="701675"/>
        </p:xfrm>
        <a:graphic>
          <a:graphicData uri="http://schemas.openxmlformats.org/presentationml/2006/ole">
            <mc:AlternateContent xmlns:mc="http://schemas.openxmlformats.org/markup-compatibility/2006">
              <mc:Choice xmlns:v="urn:schemas-microsoft-com:vml" Requires="v">
                <p:oleObj spid="_x0000_s104538" name="Equation" r:id="rId7" imgW="3492360" imgH="583920" progId="Equation.DSMT4">
                  <p:embed/>
                </p:oleObj>
              </mc:Choice>
              <mc:Fallback>
                <p:oleObj name="Equation" r:id="rId7" imgW="3492360" imgH="583920" progId="Equation.DSMT4">
                  <p:embed/>
                  <p:pic>
                    <p:nvPicPr>
                      <p:cNvPr id="0" name="Object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44488" y="2286663"/>
                        <a:ext cx="4189413"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28"/>
          <p:cNvGraphicFramePr>
            <a:graphicFrameLocks noChangeAspect="1"/>
          </p:cNvGraphicFramePr>
          <p:nvPr/>
        </p:nvGraphicFramePr>
        <p:xfrm>
          <a:off x="1107856" y="1360982"/>
          <a:ext cx="484188" cy="284163"/>
        </p:xfrm>
        <a:graphic>
          <a:graphicData uri="http://schemas.openxmlformats.org/presentationml/2006/ole">
            <mc:AlternateContent xmlns:mc="http://schemas.openxmlformats.org/markup-compatibility/2006">
              <mc:Choice xmlns:v="urn:schemas-microsoft-com:vml" Requires="v">
                <p:oleObj spid="_x0000_s104539" name="Equation" r:id="rId9" imgW="431640" imgH="253800" progId="Equation.DSMT4">
                  <p:embed/>
                </p:oleObj>
              </mc:Choice>
              <mc:Fallback>
                <p:oleObj name="Equation" r:id="rId9" imgW="431640" imgH="25380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7856" y="1360982"/>
                        <a:ext cx="484188" cy="284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28"/>
          <p:cNvGraphicFramePr>
            <a:graphicFrameLocks noChangeAspect="1"/>
          </p:cNvGraphicFramePr>
          <p:nvPr/>
        </p:nvGraphicFramePr>
        <p:xfrm>
          <a:off x="2625177" y="1398042"/>
          <a:ext cx="782638" cy="284162"/>
        </p:xfrm>
        <a:graphic>
          <a:graphicData uri="http://schemas.openxmlformats.org/presentationml/2006/ole">
            <mc:AlternateContent xmlns:mc="http://schemas.openxmlformats.org/markup-compatibility/2006">
              <mc:Choice xmlns:v="urn:schemas-microsoft-com:vml" Requires="v">
                <p:oleObj spid="_x0000_s104540" name="Equation" r:id="rId11" imgW="698400" imgH="253800" progId="Equation.DSMT4">
                  <p:embed/>
                </p:oleObj>
              </mc:Choice>
              <mc:Fallback>
                <p:oleObj name="Equation" r:id="rId11" imgW="698400" imgH="25380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25177" y="1398042"/>
                        <a:ext cx="782638" cy="284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9"/>
          <p:cNvSpPr txBox="1">
            <a:spLocks noChangeArrowheads="1"/>
          </p:cNvSpPr>
          <p:nvPr/>
        </p:nvSpPr>
        <p:spPr bwMode="auto">
          <a:xfrm>
            <a:off x="386080" y="2964540"/>
            <a:ext cx="8085258"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例</a:t>
            </a:r>
            <a:r>
              <a:rPr lang="en-US" altLang="zh-CN" sz="2000" dirty="0" smtClean="0">
                <a:solidFill>
                  <a:schemeClr val="dk1"/>
                </a:solidFill>
                <a:latin typeface="Calibri" pitchFamily="34" charset="0"/>
                <a:ea typeface="宋体" pitchFamily="2" charset="-122"/>
                <a:sym typeface="Symbol" pitchFamily="18" charset="2"/>
              </a:rPr>
              <a:t>2  </a:t>
            </a:r>
            <a:r>
              <a:rPr lang="zh-CN" altLang="en-US" sz="2000" dirty="0" smtClean="0">
                <a:solidFill>
                  <a:schemeClr val="dk1"/>
                </a:solidFill>
                <a:latin typeface="Calibri" pitchFamily="34" charset="0"/>
                <a:ea typeface="宋体" pitchFamily="2" charset="-122"/>
                <a:sym typeface="Symbol" pitchFamily="18" charset="2"/>
              </a:rPr>
              <a:t>用</a:t>
            </a:r>
            <a:r>
              <a:rPr lang="en-US" altLang="zh-CN" sz="2000" dirty="0" smtClean="0">
                <a:solidFill>
                  <a:schemeClr val="dk1"/>
                </a:solidFill>
                <a:latin typeface="Calibri" pitchFamily="34" charset="0"/>
                <a:ea typeface="宋体" pitchFamily="2" charset="-122"/>
                <a:sym typeface="Symbol" pitchFamily="18" charset="2"/>
              </a:rPr>
              <a:t>3</a:t>
            </a:r>
            <a:r>
              <a:rPr lang="zh-CN" altLang="en-US" sz="2000" dirty="0" smtClean="0">
                <a:solidFill>
                  <a:schemeClr val="dk1"/>
                </a:solidFill>
                <a:latin typeface="Calibri" pitchFamily="34" charset="0"/>
                <a:ea typeface="宋体" pitchFamily="2" charset="-122"/>
                <a:sym typeface="Symbol" pitchFamily="18" charset="2"/>
              </a:rPr>
              <a:t>点</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公式计算积分                            </a:t>
            </a:r>
            <a:r>
              <a:rPr lang="en-US" altLang="zh-CN" sz="2000" dirty="0" smtClean="0">
                <a:solidFill>
                  <a:schemeClr val="dk1"/>
                </a:solidFill>
                <a:latin typeface="Calibri" pitchFamily="34" charset="0"/>
                <a:ea typeface="宋体" pitchFamily="2" charset="-122"/>
                <a:sym typeface="Symbol" pitchFamily="18" charset="2"/>
              </a:rPr>
              <a:t>.</a:t>
            </a:r>
            <a:endParaRPr lang="zh-CN" altLang="en-US" sz="2000" dirty="0" smtClean="0">
              <a:solidFill>
                <a:schemeClr val="dk1"/>
              </a:solidFill>
              <a:latin typeface="Calibri" pitchFamily="34" charset="0"/>
              <a:ea typeface="宋体" pitchFamily="2" charset="-122"/>
              <a:sym typeface="Symbol" pitchFamily="18" charset="2"/>
            </a:endParaRPr>
          </a:p>
        </p:txBody>
      </p:sp>
      <p:sp>
        <p:nvSpPr>
          <p:cNvPr id="18" name="Text Box 18"/>
          <p:cNvSpPr txBox="1">
            <a:spLocks noChangeArrowheads="1"/>
          </p:cNvSpPr>
          <p:nvPr/>
        </p:nvSpPr>
        <p:spPr bwMode="auto">
          <a:xfrm>
            <a:off x="409903" y="3456595"/>
            <a:ext cx="7798676"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解  这里</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点和积分系数与上例相同，所以 </a:t>
            </a:r>
          </a:p>
        </p:txBody>
      </p:sp>
      <p:graphicFrame>
        <p:nvGraphicFramePr>
          <p:cNvPr id="92191" name="Object 31"/>
          <p:cNvGraphicFramePr>
            <a:graphicFrameLocks noChangeAspect="1"/>
          </p:cNvGraphicFramePr>
          <p:nvPr/>
        </p:nvGraphicFramePr>
        <p:xfrm>
          <a:off x="914127" y="3829596"/>
          <a:ext cx="5022850" cy="679450"/>
        </p:xfrm>
        <a:graphic>
          <a:graphicData uri="http://schemas.openxmlformats.org/presentationml/2006/ole">
            <mc:AlternateContent xmlns:mc="http://schemas.openxmlformats.org/markup-compatibility/2006">
              <mc:Choice xmlns:v="urn:schemas-microsoft-com:vml" Requires="v">
                <p:oleObj spid="_x0000_s104541" name="Equation" r:id="rId13" imgW="4228920" imgH="571320" progId="Equation.DSMT4">
                  <p:embed/>
                </p:oleObj>
              </mc:Choice>
              <mc:Fallback>
                <p:oleObj name="Equation" r:id="rId13" imgW="4228920" imgH="571320" progId="Equation.DSMT4">
                  <p:embed/>
                  <p:pic>
                    <p:nvPicPr>
                      <p:cNvPr id="0"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4127" y="3829596"/>
                        <a:ext cx="5022850"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12"/>
          <p:cNvSpPr txBox="1">
            <a:spLocks noChangeArrowheads="1"/>
          </p:cNvSpPr>
          <p:nvPr/>
        </p:nvSpPr>
        <p:spPr bwMode="auto">
          <a:xfrm>
            <a:off x="406400" y="4404360"/>
            <a:ext cx="840232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结果远比</a:t>
            </a:r>
            <a:r>
              <a:rPr lang="en-US" altLang="zh-CN" sz="2000" dirty="0" smtClean="0">
                <a:solidFill>
                  <a:schemeClr val="dk1"/>
                </a:solidFill>
                <a:latin typeface="Calibri" pitchFamily="34" charset="0"/>
                <a:ea typeface="宋体" pitchFamily="2" charset="-122"/>
                <a:sym typeface="Symbol" pitchFamily="18" charset="2"/>
              </a:rPr>
              <a:t>Simpson</a:t>
            </a:r>
            <a:r>
              <a:rPr lang="zh-CN" altLang="en-US" sz="2000" dirty="0" smtClean="0">
                <a:solidFill>
                  <a:schemeClr val="dk1"/>
                </a:solidFill>
                <a:latin typeface="Calibri" pitchFamily="34" charset="0"/>
                <a:ea typeface="宋体" pitchFamily="2" charset="-122"/>
                <a:sym typeface="Symbol" pitchFamily="18" charset="2"/>
              </a:rPr>
              <a:t>公式的结果精确</a:t>
            </a:r>
            <a:r>
              <a:rPr lang="en-US" altLang="zh-CN" sz="2000" dirty="0" smtClean="0">
                <a:solidFill>
                  <a:schemeClr val="dk1"/>
                </a:solidFill>
                <a:latin typeface="Calibri" pitchFamily="34" charset="0"/>
                <a:ea typeface="宋体" pitchFamily="2" charset="-122"/>
                <a:sym typeface="Symbol" pitchFamily="18" charset="2"/>
              </a:rPr>
              <a:t>.</a:t>
            </a:r>
          </a:p>
        </p:txBody>
      </p:sp>
      <p:graphicFrame>
        <p:nvGraphicFramePr>
          <p:cNvPr id="6" name="Object 29"/>
          <p:cNvGraphicFramePr>
            <a:graphicFrameLocks noChangeAspect="1"/>
          </p:cNvGraphicFramePr>
          <p:nvPr/>
        </p:nvGraphicFramePr>
        <p:xfrm>
          <a:off x="3775568" y="2927131"/>
          <a:ext cx="1498600" cy="638175"/>
        </p:xfrm>
        <a:graphic>
          <a:graphicData uri="http://schemas.openxmlformats.org/presentationml/2006/ole">
            <mc:AlternateContent xmlns:mc="http://schemas.openxmlformats.org/markup-compatibility/2006">
              <mc:Choice xmlns:v="urn:schemas-microsoft-com:vml" Requires="v">
                <p:oleObj spid="_x0000_s104542" name="Equation" r:id="rId15" imgW="1346040" imgH="571320" progId="Equation.DSMT4">
                  <p:embed/>
                </p:oleObj>
              </mc:Choice>
              <mc:Fallback>
                <p:oleObj name="Equation" r:id="rId15" imgW="1346040" imgH="571320" progId="Equation.DSMT4">
                  <p:embed/>
                  <p:pic>
                    <p:nvPicPr>
                      <p:cNvPr id="0" name="Picture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775568" y="2927131"/>
                        <a:ext cx="1498600"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92188"/>
                                        </p:tgtEl>
                                        <p:attrNameLst>
                                          <p:attrName>style.visibility</p:attrName>
                                        </p:attrNameLst>
                                      </p:cBhvr>
                                      <p:to>
                                        <p:strVal val="visible"/>
                                      </p:to>
                                    </p:set>
                                    <p:animEffect transition="in" filter="blinds(horizontal)">
                                      <p:cBhvr>
                                        <p:cTn id="25" dur="500"/>
                                        <p:tgtEl>
                                          <p:spTgt spid="9218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linds(horizontal)">
                                      <p:cBhvr>
                                        <p:cTn id="30" dur="500"/>
                                        <p:tgtEl>
                                          <p:spTgt spid="7"/>
                                        </p:tgtEl>
                                      </p:cBhvr>
                                    </p:animEffect>
                                  </p:childTnLst>
                                </p:cTn>
                              </p:par>
                              <p:par>
                                <p:cTn id="31" presetID="3" presetClass="entr" presetSubtype="1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par>
                                <p:cTn id="34" presetID="3" presetClass="entr" presetSubtype="10" fill="hold" nodeType="with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linds(horizontal)">
                                      <p:cBhvr>
                                        <p:cTn id="36" dur="500"/>
                                        <p:tgtEl>
                                          <p:spTgt spid="4"/>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nodeType="clickEffect">
                                  <p:stCondLst>
                                    <p:cond delay="0"/>
                                  </p:stCondLst>
                                  <p:childTnLst>
                                    <p:set>
                                      <p:cBhvr>
                                        <p:cTn id="40" dur="1" fill="hold">
                                          <p:stCondLst>
                                            <p:cond delay="0"/>
                                          </p:stCondLst>
                                        </p:cTn>
                                        <p:tgtEl>
                                          <p:spTgt spid="92189"/>
                                        </p:tgtEl>
                                        <p:attrNameLst>
                                          <p:attrName>style.visibility</p:attrName>
                                        </p:attrNameLst>
                                      </p:cBhvr>
                                      <p:to>
                                        <p:strVal val="visible"/>
                                      </p:to>
                                    </p:set>
                                    <p:animEffect transition="in" filter="blinds(horizontal)">
                                      <p:cBhvr>
                                        <p:cTn id="41" dur="500"/>
                                        <p:tgtEl>
                                          <p:spTgt spid="92189"/>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9"/>
                                        </p:tgtEl>
                                        <p:attrNameLst>
                                          <p:attrName>style.visibility</p:attrName>
                                        </p:attrNameLst>
                                      </p:cBhvr>
                                      <p:to>
                                        <p:strVal val="visible"/>
                                      </p:to>
                                    </p:set>
                                    <p:animEffect transition="in" filter="blinds(horizontal)">
                                      <p:cBhvr>
                                        <p:cTn id="46" dur="500"/>
                                        <p:tgtEl>
                                          <p:spTgt spid="9"/>
                                        </p:tgtEl>
                                      </p:cBhvr>
                                    </p:animEffect>
                                  </p:childTnLst>
                                </p:cTn>
                              </p:par>
                              <p:par>
                                <p:cTn id="47" presetID="3" presetClass="entr" presetSubtype="10" fill="hold" nodeType="withEffect">
                                  <p:stCondLst>
                                    <p:cond delay="0"/>
                                  </p:stCondLst>
                                  <p:childTnLst>
                                    <p:set>
                                      <p:cBhvr>
                                        <p:cTn id="48" dur="1" fill="hold">
                                          <p:stCondLst>
                                            <p:cond delay="0"/>
                                          </p:stCondLst>
                                        </p:cTn>
                                        <p:tgtEl>
                                          <p:spTgt spid="92192"/>
                                        </p:tgtEl>
                                        <p:attrNameLst>
                                          <p:attrName>style.visibility</p:attrName>
                                        </p:attrNameLst>
                                      </p:cBhvr>
                                      <p:to>
                                        <p:strVal val="visible"/>
                                      </p:to>
                                    </p:set>
                                    <p:animEffect transition="in" filter="blinds(horizontal)">
                                      <p:cBhvr>
                                        <p:cTn id="49" dur="500"/>
                                        <p:tgtEl>
                                          <p:spTgt spid="92192"/>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blinds(horizontal)">
                                      <p:cBhvr>
                                        <p:cTn id="54" dur="500"/>
                                        <p:tgtEl>
                                          <p:spTgt spid="17"/>
                                        </p:tgtEl>
                                      </p:cBhvr>
                                    </p:animEffect>
                                  </p:childTnLst>
                                </p:cTn>
                              </p:par>
                              <p:par>
                                <p:cTn id="55" presetID="3" presetClass="entr" presetSubtype="10" fill="hold" nodeType="with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blinds(horizontal)">
                                      <p:cBhvr>
                                        <p:cTn id="57" dur="500"/>
                                        <p:tgtEl>
                                          <p:spTgt spid="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blinds(horizontal)">
                                      <p:cBhvr>
                                        <p:cTn id="62" dur="500"/>
                                        <p:tgtEl>
                                          <p:spTgt spid="18"/>
                                        </p:tgtEl>
                                      </p:cBhvr>
                                    </p:animEffect>
                                  </p:childTnLst>
                                </p:cTn>
                              </p:par>
                              <p:par>
                                <p:cTn id="63" presetID="3" presetClass="entr" presetSubtype="10" fill="hold" nodeType="withEffect">
                                  <p:stCondLst>
                                    <p:cond delay="0"/>
                                  </p:stCondLst>
                                  <p:childTnLst>
                                    <p:set>
                                      <p:cBhvr>
                                        <p:cTn id="64" dur="1" fill="hold">
                                          <p:stCondLst>
                                            <p:cond delay="0"/>
                                          </p:stCondLst>
                                        </p:cTn>
                                        <p:tgtEl>
                                          <p:spTgt spid="92191"/>
                                        </p:tgtEl>
                                        <p:attrNameLst>
                                          <p:attrName>style.visibility</p:attrName>
                                        </p:attrNameLst>
                                      </p:cBhvr>
                                      <p:to>
                                        <p:strVal val="visible"/>
                                      </p:to>
                                    </p:set>
                                    <p:animEffect transition="in" filter="blinds(horizontal)">
                                      <p:cBhvr>
                                        <p:cTn id="65" dur="500"/>
                                        <p:tgtEl>
                                          <p:spTgt spid="92191"/>
                                        </p:tgtEl>
                                      </p:cBhvr>
                                    </p:animEffect>
                                  </p:childTnLst>
                                </p:cTn>
                              </p:par>
                            </p:childTnLst>
                          </p:cTn>
                        </p:par>
                      </p:childTnLst>
                    </p:cTn>
                  </p:par>
                  <p:par>
                    <p:cTn id="66" fill="hold">
                      <p:stCondLst>
                        <p:cond delay="indefinite"/>
                      </p:stCondLst>
                      <p:childTnLst>
                        <p:par>
                          <p:cTn id="67" fill="hold">
                            <p:stCondLst>
                              <p:cond delay="0"/>
                            </p:stCondLst>
                            <p:childTnLst>
                              <p:par>
                                <p:cTn id="68" presetID="3" presetClass="entr" presetSubtype="10" fill="hold" grpId="0" nodeType="click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blinds(horizontal)">
                                      <p:cBhvr>
                                        <p:cTn id="7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7" grpId="0"/>
      <p:bldP spid="9" grpId="0"/>
      <p:bldP spid="17" grpId="0"/>
      <p:bldP spid="18" grpId="0"/>
      <p:bldP spid="19"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065144"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872480" y="386080"/>
            <a:ext cx="311912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65144" y="194945"/>
            <a:ext cx="280733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几种</a:t>
            </a:r>
            <a:r>
              <a:rPr lang="en-US" altLang="zh-CN" sz="2000" b="1" dirty="0" smtClean="0">
                <a:solidFill>
                  <a:srgbClr val="314865"/>
                </a:solidFill>
                <a:latin typeface="+mj-ea"/>
              </a:rPr>
              <a:t>Gauss</a:t>
            </a:r>
            <a:r>
              <a:rPr lang="zh-CN" altLang="en-US" sz="2000" b="1" dirty="0" smtClean="0">
                <a:solidFill>
                  <a:srgbClr val="314865"/>
                </a:solidFill>
                <a:latin typeface="+mj-ea"/>
              </a:rPr>
              <a:t>型求积公式</a:t>
            </a:r>
            <a:endParaRPr lang="zh-CN" altLang="en-US" sz="2000" b="1" dirty="0">
              <a:solidFill>
                <a:srgbClr val="314865"/>
              </a:solidFill>
              <a:latin typeface="+mj-ea"/>
            </a:endParaRPr>
          </a:p>
        </p:txBody>
      </p:sp>
      <p:sp>
        <p:nvSpPr>
          <p:cNvPr id="7" name="Text Box 9"/>
          <p:cNvSpPr txBox="1">
            <a:spLocks noChangeArrowheads="1"/>
          </p:cNvSpPr>
          <p:nvPr/>
        </p:nvSpPr>
        <p:spPr bwMode="auto">
          <a:xfrm>
            <a:off x="391335" y="627150"/>
            <a:ext cx="8168640" cy="501291"/>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nSpc>
                <a:spcPct val="150000"/>
              </a:lnSpc>
            </a:pPr>
            <a:r>
              <a:rPr lang="en-US" altLang="zh-CN" sz="2000" b="1" dirty="0" smtClean="0">
                <a:solidFill>
                  <a:srgbClr val="FF0000"/>
                </a:solidFill>
                <a:latin typeface="Times New Roman" pitchFamily="18" charset="0"/>
              </a:rPr>
              <a:t>2.  Gauss-</a:t>
            </a:r>
            <a:r>
              <a:rPr lang="en-US" altLang="zh-CN" sz="2000" b="1" dirty="0" err="1" smtClean="0">
                <a:solidFill>
                  <a:srgbClr val="FF0000"/>
                </a:solidFill>
                <a:latin typeface="Times New Roman" pitchFamily="18" charset="0"/>
              </a:rPr>
              <a:t>Laguerre</a:t>
            </a:r>
            <a:r>
              <a:rPr lang="zh-CN" altLang="en-US" sz="2000" b="1" dirty="0" smtClean="0">
                <a:solidFill>
                  <a:srgbClr val="FF0000"/>
                </a:solidFill>
                <a:latin typeface="Times New Roman" pitchFamily="18" charset="0"/>
              </a:rPr>
              <a:t>求积公式</a:t>
            </a:r>
            <a:endParaRPr lang="en-US" altLang="zh-CN" sz="2000" dirty="0" smtClean="0">
              <a:solidFill>
                <a:srgbClr val="FF0000"/>
              </a:solidFill>
              <a:latin typeface="Calibri" pitchFamily="34" charset="0"/>
              <a:ea typeface="宋体" pitchFamily="2" charset="-122"/>
              <a:sym typeface="Symbol" pitchFamily="18" charset="2"/>
            </a:endParaRPr>
          </a:p>
        </p:txBody>
      </p:sp>
      <p:sp>
        <p:nvSpPr>
          <p:cNvPr id="8" name="Text Box 2"/>
          <p:cNvSpPr txBox="1">
            <a:spLocks noChangeArrowheads="1"/>
          </p:cNvSpPr>
          <p:nvPr/>
        </p:nvSpPr>
        <p:spPr bwMode="auto">
          <a:xfrm>
            <a:off x="386080" y="1579880"/>
            <a:ext cx="8178800" cy="892552"/>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区间</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上权函数                   的</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型求积公式，称为</a:t>
            </a:r>
            <a:r>
              <a:rPr lang="en-US" altLang="zh-CN" sz="2000" dirty="0" smtClean="0">
                <a:solidFill>
                  <a:schemeClr val="dk1"/>
                </a:solidFill>
                <a:latin typeface="Calibri" pitchFamily="34" charset="0"/>
                <a:ea typeface="宋体" pitchFamily="2" charset="-122"/>
                <a:sym typeface="Symbol" pitchFamily="18" charset="2"/>
              </a:rPr>
              <a:t>Gauss-</a:t>
            </a:r>
            <a:r>
              <a:rPr lang="en-US" altLang="zh-CN" sz="2000" dirty="0" err="1" smtClean="0">
                <a:solidFill>
                  <a:schemeClr val="dk1"/>
                </a:solidFill>
                <a:latin typeface="Calibri" pitchFamily="34" charset="0"/>
                <a:ea typeface="宋体" pitchFamily="2" charset="-122"/>
                <a:sym typeface="Symbol" pitchFamily="18" charset="2"/>
              </a:rPr>
              <a:t>Laguerre</a:t>
            </a:r>
            <a:r>
              <a:rPr lang="zh-CN" altLang="en-US" sz="2000" dirty="0" smtClean="0">
                <a:solidFill>
                  <a:schemeClr val="dk1"/>
                </a:solidFill>
                <a:latin typeface="Calibri" pitchFamily="34" charset="0"/>
                <a:ea typeface="宋体" pitchFamily="2" charset="-122"/>
                <a:sym typeface="Symbol" pitchFamily="18" charset="2"/>
              </a:rPr>
              <a:t>求积公式，其</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点为</a:t>
            </a:r>
            <a:r>
              <a:rPr lang="en-US" altLang="zh-CN" sz="2000" dirty="0" smtClean="0">
                <a:solidFill>
                  <a:schemeClr val="dk1"/>
                </a:solidFill>
                <a:latin typeface="Calibri" pitchFamily="34" charset="0"/>
                <a:ea typeface="宋体" pitchFamily="2" charset="-122"/>
                <a:sym typeface="Symbol" pitchFamily="18" charset="2"/>
              </a:rPr>
              <a:t>Laguerre</a:t>
            </a:r>
            <a:r>
              <a:rPr lang="zh-CN" altLang="en-US" sz="2000" dirty="0" smtClean="0">
                <a:solidFill>
                  <a:schemeClr val="dk1"/>
                </a:solidFill>
                <a:latin typeface="Calibri" pitchFamily="34" charset="0"/>
                <a:ea typeface="宋体" pitchFamily="2" charset="-122"/>
                <a:sym typeface="Symbol" pitchFamily="18" charset="2"/>
              </a:rPr>
              <a:t>多项式的零点</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92188" name="Object 2"/>
          <p:cNvGraphicFramePr>
            <a:graphicFrameLocks noChangeAspect="1"/>
          </p:cNvGraphicFramePr>
          <p:nvPr/>
        </p:nvGraphicFramePr>
        <p:xfrm>
          <a:off x="2853055" y="1647825"/>
          <a:ext cx="1082675" cy="355600"/>
        </p:xfrm>
        <a:graphic>
          <a:graphicData uri="http://schemas.openxmlformats.org/presentationml/2006/ole">
            <mc:AlternateContent xmlns:mc="http://schemas.openxmlformats.org/markup-compatibility/2006">
              <mc:Choice xmlns:v="urn:schemas-microsoft-com:vml" Requires="v">
                <p:oleObj spid="_x0000_s106522" name="Equation" r:id="rId3" imgW="965160" imgH="317160" progId="Equation.DSMT4">
                  <p:embed/>
                </p:oleObj>
              </mc:Choice>
              <mc:Fallback>
                <p:oleObj name="Equation" r:id="rId3" imgW="965160" imgH="31716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3055" y="1647825"/>
                        <a:ext cx="1082675" cy="355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1037590" y="1681163"/>
          <a:ext cx="755650" cy="298450"/>
        </p:xfrm>
        <a:graphic>
          <a:graphicData uri="http://schemas.openxmlformats.org/presentationml/2006/ole">
            <mc:AlternateContent xmlns:mc="http://schemas.openxmlformats.org/markup-compatibility/2006">
              <mc:Choice xmlns:v="urn:schemas-microsoft-com:vml" Requires="v">
                <p:oleObj spid="_x0000_s106523" name="Equation" r:id="rId5" imgW="672840" imgH="266400" progId="Equation.DSMT4">
                  <p:embed/>
                </p:oleObj>
              </mc:Choice>
              <mc:Fallback>
                <p:oleObj name="Equation" r:id="rId5" imgW="672840" imgH="26640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7590" y="1681163"/>
                        <a:ext cx="755650"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5"/>
          <p:cNvSpPr txBox="1">
            <a:spLocks noChangeArrowheads="1"/>
          </p:cNvSpPr>
          <p:nvPr/>
        </p:nvSpPr>
        <p:spPr bwMode="auto">
          <a:xfrm>
            <a:off x="436880" y="2674620"/>
            <a:ext cx="8192113"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公式的</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点和求积系数可在数学用表中查到 </a:t>
            </a:r>
            <a:r>
              <a:rPr lang="en-US" altLang="zh-CN" sz="2000" dirty="0" smtClean="0">
                <a:solidFill>
                  <a:schemeClr val="dk1"/>
                </a:solidFill>
                <a:latin typeface="Calibri" pitchFamily="34" charset="0"/>
                <a:ea typeface="宋体" pitchFamily="2" charset="-122"/>
                <a:sym typeface="Symbol"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iterate type="wd">
                                    <p:tmPct val="100000"/>
                                  </p:iterate>
                                  <p:childTnLst>
                                    <p:set>
                                      <p:cBhvr>
                                        <p:cTn id="26" dur="1" fill="hold">
                                          <p:stCondLst>
                                            <p:cond delay="0"/>
                                          </p:stCondLst>
                                        </p:cTn>
                                        <p:tgtEl>
                                          <p:spTgt spid="8"/>
                                        </p:tgtEl>
                                        <p:attrNameLst>
                                          <p:attrName>style.visibility</p:attrName>
                                        </p:attrNameLst>
                                      </p:cBhvr>
                                      <p:to>
                                        <p:strVal val="visible"/>
                                      </p:to>
                                    </p:set>
                                    <p:animEffect transition="in" filter="wipe(up)">
                                      <p:cBhvr>
                                        <p:cTn id="27" dur="300"/>
                                        <p:tgtEl>
                                          <p:spTgt spid="8"/>
                                        </p:tgtEl>
                                      </p:cBhvr>
                                    </p:animEffect>
                                  </p:childTnLst>
                                </p:cTn>
                              </p:par>
                              <p:par>
                                <p:cTn id="28" presetID="3" presetClass="entr" presetSubtype="10" fill="hold" nodeType="withEffect">
                                  <p:stCondLst>
                                    <p:cond delay="0"/>
                                  </p:stCondLst>
                                  <p:childTnLst>
                                    <p:set>
                                      <p:cBhvr>
                                        <p:cTn id="29" dur="1" fill="hold">
                                          <p:stCondLst>
                                            <p:cond delay="0"/>
                                          </p:stCondLst>
                                        </p:cTn>
                                        <p:tgtEl>
                                          <p:spTgt spid="92188"/>
                                        </p:tgtEl>
                                        <p:attrNameLst>
                                          <p:attrName>style.visibility</p:attrName>
                                        </p:attrNameLst>
                                      </p:cBhvr>
                                      <p:to>
                                        <p:strVal val="visible"/>
                                      </p:to>
                                    </p:set>
                                    <p:animEffect transition="in" filter="blinds(horizontal)">
                                      <p:cBhvr>
                                        <p:cTn id="30" dur="500"/>
                                        <p:tgtEl>
                                          <p:spTgt spid="92188"/>
                                        </p:tgtEl>
                                      </p:cBhvr>
                                    </p:animEffect>
                                  </p:childTnLst>
                                </p:cTn>
                              </p:par>
                              <p:par>
                                <p:cTn id="31" presetID="3" presetClass="entr" presetSubtype="1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blinds(horizontal)">
                                      <p:cBhvr>
                                        <p:cTn id="3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7" grpId="0" animBg="1"/>
      <p:bldP spid="8" grpId="0" autoUpdateAnimBg="0"/>
      <p:bldP spid="11" grpId="0"/>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065144"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872480" y="386080"/>
            <a:ext cx="311912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65144" y="194945"/>
            <a:ext cx="280733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几种</a:t>
            </a:r>
            <a:r>
              <a:rPr lang="en-US" altLang="zh-CN" sz="2000" b="1" dirty="0" smtClean="0">
                <a:solidFill>
                  <a:srgbClr val="314865"/>
                </a:solidFill>
                <a:latin typeface="+mj-ea"/>
              </a:rPr>
              <a:t>Gauss</a:t>
            </a:r>
            <a:r>
              <a:rPr lang="zh-CN" altLang="en-US" sz="2000" b="1" dirty="0" smtClean="0">
                <a:solidFill>
                  <a:srgbClr val="314865"/>
                </a:solidFill>
                <a:latin typeface="+mj-ea"/>
              </a:rPr>
              <a:t>型求积公式</a:t>
            </a:r>
            <a:endParaRPr lang="zh-CN" altLang="en-US" sz="2000" b="1" dirty="0">
              <a:solidFill>
                <a:srgbClr val="314865"/>
              </a:solidFill>
              <a:latin typeface="+mj-ea"/>
            </a:endParaRPr>
          </a:p>
        </p:txBody>
      </p:sp>
      <p:graphicFrame>
        <p:nvGraphicFramePr>
          <p:cNvPr id="5" name="Group 102"/>
          <p:cNvGraphicFramePr>
            <a:graphicFrameLocks noGrp="1"/>
          </p:cNvGraphicFramePr>
          <p:nvPr/>
        </p:nvGraphicFramePr>
        <p:xfrm>
          <a:off x="447041" y="756920"/>
          <a:ext cx="7987962" cy="3957319"/>
        </p:xfrm>
        <a:graphic>
          <a:graphicData uri="http://schemas.openxmlformats.org/drawingml/2006/table">
            <a:tbl>
              <a:tblPr/>
              <a:tblGrid>
                <a:gridCol w="537447"/>
                <a:gridCol w="1679519"/>
                <a:gridCol w="1680921"/>
                <a:gridCol w="215984"/>
                <a:gridCol w="515053"/>
                <a:gridCol w="1679519"/>
                <a:gridCol w="1679519"/>
              </a:tblGrid>
              <a:tr h="401249">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02186">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0.5858864376</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3.4142135623</a:t>
                      </a: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0.8535533905</a:t>
                      </a: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0.1464466094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5</a:t>
                      </a: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0.2635603197</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1.4134030591</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3.5964257710</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7.0858100058</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12.6408008442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0.5217556105</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0.3986668110</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0.0759424497</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0.0036117587</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0.0000233700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917857">
                <a:tc rowSpan="2">
                  <a:txBody>
                    <a:bodyPr/>
                    <a:lstStyle/>
                    <a:p>
                      <a:pPr marL="0" marR="0" lvl="0" indent="0" algn="ctr" defTabSz="914400" rtl="0" eaLnBrk="1" fontAlgn="base" latinLnBrk="0" hangingPunct="1">
                        <a:lnSpc>
                          <a:spcPct val="90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0.4157745567</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2.2942803602</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602899450829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0.7110930099</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0.2785177335</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0.0103892565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r h="248210">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0.2228466041</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1.1889321016</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2.9927363260</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5.7751435691</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9.8374674183</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15.9828739806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0.4589646793</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0.4170008307</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0.1133733820</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0.0103991975</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0.0002610172</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0.0000008985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1687817">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0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0.3225476896</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1.7457611011</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4.5366202969</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9.3950709123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0.6031541043</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0.3574186924</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0.0388879085</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0.0005392947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bl>
          </a:graphicData>
        </a:graphic>
      </p:graphicFrame>
      <p:graphicFrame>
        <p:nvGraphicFramePr>
          <p:cNvPr id="133124" name="Object 4"/>
          <p:cNvGraphicFramePr>
            <a:graphicFrameLocks noChangeAspect="1"/>
          </p:cNvGraphicFramePr>
          <p:nvPr/>
        </p:nvGraphicFramePr>
        <p:xfrm>
          <a:off x="605790" y="858203"/>
          <a:ext cx="215900" cy="239712"/>
        </p:xfrm>
        <a:graphic>
          <a:graphicData uri="http://schemas.openxmlformats.org/presentationml/2006/ole">
            <mc:AlternateContent xmlns:mc="http://schemas.openxmlformats.org/markup-compatibility/2006">
              <mc:Choice xmlns:v="urn:schemas-microsoft-com:vml" Requires="v">
                <p:oleObj spid="_x0000_s105546" name="Equation" r:id="rId3" imgW="114120" imgH="126720" progId="Equation.DSMT4">
                  <p:embed/>
                </p:oleObj>
              </mc:Choice>
              <mc:Fallback>
                <p:oleObj name="Equation" r:id="rId3" imgW="114120" imgH="12672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5790" y="858203"/>
                        <a:ext cx="215900"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1757998" y="788988"/>
          <a:ext cx="287337" cy="360362"/>
        </p:xfrm>
        <a:graphic>
          <a:graphicData uri="http://schemas.openxmlformats.org/presentationml/2006/ole">
            <mc:AlternateContent xmlns:mc="http://schemas.openxmlformats.org/markup-compatibility/2006">
              <mc:Choice xmlns:v="urn:schemas-microsoft-com:vml" Requires="v">
                <p:oleObj spid="_x0000_s105547" name="Equation" r:id="rId5" imgW="152280" imgH="190440" progId="Equation.DSMT4">
                  <p:embed/>
                </p:oleObj>
              </mc:Choice>
              <mc:Fallback>
                <p:oleObj name="Equation" r:id="rId5" imgW="152280" imgH="19044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57998" y="788988"/>
                        <a:ext cx="287337"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3421063" y="787718"/>
          <a:ext cx="312737" cy="360362"/>
        </p:xfrm>
        <a:graphic>
          <a:graphicData uri="http://schemas.openxmlformats.org/presentationml/2006/ole">
            <mc:AlternateContent xmlns:mc="http://schemas.openxmlformats.org/markup-compatibility/2006">
              <mc:Choice xmlns:v="urn:schemas-microsoft-com:vml" Requires="v">
                <p:oleObj spid="_x0000_s105548" name="Equation" r:id="rId7" imgW="164880" imgH="190440" progId="Equation.DSMT4">
                  <p:embed/>
                </p:oleObj>
              </mc:Choice>
              <mc:Fallback>
                <p:oleObj name="Equation" r:id="rId7" imgW="164880" imgH="1904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21063" y="787718"/>
                        <a:ext cx="312737"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p:cNvGraphicFramePr>
            <a:graphicFrameLocks noChangeAspect="1"/>
          </p:cNvGraphicFramePr>
          <p:nvPr/>
        </p:nvGraphicFramePr>
        <p:xfrm>
          <a:off x="4723765" y="861378"/>
          <a:ext cx="215900" cy="239712"/>
        </p:xfrm>
        <a:graphic>
          <a:graphicData uri="http://schemas.openxmlformats.org/presentationml/2006/ole">
            <mc:AlternateContent xmlns:mc="http://schemas.openxmlformats.org/markup-compatibility/2006">
              <mc:Choice xmlns:v="urn:schemas-microsoft-com:vml" Requires="v">
                <p:oleObj spid="_x0000_s105549" name="Equation" r:id="rId9" imgW="114120" imgH="126720" progId="Equation.DSMT4">
                  <p:embed/>
                </p:oleObj>
              </mc:Choice>
              <mc:Fallback>
                <p:oleObj name="Equation" r:id="rId9" imgW="114120" imgH="12672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3765" y="861378"/>
                        <a:ext cx="215900"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6"/>
          <p:cNvGraphicFramePr>
            <a:graphicFrameLocks noChangeAspect="1"/>
          </p:cNvGraphicFramePr>
          <p:nvPr/>
        </p:nvGraphicFramePr>
        <p:xfrm>
          <a:off x="5762943" y="781368"/>
          <a:ext cx="287337" cy="360362"/>
        </p:xfrm>
        <a:graphic>
          <a:graphicData uri="http://schemas.openxmlformats.org/presentationml/2006/ole">
            <mc:AlternateContent xmlns:mc="http://schemas.openxmlformats.org/markup-compatibility/2006">
              <mc:Choice xmlns:v="urn:schemas-microsoft-com:vml" Requires="v">
                <p:oleObj spid="_x0000_s105550" name="Equation" r:id="rId10" imgW="152280" imgH="190440" progId="Equation.DSMT4">
                  <p:embed/>
                </p:oleObj>
              </mc:Choice>
              <mc:Fallback>
                <p:oleObj name="Equation" r:id="rId10" imgW="152280" imgH="190440" progId="Equation.DSMT4">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2943" y="781368"/>
                        <a:ext cx="287337"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7"/>
          <p:cNvGraphicFramePr>
            <a:graphicFrameLocks noChangeAspect="1"/>
          </p:cNvGraphicFramePr>
          <p:nvPr/>
        </p:nvGraphicFramePr>
        <p:xfrm>
          <a:off x="7406323" y="769620"/>
          <a:ext cx="312737" cy="360363"/>
        </p:xfrm>
        <a:graphic>
          <a:graphicData uri="http://schemas.openxmlformats.org/presentationml/2006/ole">
            <mc:AlternateContent xmlns:mc="http://schemas.openxmlformats.org/markup-compatibility/2006">
              <mc:Choice xmlns:v="urn:schemas-microsoft-com:vml" Requires="v">
                <p:oleObj spid="_x0000_s105551" name="Equation" r:id="rId11" imgW="164880" imgH="190440" progId="Equation.DSMT4">
                  <p:embed/>
                </p:oleObj>
              </mc:Choice>
              <mc:Fallback>
                <p:oleObj name="Equation" r:id="rId11" imgW="164880" imgH="19044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06323" y="769620"/>
                        <a:ext cx="312737"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133124"/>
                                        </p:tgtEl>
                                        <p:attrNameLst>
                                          <p:attrName>style.visibility</p:attrName>
                                        </p:attrNameLst>
                                      </p:cBhvr>
                                      <p:to>
                                        <p:strVal val="visible"/>
                                      </p:to>
                                    </p:set>
                                    <p:animEffect transition="in" filter="blinds(horizontal)">
                                      <p:cBhvr>
                                        <p:cTn id="25" dur="500"/>
                                        <p:tgtEl>
                                          <p:spTgt spid="133124"/>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par>
                                <p:cTn id="32" presetID="3" presetClass="entr" presetSubtype="1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par>
                                <p:cTn id="35" presetID="3" presetClass="entr" presetSubtype="1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par>
                                <p:cTn id="38" presetID="3" presetClass="entr" presetSubtype="1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linds(horizontal)">
                                      <p:cBhvr>
                                        <p:cTn id="40" dur="500"/>
                                        <p:tgtEl>
                                          <p:spTgt spid="7"/>
                                        </p:tgtEl>
                                      </p:cBhvr>
                                    </p:animEffect>
                                  </p:childTnLst>
                                </p:cTn>
                              </p:par>
                              <p:par>
                                <p:cTn id="41" presetID="3" presetClass="entr" presetSubtype="10" fill="hold" nodeType="with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linds(horizontal)">
                                      <p:cBhvr>
                                        <p:cTn id="43"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065144"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872480" y="386080"/>
            <a:ext cx="311912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65144" y="194945"/>
            <a:ext cx="280733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几种</a:t>
            </a:r>
            <a:r>
              <a:rPr lang="en-US" altLang="zh-CN" sz="2000" b="1" dirty="0" smtClean="0">
                <a:solidFill>
                  <a:srgbClr val="314865"/>
                </a:solidFill>
                <a:latin typeface="+mj-ea"/>
              </a:rPr>
              <a:t>Gauss</a:t>
            </a:r>
            <a:r>
              <a:rPr lang="zh-CN" altLang="en-US" sz="2000" b="1" dirty="0" smtClean="0">
                <a:solidFill>
                  <a:srgbClr val="314865"/>
                </a:solidFill>
                <a:latin typeface="+mj-ea"/>
              </a:rPr>
              <a:t>型求积公式</a:t>
            </a:r>
            <a:endParaRPr lang="zh-CN" altLang="en-US" sz="2000" b="1" dirty="0">
              <a:solidFill>
                <a:srgbClr val="314865"/>
              </a:solidFill>
              <a:latin typeface="+mj-ea"/>
            </a:endParaRPr>
          </a:p>
        </p:txBody>
      </p:sp>
      <p:sp>
        <p:nvSpPr>
          <p:cNvPr id="5" name="Text Box 9"/>
          <p:cNvSpPr txBox="1">
            <a:spLocks noChangeArrowheads="1"/>
          </p:cNvSpPr>
          <p:nvPr/>
        </p:nvSpPr>
        <p:spPr bwMode="auto">
          <a:xfrm>
            <a:off x="391335" y="658680"/>
            <a:ext cx="8168640" cy="553998"/>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marL="457200" indent="-457200">
              <a:lnSpc>
                <a:spcPct val="150000"/>
              </a:lnSpc>
            </a:pPr>
            <a:r>
              <a:rPr lang="en-US" altLang="zh-CN" sz="2000" b="1" dirty="0" smtClean="0">
                <a:solidFill>
                  <a:srgbClr val="FF0000"/>
                </a:solidFill>
                <a:latin typeface="Times New Roman" pitchFamily="18" charset="0"/>
              </a:rPr>
              <a:t>3.  Gauss-</a:t>
            </a:r>
            <a:r>
              <a:rPr lang="en-US" altLang="zh-CN" sz="2000" b="1" dirty="0" err="1" smtClean="0">
                <a:solidFill>
                  <a:srgbClr val="FF0000"/>
                </a:solidFill>
                <a:latin typeface="Times New Roman" pitchFamily="18" charset="0"/>
              </a:rPr>
              <a:t>Hermite</a:t>
            </a:r>
            <a:r>
              <a:rPr lang="zh-CN" altLang="en-US" sz="2000" b="1" dirty="0" smtClean="0">
                <a:solidFill>
                  <a:srgbClr val="FF0000"/>
                </a:solidFill>
                <a:latin typeface="Times New Roman" pitchFamily="18" charset="0"/>
              </a:rPr>
              <a:t>求积公式</a:t>
            </a:r>
            <a:endParaRPr lang="en-US" altLang="zh-CN" sz="2000" b="1" dirty="0" smtClean="0">
              <a:solidFill>
                <a:srgbClr val="FF0000"/>
              </a:solidFill>
              <a:latin typeface="Times New Roman" pitchFamily="18" charset="0"/>
              <a:sym typeface="Symbol" pitchFamily="18" charset="2"/>
            </a:endParaRPr>
          </a:p>
        </p:txBody>
      </p:sp>
      <p:sp>
        <p:nvSpPr>
          <p:cNvPr id="6" name="Text Box 44"/>
          <p:cNvSpPr txBox="1">
            <a:spLocks noChangeArrowheads="1"/>
          </p:cNvSpPr>
          <p:nvPr/>
        </p:nvSpPr>
        <p:spPr bwMode="auto">
          <a:xfrm>
            <a:off x="404651" y="1385750"/>
            <a:ext cx="8038310" cy="1015663"/>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区间                  上，权函数                      的</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型求积公式，称为</a:t>
            </a:r>
            <a:r>
              <a:rPr lang="en-US" altLang="zh-CN" sz="2000" dirty="0" smtClean="0">
                <a:solidFill>
                  <a:schemeClr val="dk1"/>
                </a:solidFill>
                <a:latin typeface="Calibri" pitchFamily="34" charset="0"/>
                <a:ea typeface="宋体" pitchFamily="2" charset="-122"/>
                <a:sym typeface="Symbol" pitchFamily="18" charset="2"/>
              </a:rPr>
              <a:t>Gauss-</a:t>
            </a:r>
            <a:r>
              <a:rPr lang="en-US" altLang="zh-CN" sz="2000" dirty="0" err="1" smtClean="0">
                <a:solidFill>
                  <a:schemeClr val="dk1"/>
                </a:solidFill>
                <a:latin typeface="Calibri" pitchFamily="34" charset="0"/>
                <a:ea typeface="宋体" pitchFamily="2" charset="-122"/>
                <a:sym typeface="Symbol" pitchFamily="18" charset="2"/>
              </a:rPr>
              <a:t>Hermite</a:t>
            </a:r>
            <a:r>
              <a:rPr lang="zh-CN" altLang="en-US" sz="2000" dirty="0" smtClean="0">
                <a:solidFill>
                  <a:schemeClr val="dk1"/>
                </a:solidFill>
                <a:latin typeface="Calibri" pitchFamily="34" charset="0"/>
                <a:ea typeface="宋体" pitchFamily="2" charset="-122"/>
                <a:sym typeface="Symbol" pitchFamily="18" charset="2"/>
              </a:rPr>
              <a:t>求积公式，其</a:t>
            </a:r>
            <a:r>
              <a:rPr lang="en-US" altLang="zh-CN" sz="2000" dirty="0" smtClean="0">
                <a:solidFill>
                  <a:schemeClr val="dk1"/>
                </a:solidFill>
                <a:latin typeface="Calibri" pitchFamily="34" charset="0"/>
                <a:ea typeface="宋体" pitchFamily="2" charset="-122"/>
                <a:sym typeface="Symbol" pitchFamily="18" charset="2"/>
              </a:rPr>
              <a:t>Gauss</a:t>
            </a:r>
            <a:r>
              <a:rPr lang="zh-CN" altLang="en-US" sz="2000" dirty="0" smtClean="0">
                <a:solidFill>
                  <a:schemeClr val="dk1"/>
                </a:solidFill>
                <a:latin typeface="Calibri" pitchFamily="34" charset="0"/>
                <a:ea typeface="宋体" pitchFamily="2" charset="-122"/>
                <a:sym typeface="Symbol" pitchFamily="18" charset="2"/>
              </a:rPr>
              <a:t>点为</a:t>
            </a:r>
            <a:r>
              <a:rPr lang="en-US" altLang="zh-CN" sz="2000" dirty="0" err="1" smtClean="0">
                <a:solidFill>
                  <a:schemeClr val="dk1"/>
                </a:solidFill>
                <a:latin typeface="Calibri" pitchFamily="34" charset="0"/>
                <a:ea typeface="宋体" pitchFamily="2" charset="-122"/>
                <a:sym typeface="Symbol" pitchFamily="18" charset="2"/>
              </a:rPr>
              <a:t>Hermite</a:t>
            </a:r>
            <a:r>
              <a:rPr lang="zh-CN" altLang="en-US" sz="2000" dirty="0" smtClean="0">
                <a:solidFill>
                  <a:schemeClr val="dk1"/>
                </a:solidFill>
                <a:latin typeface="Calibri" pitchFamily="34" charset="0"/>
                <a:ea typeface="宋体" pitchFamily="2" charset="-122"/>
                <a:sym typeface="Symbol" pitchFamily="18" charset="2"/>
              </a:rPr>
              <a:t>多项式的零点</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92188" name="Object 2"/>
          <p:cNvGraphicFramePr>
            <a:graphicFrameLocks noChangeAspect="1"/>
          </p:cNvGraphicFramePr>
          <p:nvPr/>
        </p:nvGraphicFramePr>
        <p:xfrm>
          <a:off x="1047433" y="1563688"/>
          <a:ext cx="969962" cy="298450"/>
        </p:xfrm>
        <a:graphic>
          <a:graphicData uri="http://schemas.openxmlformats.org/presentationml/2006/ole">
            <mc:AlternateContent xmlns:mc="http://schemas.openxmlformats.org/markup-compatibility/2006">
              <mc:Choice xmlns:v="urn:schemas-microsoft-com:vml" Requires="v">
                <p:oleObj spid="_x0000_s108606" name="Equation" r:id="rId3" imgW="863280" imgH="266400" progId="Equation.DSMT4">
                  <p:embed/>
                </p:oleObj>
              </mc:Choice>
              <mc:Fallback>
                <p:oleObj name="Equation" r:id="rId3" imgW="863280" imgH="266400" progId="Equation.DSMT4">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433" y="1563688"/>
                        <a:ext cx="969962" cy="298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3304858" y="1504315"/>
          <a:ext cx="1155700" cy="382588"/>
        </p:xfrm>
        <a:graphic>
          <a:graphicData uri="http://schemas.openxmlformats.org/presentationml/2006/ole">
            <mc:AlternateContent xmlns:mc="http://schemas.openxmlformats.org/markup-compatibility/2006">
              <mc:Choice xmlns:v="urn:schemas-microsoft-com:vml" Requires="v">
                <p:oleObj spid="_x0000_s108607" name="Equation" r:id="rId5" imgW="1028520" imgH="342720" progId="Equation.DSMT4">
                  <p:embed/>
                </p:oleObj>
              </mc:Choice>
              <mc:Fallback>
                <p:oleObj name="Equation" r:id="rId5" imgW="1028520" imgH="34272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04858" y="1504315"/>
                        <a:ext cx="1155700" cy="382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95"/>
          <p:cNvSpPr txBox="1">
            <a:spLocks noChangeArrowheads="1"/>
          </p:cNvSpPr>
          <p:nvPr/>
        </p:nvSpPr>
        <p:spPr bwMode="auto">
          <a:xfrm>
            <a:off x="407801" y="2462680"/>
            <a:ext cx="8298268" cy="492443"/>
          </a:xfrm>
          <a:prstGeom prst="rect">
            <a:avLst/>
          </a:prstGeom>
          <a:noFill/>
          <a:ln w="9525">
            <a:noFill/>
            <a:miter lim="800000"/>
            <a:headEnd/>
            <a:tailEnd/>
          </a:ln>
        </p:spPr>
        <p:txBody>
          <a:bodyPr wrap="square">
            <a:spAutoFit/>
          </a:bodyPr>
          <a:lstStyle/>
          <a:p>
            <a:pPr algn="l">
              <a:lnSpc>
                <a:spcPct val="130000"/>
              </a:lnSpc>
            </a:pPr>
            <a:r>
              <a:rPr lang="en-US" altLang="zh-CN" sz="2000" dirty="0" smtClean="0">
                <a:solidFill>
                  <a:schemeClr val="dk1"/>
                </a:solidFill>
                <a:latin typeface="Calibri" pitchFamily="34" charset="0"/>
                <a:ea typeface="宋体" pitchFamily="2" charset="-122"/>
                <a:sym typeface="Symbol" pitchFamily="18" charset="2"/>
              </a:rPr>
              <a:t>Gauss-</a:t>
            </a:r>
            <a:r>
              <a:rPr lang="en-US" altLang="zh-CN" sz="2000" dirty="0" err="1" smtClean="0">
                <a:solidFill>
                  <a:schemeClr val="dk1"/>
                </a:solidFill>
                <a:latin typeface="Calibri" pitchFamily="34" charset="0"/>
                <a:ea typeface="宋体" pitchFamily="2" charset="-122"/>
                <a:sym typeface="Symbol" pitchFamily="18" charset="2"/>
              </a:rPr>
              <a:t>Hermite</a:t>
            </a:r>
            <a:r>
              <a:rPr lang="zh-CN" altLang="en-US" sz="2000" dirty="0" smtClean="0">
                <a:solidFill>
                  <a:schemeClr val="dk1"/>
                </a:solidFill>
                <a:latin typeface="Calibri" pitchFamily="34" charset="0"/>
                <a:ea typeface="宋体" pitchFamily="2" charset="-122"/>
                <a:sym typeface="Symbol" pitchFamily="18" charset="2"/>
              </a:rPr>
              <a:t>求积公式为</a:t>
            </a:r>
          </a:p>
        </p:txBody>
      </p:sp>
      <p:graphicFrame>
        <p:nvGraphicFramePr>
          <p:cNvPr id="118880" name="Object 96"/>
          <p:cNvGraphicFramePr>
            <a:graphicFrameLocks noChangeAspect="1"/>
          </p:cNvGraphicFramePr>
          <p:nvPr/>
        </p:nvGraphicFramePr>
        <p:xfrm>
          <a:off x="1280916" y="2876605"/>
          <a:ext cx="2855912" cy="703262"/>
        </p:xfrm>
        <a:graphic>
          <a:graphicData uri="http://schemas.openxmlformats.org/presentationml/2006/ole">
            <mc:AlternateContent xmlns:mc="http://schemas.openxmlformats.org/markup-compatibility/2006">
              <mc:Choice xmlns:v="urn:schemas-microsoft-com:vml" Requires="v">
                <p:oleObj spid="_x0000_s108608" name="Equation" r:id="rId7" imgW="2527200" imgH="622080" progId="Equation.DSMT4">
                  <p:embed/>
                </p:oleObj>
              </mc:Choice>
              <mc:Fallback>
                <p:oleObj name="Equation" r:id="rId7" imgW="2527200" imgH="622080" progId="Equation.DSMT4">
                  <p:embed/>
                  <p:pic>
                    <p:nvPicPr>
                      <p:cNvPr id="0" name="Object 9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0916" y="2876605"/>
                        <a:ext cx="2855912" cy="703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881" name="Object 97"/>
          <p:cNvGraphicFramePr>
            <a:graphicFrameLocks noChangeAspect="1"/>
          </p:cNvGraphicFramePr>
          <p:nvPr/>
        </p:nvGraphicFramePr>
        <p:xfrm>
          <a:off x="4336733" y="2891155"/>
          <a:ext cx="3186112" cy="703263"/>
        </p:xfrm>
        <a:graphic>
          <a:graphicData uri="http://schemas.openxmlformats.org/presentationml/2006/ole">
            <mc:AlternateContent xmlns:mc="http://schemas.openxmlformats.org/markup-compatibility/2006">
              <mc:Choice xmlns:v="urn:schemas-microsoft-com:vml" Requires="v">
                <p:oleObj spid="_x0000_s108609" name="Equation" r:id="rId9" imgW="2819160" imgH="622080" progId="Equation.DSMT4">
                  <p:embed/>
                </p:oleObj>
              </mc:Choice>
              <mc:Fallback>
                <p:oleObj name="Equation" r:id="rId9" imgW="2819160" imgH="622080" progId="Equation.DSMT4">
                  <p:embed/>
                  <p:pic>
                    <p:nvPicPr>
                      <p:cNvPr id="0" name="Object 9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36733" y="2891155"/>
                        <a:ext cx="3186112" cy="703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14"/>
          <p:cNvSpPr txBox="1">
            <a:spLocks noChangeArrowheads="1"/>
          </p:cNvSpPr>
          <p:nvPr/>
        </p:nvSpPr>
        <p:spPr bwMode="auto">
          <a:xfrm>
            <a:off x="467360" y="3525520"/>
            <a:ext cx="7599680" cy="492443"/>
          </a:xfrm>
          <a:prstGeom prst="rect">
            <a:avLst/>
          </a:prstGeom>
          <a:noFill/>
          <a:ln w="9525">
            <a:noFill/>
            <a:miter lim="800000"/>
            <a:headEnd/>
            <a:tailEnd/>
          </a:ln>
        </p:spPr>
        <p:txBody>
          <a:bodyPr wrap="square">
            <a:spAutoFit/>
          </a:bodyPr>
          <a:lstStyle/>
          <a:p>
            <a:pPr algn="l">
              <a:lnSpc>
                <a:spcPct val="130000"/>
              </a:lnSpc>
            </a:pPr>
            <a:r>
              <a:rPr lang="zh-CN" altLang="en-US" sz="2000" dirty="0" smtClean="0">
                <a:solidFill>
                  <a:schemeClr val="dk1"/>
                </a:solidFill>
                <a:latin typeface="Calibri" pitchFamily="34" charset="0"/>
                <a:ea typeface="宋体" pitchFamily="2" charset="-122"/>
                <a:sym typeface="Symbol" pitchFamily="18" charset="2"/>
              </a:rPr>
              <a:t>求积公式的误差为 </a:t>
            </a:r>
          </a:p>
        </p:txBody>
      </p:sp>
      <p:graphicFrame>
        <p:nvGraphicFramePr>
          <p:cNvPr id="124930" name="Object 2"/>
          <p:cNvGraphicFramePr>
            <a:graphicFrameLocks noChangeAspect="1"/>
          </p:cNvGraphicFramePr>
          <p:nvPr/>
        </p:nvGraphicFramePr>
        <p:xfrm>
          <a:off x="1288733" y="3997008"/>
          <a:ext cx="4267200" cy="793750"/>
        </p:xfrm>
        <a:graphic>
          <a:graphicData uri="http://schemas.openxmlformats.org/presentationml/2006/ole">
            <mc:AlternateContent xmlns:mc="http://schemas.openxmlformats.org/markup-compatibility/2006">
              <mc:Choice xmlns:v="urn:schemas-microsoft-com:vml" Requires="v">
                <p:oleObj spid="_x0000_s108610" name="Equation" r:id="rId11" imgW="3555720" imgH="660240" progId="Equation.DSMT4">
                  <p:embed/>
                </p:oleObj>
              </mc:Choice>
              <mc:Fallback>
                <p:oleObj name="Equation" r:id="rId11" imgW="3555720" imgH="660240" progId="Equation.DSMT4">
                  <p:embed/>
                  <p:pic>
                    <p:nvPicPr>
                      <p:cNvPr id="0" name="Object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88733" y="3997008"/>
                        <a:ext cx="4267200" cy="793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par>
                                <p:cTn id="28" presetID="3" presetClass="entr" presetSubtype="10" fill="hold" nodeType="withEffect">
                                  <p:stCondLst>
                                    <p:cond delay="0"/>
                                  </p:stCondLst>
                                  <p:childTnLst>
                                    <p:set>
                                      <p:cBhvr>
                                        <p:cTn id="29" dur="1" fill="hold">
                                          <p:stCondLst>
                                            <p:cond delay="0"/>
                                          </p:stCondLst>
                                        </p:cTn>
                                        <p:tgtEl>
                                          <p:spTgt spid="92188"/>
                                        </p:tgtEl>
                                        <p:attrNameLst>
                                          <p:attrName>style.visibility</p:attrName>
                                        </p:attrNameLst>
                                      </p:cBhvr>
                                      <p:to>
                                        <p:strVal val="visible"/>
                                      </p:to>
                                    </p:set>
                                    <p:animEffect transition="in" filter="blinds(horizontal)">
                                      <p:cBhvr>
                                        <p:cTn id="30" dur="500"/>
                                        <p:tgtEl>
                                          <p:spTgt spid="92188"/>
                                        </p:tgtEl>
                                      </p:cBhvr>
                                    </p:animEffect>
                                  </p:childTnLst>
                                </p:cTn>
                              </p:par>
                              <p:par>
                                <p:cTn id="31" presetID="3" presetClass="entr" presetSubtype="10" fill="hold" nodeType="withEffect">
                                  <p:stCondLst>
                                    <p:cond delay="0"/>
                                  </p:stCondLst>
                                  <p:childTnLst>
                                    <p:set>
                                      <p:cBhvr>
                                        <p:cTn id="32" dur="1" fill="hold">
                                          <p:stCondLst>
                                            <p:cond delay="0"/>
                                          </p:stCondLst>
                                        </p:cTn>
                                        <p:tgtEl>
                                          <p:spTgt spid="2"/>
                                        </p:tgtEl>
                                        <p:attrNameLst>
                                          <p:attrName>style.visibility</p:attrName>
                                        </p:attrNameLst>
                                      </p:cBhvr>
                                      <p:to>
                                        <p:strVal val="visible"/>
                                      </p:to>
                                    </p:set>
                                    <p:animEffect transition="in" filter="blinds(horizontal)">
                                      <p:cBhvr>
                                        <p:cTn id="33" dur="500"/>
                                        <p:tgtEl>
                                          <p:spTgt spid="2"/>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nodeType="clickEffect">
                                  <p:stCondLst>
                                    <p:cond delay="0"/>
                                  </p:stCondLst>
                                  <p:childTnLst>
                                    <p:set>
                                      <p:cBhvr>
                                        <p:cTn id="42" dur="1" fill="hold">
                                          <p:stCondLst>
                                            <p:cond delay="0"/>
                                          </p:stCondLst>
                                        </p:cTn>
                                        <p:tgtEl>
                                          <p:spTgt spid="118880"/>
                                        </p:tgtEl>
                                        <p:attrNameLst>
                                          <p:attrName>style.visibility</p:attrName>
                                        </p:attrNameLst>
                                      </p:cBhvr>
                                      <p:to>
                                        <p:strVal val="visible"/>
                                      </p:to>
                                    </p:set>
                                    <p:animEffect transition="in" filter="blinds(horizontal)">
                                      <p:cBhvr>
                                        <p:cTn id="43" dur="500"/>
                                        <p:tgtEl>
                                          <p:spTgt spid="118880"/>
                                        </p:tgtEl>
                                      </p:cBhvr>
                                    </p:animEffect>
                                  </p:childTnLst>
                                </p:cTn>
                              </p:par>
                              <p:par>
                                <p:cTn id="44" presetID="3" presetClass="entr" presetSubtype="10" fill="hold" nodeType="withEffect">
                                  <p:stCondLst>
                                    <p:cond delay="0"/>
                                  </p:stCondLst>
                                  <p:childTnLst>
                                    <p:set>
                                      <p:cBhvr>
                                        <p:cTn id="45" dur="1" fill="hold">
                                          <p:stCondLst>
                                            <p:cond delay="0"/>
                                          </p:stCondLst>
                                        </p:cTn>
                                        <p:tgtEl>
                                          <p:spTgt spid="118881"/>
                                        </p:tgtEl>
                                        <p:attrNameLst>
                                          <p:attrName>style.visibility</p:attrName>
                                        </p:attrNameLst>
                                      </p:cBhvr>
                                      <p:to>
                                        <p:strVal val="visible"/>
                                      </p:to>
                                    </p:set>
                                    <p:animEffect transition="in" filter="blinds(horizontal)">
                                      <p:cBhvr>
                                        <p:cTn id="46" dur="500"/>
                                        <p:tgtEl>
                                          <p:spTgt spid="118881"/>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12"/>
                                        </p:tgtEl>
                                        <p:attrNameLst>
                                          <p:attrName>style.visibility</p:attrName>
                                        </p:attrNameLst>
                                      </p:cBhvr>
                                      <p:to>
                                        <p:strVal val="visible"/>
                                      </p:to>
                                    </p:set>
                                    <p:animEffect transition="in" filter="blinds(horizontal)">
                                      <p:cBhvr>
                                        <p:cTn id="51" dur="500"/>
                                        <p:tgtEl>
                                          <p:spTgt spid="12"/>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nodeType="clickEffect">
                                  <p:stCondLst>
                                    <p:cond delay="0"/>
                                  </p:stCondLst>
                                  <p:childTnLst>
                                    <p:set>
                                      <p:cBhvr>
                                        <p:cTn id="55" dur="1" fill="hold">
                                          <p:stCondLst>
                                            <p:cond delay="0"/>
                                          </p:stCondLst>
                                        </p:cTn>
                                        <p:tgtEl>
                                          <p:spTgt spid="124930"/>
                                        </p:tgtEl>
                                        <p:attrNameLst>
                                          <p:attrName>style.visibility</p:attrName>
                                        </p:attrNameLst>
                                      </p:cBhvr>
                                      <p:to>
                                        <p:strVal val="visible"/>
                                      </p:to>
                                    </p:set>
                                    <p:animEffect transition="in" filter="blinds(horizontal)">
                                      <p:cBhvr>
                                        <p:cTn id="56" dur="500"/>
                                        <p:tgtEl>
                                          <p:spTgt spid="1249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p:bldP spid="9" grpId="0"/>
      <p:bldP spid="12" grpId="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065144"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872480" y="386080"/>
            <a:ext cx="311912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065144" y="194945"/>
            <a:ext cx="2807336"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几种</a:t>
            </a:r>
            <a:r>
              <a:rPr lang="en-US" altLang="zh-CN" sz="2000" b="1" dirty="0" smtClean="0">
                <a:solidFill>
                  <a:srgbClr val="314865"/>
                </a:solidFill>
                <a:latin typeface="+mj-ea"/>
              </a:rPr>
              <a:t>Gauss</a:t>
            </a:r>
            <a:r>
              <a:rPr lang="zh-CN" altLang="en-US" sz="2000" b="1" dirty="0" smtClean="0">
                <a:solidFill>
                  <a:srgbClr val="314865"/>
                </a:solidFill>
                <a:latin typeface="+mj-ea"/>
              </a:rPr>
              <a:t>型求积公式</a:t>
            </a:r>
            <a:endParaRPr lang="zh-CN" altLang="en-US" sz="2000" b="1" dirty="0">
              <a:solidFill>
                <a:srgbClr val="314865"/>
              </a:solidFill>
              <a:latin typeface="+mj-ea"/>
            </a:endParaRPr>
          </a:p>
        </p:txBody>
      </p:sp>
      <p:graphicFrame>
        <p:nvGraphicFramePr>
          <p:cNvPr id="5" name="Group 94"/>
          <p:cNvGraphicFramePr>
            <a:graphicFrameLocks noGrp="1"/>
          </p:cNvGraphicFramePr>
          <p:nvPr/>
        </p:nvGraphicFramePr>
        <p:xfrm>
          <a:off x="100012" y="1163320"/>
          <a:ext cx="8815232" cy="3134359"/>
        </p:xfrm>
        <a:graphic>
          <a:graphicData uri="http://schemas.openxmlformats.org/drawingml/2006/table">
            <a:tbl>
              <a:tblPr/>
              <a:tblGrid>
                <a:gridCol w="595186"/>
                <a:gridCol w="1859957"/>
                <a:gridCol w="1861508"/>
                <a:gridCol w="208280"/>
                <a:gridCol w="570387"/>
                <a:gridCol w="1859957"/>
                <a:gridCol w="1859957"/>
              </a:tblGrid>
              <a:tr h="3899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zh-CN"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60864">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±0.7071067811</a:t>
                      </a: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9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0.8862269254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±0.4360774119</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±1.3358490704</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±2.3506049736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0.7246295952</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0.1570673203</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0.0045300099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48909">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±1.2247448713</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0.2954089751</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1.8163590006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r h="659865">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±0.5246476232</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cs typeface="Times New Roman" pitchFamily="18" charset="0"/>
                        </a:rPr>
                        <a:t>±1.6506801238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0.8049140900</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0.0813128354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endPar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±0.8162878828</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±1.6735516287</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±2.6519613563</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2">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0.4256072526</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0.0545155828</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0.0009717812</a:t>
                      </a:r>
                    </a:p>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0.8102646175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r h="974801">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endParaRPr kumimoji="1" lang="en-US" altLang="zh-CN" sz="1800" b="0" i="0" u="none" strike="noStrike" cap="none" normalizeH="0" baseline="0" smtClean="0">
                        <a:ln>
                          <a:noFill/>
                        </a:ln>
                        <a:solidFill>
                          <a:schemeClr val="tx1"/>
                        </a:solidFill>
                        <a:effectLst/>
                        <a:latin typeface="Times New Roman" pitchFamily="18" charset="0"/>
                        <a:ea typeface="宋体" pitchFamily="2" charset="-122"/>
                      </a:endParaRP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smtClean="0">
                          <a:ln>
                            <a:noFill/>
                          </a:ln>
                          <a:solidFill>
                            <a:schemeClr val="tx1"/>
                          </a:solidFill>
                          <a:effectLst/>
                          <a:latin typeface="Times New Roman" pitchFamily="18" charset="0"/>
                          <a:ea typeface="宋体" pitchFamily="2" charset="-122"/>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±0.9585724646</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±2.0201828704</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0.3936193231</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0.0199532421</a:t>
                      </a:r>
                    </a:p>
                    <a:p>
                      <a:pPr marL="0" marR="0" lvl="0" indent="0" algn="ctr" defTabSz="914400" rtl="0" eaLnBrk="1" fontAlgn="base" latinLnBrk="0" hangingPunct="1">
                        <a:lnSpc>
                          <a:spcPct val="85000"/>
                        </a:lnSpc>
                        <a:spcBef>
                          <a:spcPct val="20000"/>
                        </a:spcBef>
                        <a:spcAft>
                          <a:spcPct val="0"/>
                        </a:spcAft>
                        <a:buClrTx/>
                        <a:buSzTx/>
                        <a:buFontTx/>
                        <a:buNone/>
                        <a:tabLst/>
                      </a:pPr>
                      <a:r>
                        <a:rPr kumimoji="1" lang="en-US" altLang="zh-CN" sz="1800" b="0" i="0" u="none" strike="noStrike" cap="none" normalizeH="0" baseline="0" dirty="0" smtClean="0">
                          <a:ln>
                            <a:noFill/>
                          </a:ln>
                          <a:solidFill>
                            <a:schemeClr val="tx1"/>
                          </a:solidFill>
                          <a:effectLst/>
                          <a:latin typeface="Times New Roman" pitchFamily="18" charset="0"/>
                          <a:ea typeface="宋体" pitchFamily="2" charset="-122"/>
                        </a:rPr>
                        <a:t>0.9453087204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r>
            </a:tbl>
          </a:graphicData>
        </a:graphic>
      </p:graphicFrame>
      <p:graphicFrame>
        <p:nvGraphicFramePr>
          <p:cNvPr id="133124" name="Object 4"/>
          <p:cNvGraphicFramePr>
            <a:graphicFrameLocks noChangeAspect="1"/>
          </p:cNvGraphicFramePr>
          <p:nvPr/>
        </p:nvGraphicFramePr>
        <p:xfrm>
          <a:off x="291465" y="1224598"/>
          <a:ext cx="215900" cy="239712"/>
        </p:xfrm>
        <a:graphic>
          <a:graphicData uri="http://schemas.openxmlformats.org/presentationml/2006/ole">
            <mc:AlternateContent xmlns:mc="http://schemas.openxmlformats.org/markup-compatibility/2006">
              <mc:Choice xmlns:v="urn:schemas-microsoft-com:vml" Requires="v">
                <p:oleObj spid="_x0000_s109642" name="Equation" r:id="rId3" imgW="114120" imgH="126720" progId="Equation.DSMT4">
                  <p:embed/>
                </p:oleObj>
              </mc:Choice>
              <mc:Fallback>
                <p:oleObj name="Equation" r:id="rId3" imgW="114120" imgH="126720" progId="Equation.DSMT4">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465" y="1224598"/>
                        <a:ext cx="215900"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1432243" y="1195388"/>
          <a:ext cx="287337" cy="360362"/>
        </p:xfrm>
        <a:graphic>
          <a:graphicData uri="http://schemas.openxmlformats.org/presentationml/2006/ole">
            <mc:AlternateContent xmlns:mc="http://schemas.openxmlformats.org/markup-compatibility/2006">
              <mc:Choice xmlns:v="urn:schemas-microsoft-com:vml" Requires="v">
                <p:oleObj spid="_x0000_s109643" name="Equation" r:id="rId5" imgW="152280" imgH="190440" progId="Equation.DSMT4">
                  <p:embed/>
                </p:oleObj>
              </mc:Choice>
              <mc:Fallback>
                <p:oleObj name="Equation" r:id="rId5" imgW="152280" imgH="19044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32243" y="1195388"/>
                        <a:ext cx="287337"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4"/>
          <p:cNvGraphicFramePr>
            <a:graphicFrameLocks noChangeAspect="1"/>
          </p:cNvGraphicFramePr>
          <p:nvPr/>
        </p:nvGraphicFramePr>
        <p:xfrm>
          <a:off x="3288983" y="1163320"/>
          <a:ext cx="312737" cy="360363"/>
        </p:xfrm>
        <a:graphic>
          <a:graphicData uri="http://schemas.openxmlformats.org/presentationml/2006/ole">
            <mc:AlternateContent xmlns:mc="http://schemas.openxmlformats.org/markup-compatibility/2006">
              <mc:Choice xmlns:v="urn:schemas-microsoft-com:vml" Requires="v">
                <p:oleObj spid="_x0000_s109644" name="Equation" r:id="rId7" imgW="164880" imgH="190440" progId="Equation.DSMT4">
                  <p:embed/>
                </p:oleObj>
              </mc:Choice>
              <mc:Fallback>
                <p:oleObj name="Equation" r:id="rId7" imgW="164880" imgH="19044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88983" y="1163320"/>
                        <a:ext cx="312737"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4"/>
          <p:cNvGraphicFramePr>
            <a:graphicFrameLocks noChangeAspect="1"/>
          </p:cNvGraphicFramePr>
          <p:nvPr/>
        </p:nvGraphicFramePr>
        <p:xfrm>
          <a:off x="4805680" y="1267143"/>
          <a:ext cx="215900" cy="239712"/>
        </p:xfrm>
        <a:graphic>
          <a:graphicData uri="http://schemas.openxmlformats.org/presentationml/2006/ole">
            <mc:AlternateContent xmlns:mc="http://schemas.openxmlformats.org/markup-compatibility/2006">
              <mc:Choice xmlns:v="urn:schemas-microsoft-com:vml" Requires="v">
                <p:oleObj spid="_x0000_s109645" name="Equation" r:id="rId9" imgW="114120" imgH="126720" progId="Equation.DSMT4">
                  <p:embed/>
                </p:oleObj>
              </mc:Choice>
              <mc:Fallback>
                <p:oleObj name="Equation" r:id="rId9" imgW="114120" imgH="126720" progId="Equation.DSMT4">
                  <p:embed/>
                  <p:pic>
                    <p:nvPicPr>
                      <p:cNvPr id="0"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5680" y="1267143"/>
                        <a:ext cx="215900" cy="239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6"/>
          <p:cNvGraphicFramePr>
            <a:graphicFrameLocks noChangeAspect="1"/>
          </p:cNvGraphicFramePr>
          <p:nvPr/>
        </p:nvGraphicFramePr>
        <p:xfrm>
          <a:off x="5945505" y="1177608"/>
          <a:ext cx="287338" cy="360362"/>
        </p:xfrm>
        <a:graphic>
          <a:graphicData uri="http://schemas.openxmlformats.org/presentationml/2006/ole">
            <mc:AlternateContent xmlns:mc="http://schemas.openxmlformats.org/markup-compatibility/2006">
              <mc:Choice xmlns:v="urn:schemas-microsoft-com:vml" Requires="v">
                <p:oleObj spid="_x0000_s109646" name="Equation" r:id="rId10" imgW="152280" imgH="190440" progId="Equation.DSMT4">
                  <p:embed/>
                </p:oleObj>
              </mc:Choice>
              <mc:Fallback>
                <p:oleObj name="Equation" r:id="rId10" imgW="152280" imgH="190440" progId="Equation.DSMT4">
                  <p:embed/>
                  <p:pic>
                    <p:nvPicPr>
                      <p:cNvPr id="0"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45505" y="1177608"/>
                        <a:ext cx="287338"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7"/>
          <p:cNvGraphicFramePr>
            <a:graphicFrameLocks noChangeAspect="1"/>
          </p:cNvGraphicFramePr>
          <p:nvPr/>
        </p:nvGraphicFramePr>
        <p:xfrm>
          <a:off x="7813040" y="1186498"/>
          <a:ext cx="312738" cy="360362"/>
        </p:xfrm>
        <a:graphic>
          <a:graphicData uri="http://schemas.openxmlformats.org/presentationml/2006/ole">
            <mc:AlternateContent xmlns:mc="http://schemas.openxmlformats.org/markup-compatibility/2006">
              <mc:Choice xmlns:v="urn:schemas-microsoft-com:vml" Requires="v">
                <p:oleObj spid="_x0000_s109647" name="Equation" r:id="rId11" imgW="164880" imgH="190440" progId="Equation.DSMT4">
                  <p:embed/>
                </p:oleObj>
              </mc:Choice>
              <mc:Fallback>
                <p:oleObj name="Equation" r:id="rId11" imgW="164880" imgH="190440" progId="Equation.DSMT4">
                  <p:embed/>
                  <p:pic>
                    <p:nvPicPr>
                      <p:cNvPr id="0" name="Picture 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13040" y="1186498"/>
                        <a:ext cx="312738"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133124"/>
                                        </p:tgtEl>
                                        <p:attrNameLst>
                                          <p:attrName>style.visibility</p:attrName>
                                        </p:attrNameLst>
                                      </p:cBhvr>
                                      <p:to>
                                        <p:strVal val="visible"/>
                                      </p:to>
                                    </p:set>
                                    <p:animEffect transition="in" filter="blinds(horizontal)">
                                      <p:cBhvr>
                                        <p:cTn id="25" dur="500"/>
                                        <p:tgtEl>
                                          <p:spTgt spid="133124"/>
                                        </p:tgtEl>
                                      </p:cBhvr>
                                    </p:animEffect>
                                  </p:childTnLst>
                                </p:cTn>
                              </p:par>
                              <p:par>
                                <p:cTn id="26" presetID="3" presetClass="entr" presetSubtype="10" fill="hold" nodeType="with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par>
                                <p:cTn id="29" presetID="3" presetClass="entr" presetSubtype="10" fill="hold"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blinds(horizontal)">
                                      <p:cBhvr>
                                        <p:cTn id="31" dur="500"/>
                                        <p:tgtEl>
                                          <p:spTgt spid="3"/>
                                        </p:tgtEl>
                                      </p:cBhvr>
                                    </p:animEffect>
                                  </p:childTnLst>
                                </p:cTn>
                              </p:par>
                              <p:par>
                                <p:cTn id="32" presetID="3" presetClass="entr" presetSubtype="10" fill="hold" nodeType="with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blinds(horizontal)">
                                      <p:cBhvr>
                                        <p:cTn id="34" dur="500"/>
                                        <p:tgtEl>
                                          <p:spTgt spid="4"/>
                                        </p:tgtEl>
                                      </p:cBhvr>
                                    </p:animEffect>
                                  </p:childTnLst>
                                </p:cTn>
                              </p:par>
                              <p:par>
                                <p:cTn id="35" presetID="3" presetClass="entr" presetSubtype="10" fill="hold" nodeType="with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blinds(horizontal)">
                                      <p:cBhvr>
                                        <p:cTn id="37" dur="500"/>
                                        <p:tgtEl>
                                          <p:spTgt spid="6"/>
                                        </p:tgtEl>
                                      </p:cBhvr>
                                    </p:animEffect>
                                  </p:childTnLst>
                                </p:cTn>
                              </p:par>
                              <p:par>
                                <p:cTn id="38" presetID="3" presetClass="entr" presetSubtype="10" fill="hold" nodeType="withEffect">
                                  <p:stCondLst>
                                    <p:cond delay="0"/>
                                  </p:stCondLst>
                                  <p:childTnLst>
                                    <p:set>
                                      <p:cBhvr>
                                        <p:cTn id="39" dur="1" fill="hold">
                                          <p:stCondLst>
                                            <p:cond delay="0"/>
                                          </p:stCondLst>
                                        </p:cTn>
                                        <p:tgtEl>
                                          <p:spTgt spid="7"/>
                                        </p:tgtEl>
                                        <p:attrNameLst>
                                          <p:attrName>style.visibility</p:attrName>
                                        </p:attrNameLst>
                                      </p:cBhvr>
                                      <p:to>
                                        <p:strVal val="visible"/>
                                      </p:to>
                                    </p:set>
                                    <p:animEffect transition="in" filter="blinds(horizontal)">
                                      <p:cBhvr>
                                        <p:cTn id="4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差商型数值微分</a:t>
            </a:r>
            <a:endParaRPr lang="zh-CN" altLang="en-US" sz="2000" b="1" dirty="0">
              <a:solidFill>
                <a:srgbClr val="314865"/>
              </a:solidFill>
              <a:latin typeface="+mj-ea"/>
            </a:endParaRPr>
          </a:p>
        </p:txBody>
      </p:sp>
      <p:sp>
        <p:nvSpPr>
          <p:cNvPr id="28" name="Text Box 7"/>
          <p:cNvSpPr txBox="1">
            <a:spLocks noChangeArrowheads="1"/>
          </p:cNvSpPr>
          <p:nvPr/>
        </p:nvSpPr>
        <p:spPr bwMode="auto">
          <a:xfrm>
            <a:off x="575310" y="820738"/>
            <a:ext cx="6624638"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问题 测得一个移动物体的距离</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的数据如下</a:t>
            </a:r>
          </a:p>
        </p:txBody>
      </p:sp>
      <p:graphicFrame>
        <p:nvGraphicFramePr>
          <p:cNvPr id="29" name="Group 55"/>
          <p:cNvGraphicFramePr>
            <a:graphicFrameLocks/>
          </p:cNvGraphicFramePr>
          <p:nvPr/>
        </p:nvGraphicFramePr>
        <p:xfrm>
          <a:off x="655320" y="1341120"/>
          <a:ext cx="8134350" cy="1376363"/>
        </p:xfrm>
        <a:graphic>
          <a:graphicData uri="http://schemas.openxmlformats.org/drawingml/2006/table">
            <a:tbl>
              <a:tblPr/>
              <a:tblGrid>
                <a:gridCol w="1162050"/>
                <a:gridCol w="1163638"/>
                <a:gridCol w="1162050"/>
                <a:gridCol w="1119187"/>
                <a:gridCol w="1201738"/>
                <a:gridCol w="1163637"/>
                <a:gridCol w="1162050"/>
              </a:tblGrid>
              <a:tr h="606425">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69938">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12.07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19.91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30.11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42.13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55.85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72.00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 name="Text Box 39"/>
          <p:cNvSpPr txBox="1">
            <a:spLocks noChangeArrowheads="1"/>
          </p:cNvSpPr>
          <p:nvPr/>
        </p:nvSpPr>
        <p:spPr bwMode="auto">
          <a:xfrm>
            <a:off x="620713" y="2872423"/>
            <a:ext cx="7704137"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求速度             和加速度                ？</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110594" name="Object 17"/>
          <p:cNvGraphicFramePr>
            <a:graphicFrameLocks noChangeAspect="1"/>
          </p:cNvGraphicFramePr>
          <p:nvPr/>
        </p:nvGraphicFramePr>
        <p:xfrm>
          <a:off x="684213" y="3698558"/>
          <a:ext cx="7488237" cy="681037"/>
        </p:xfrm>
        <a:graphic>
          <a:graphicData uri="http://schemas.openxmlformats.org/presentationml/2006/ole">
            <mc:AlternateContent xmlns:mc="http://schemas.openxmlformats.org/markup-compatibility/2006">
              <mc:Choice xmlns:v="urn:schemas-microsoft-com:vml" Requires="v">
                <p:oleObj spid="_x0000_s110642" name="Equation" r:id="rId3" imgW="6845040" imgH="622080" progId="Equation.DSMT4">
                  <p:embed/>
                </p:oleObj>
              </mc:Choice>
              <mc:Fallback>
                <p:oleObj name="Equation" r:id="rId3" imgW="6845040" imgH="622080" progId="Equation.DSMT4">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3698558"/>
                        <a:ext cx="7488237" cy="681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chemeClr val="tx1"/>
                            </a:solidFill>
                            <a:miter lim="800000"/>
                            <a:headEnd/>
                            <a:tailEnd/>
                          </a14:hiddenLine>
                        </a:ext>
                      </a:extLst>
                    </p:spPr>
                  </p:pic>
                </p:oleObj>
              </mc:Fallback>
            </mc:AlternateContent>
          </a:graphicData>
        </a:graphic>
      </p:graphicFrame>
      <p:graphicFrame>
        <p:nvGraphicFramePr>
          <p:cNvPr id="120835" name="Object 3"/>
          <p:cNvGraphicFramePr>
            <a:graphicFrameLocks noChangeAspect="1"/>
          </p:cNvGraphicFramePr>
          <p:nvPr/>
        </p:nvGraphicFramePr>
        <p:xfrm>
          <a:off x="1494155" y="2862580"/>
          <a:ext cx="720725" cy="449263"/>
        </p:xfrm>
        <a:graphic>
          <a:graphicData uri="http://schemas.openxmlformats.org/presentationml/2006/ole">
            <mc:AlternateContent xmlns:mc="http://schemas.openxmlformats.org/markup-compatibility/2006">
              <mc:Choice xmlns:v="urn:schemas-microsoft-com:vml" Requires="v">
                <p:oleObj spid="_x0000_s110643" name="Equation" r:id="rId5" imgW="253800" imgH="190440" progId="Equation.DSMT4">
                  <p:embed/>
                </p:oleObj>
              </mc:Choice>
              <mc:Fallback>
                <p:oleObj name="Equation" r:id="rId5" imgW="253800" imgH="19044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4155" y="2862580"/>
                        <a:ext cx="720725"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3414713" y="2903538"/>
          <a:ext cx="684212" cy="352425"/>
        </p:xfrm>
        <a:graphic>
          <a:graphicData uri="http://schemas.openxmlformats.org/presentationml/2006/ole">
            <mc:AlternateContent xmlns:mc="http://schemas.openxmlformats.org/markup-compatibility/2006">
              <mc:Choice xmlns:v="urn:schemas-microsoft-com:vml" Requires="v">
                <p:oleObj spid="_x0000_s110644" name="Equation" r:id="rId7" imgW="482400" imgH="304560" progId="Equation.DSMT4">
                  <p:embed/>
                </p:oleObj>
              </mc:Choice>
              <mc:Fallback>
                <p:oleObj name="Equation" r:id="rId7" imgW="482400" imgH="3045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4713" y="2903538"/>
                        <a:ext cx="684212"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3"/>
          <p:cNvGraphicFramePr>
            <a:graphicFrameLocks noChangeAspect="1"/>
          </p:cNvGraphicFramePr>
          <p:nvPr/>
        </p:nvGraphicFramePr>
        <p:xfrm>
          <a:off x="4095115" y="863918"/>
          <a:ext cx="647700" cy="352425"/>
        </p:xfrm>
        <a:graphic>
          <a:graphicData uri="http://schemas.openxmlformats.org/presentationml/2006/ole">
            <mc:AlternateContent xmlns:mc="http://schemas.openxmlformats.org/markup-compatibility/2006">
              <mc:Choice xmlns:v="urn:schemas-microsoft-com:vml" Requires="v">
                <p:oleObj spid="_x0000_s110645" name="Equation" r:id="rId9" imgW="457200" imgH="304560" progId="Equation.DSMT4">
                  <p:embed/>
                </p:oleObj>
              </mc:Choice>
              <mc:Fallback>
                <p:oleObj name="Equation" r:id="rId9" imgW="457200" imgH="30456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95115" y="863918"/>
                        <a:ext cx="6477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linds(horizontal)">
                                      <p:cBhvr>
                                        <p:cTn id="22" dur="500"/>
                                        <p:tgtEl>
                                          <p:spTgt spid="28"/>
                                        </p:tgtEl>
                                      </p:cBhvr>
                                    </p:animEffect>
                                  </p:childTnLst>
                                </p:cTn>
                              </p:par>
                              <p:par>
                                <p:cTn id="23" presetID="3" presetClass="entr" presetSubtype="1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blinds(horizontal)">
                                      <p:cBhvr>
                                        <p:cTn id="25" dur="500"/>
                                        <p:tgtEl>
                                          <p:spTgt spid="2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30"/>
                                        </p:tgtEl>
                                        <p:attrNameLst>
                                          <p:attrName>style.visibility</p:attrName>
                                        </p:attrNameLst>
                                      </p:cBhvr>
                                      <p:to>
                                        <p:strVal val="visible"/>
                                      </p:to>
                                    </p:set>
                                    <p:animEffect transition="in" filter="blinds(horizontal)">
                                      <p:cBhvr>
                                        <p:cTn id="28" dur="500"/>
                                        <p:tgtEl>
                                          <p:spTgt spid="30"/>
                                        </p:tgtEl>
                                      </p:cBhvr>
                                    </p:animEffect>
                                  </p:childTnLst>
                                </p:cTn>
                              </p:par>
                              <p:par>
                                <p:cTn id="29" presetID="3" presetClass="entr" presetSubtype="10" fill="hold" nodeType="withEffect">
                                  <p:stCondLst>
                                    <p:cond delay="0"/>
                                  </p:stCondLst>
                                  <p:childTnLst>
                                    <p:set>
                                      <p:cBhvr>
                                        <p:cTn id="30" dur="1" fill="hold">
                                          <p:stCondLst>
                                            <p:cond delay="0"/>
                                          </p:stCondLst>
                                        </p:cTn>
                                        <p:tgtEl>
                                          <p:spTgt spid="120835"/>
                                        </p:tgtEl>
                                        <p:attrNameLst>
                                          <p:attrName>style.visibility</p:attrName>
                                        </p:attrNameLst>
                                      </p:cBhvr>
                                      <p:to>
                                        <p:strVal val="visible"/>
                                      </p:to>
                                    </p:set>
                                    <p:animEffect transition="in" filter="blinds(horizontal)">
                                      <p:cBhvr>
                                        <p:cTn id="31" dur="500"/>
                                        <p:tgtEl>
                                          <p:spTgt spid="120835"/>
                                        </p:tgtEl>
                                      </p:cBhvr>
                                    </p:animEffect>
                                  </p:childTnLst>
                                </p:cTn>
                              </p:par>
                              <p:par>
                                <p:cTn id="32" presetID="3" presetClass="entr" presetSubtype="10" fill="hold" nodeType="withEffect">
                                  <p:stCondLst>
                                    <p:cond delay="0"/>
                                  </p:stCondLst>
                                  <p:childTnLst>
                                    <p:set>
                                      <p:cBhvr>
                                        <p:cTn id="33" dur="1" fill="hold">
                                          <p:stCondLst>
                                            <p:cond delay="0"/>
                                          </p:stCondLst>
                                        </p:cTn>
                                        <p:tgtEl>
                                          <p:spTgt spid="2"/>
                                        </p:tgtEl>
                                        <p:attrNameLst>
                                          <p:attrName>style.visibility</p:attrName>
                                        </p:attrNameLst>
                                      </p:cBhvr>
                                      <p:to>
                                        <p:strVal val="visible"/>
                                      </p:to>
                                    </p:set>
                                    <p:animEffect transition="in" filter="blinds(horizontal)">
                                      <p:cBhvr>
                                        <p:cTn id="34" dur="500"/>
                                        <p:tgtEl>
                                          <p:spTgt spid="2"/>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110594"/>
                                        </p:tgtEl>
                                        <p:attrNameLst>
                                          <p:attrName>style.visibility</p:attrName>
                                        </p:attrNameLst>
                                      </p:cBhvr>
                                      <p:to>
                                        <p:strVal val="visible"/>
                                      </p:to>
                                    </p:set>
                                    <p:animEffect transition="in" filter="blinds(horizontal)">
                                      <p:cBhvr>
                                        <p:cTn id="39" dur="500"/>
                                        <p:tgtEl>
                                          <p:spTgt spid="1105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8" grpId="0"/>
      <p:bldP spid="30"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差商型数值微分</a:t>
            </a:r>
            <a:endParaRPr lang="zh-CN" altLang="en-US" sz="2000" b="1" dirty="0">
              <a:solidFill>
                <a:srgbClr val="314865"/>
              </a:solidFill>
              <a:latin typeface="+mj-ea"/>
            </a:endParaRPr>
          </a:p>
        </p:txBody>
      </p:sp>
      <p:sp>
        <p:nvSpPr>
          <p:cNvPr id="5" name="Rectangle 18"/>
          <p:cNvSpPr>
            <a:spLocks noChangeArrowheads="1"/>
          </p:cNvSpPr>
          <p:nvPr/>
        </p:nvSpPr>
        <p:spPr bwMode="auto">
          <a:xfrm>
            <a:off x="355600" y="650240"/>
            <a:ext cx="8361680" cy="533400"/>
          </a:xfrm>
          <a:prstGeom prst="rect">
            <a:avLst/>
          </a:prstGeom>
          <a:noFill/>
          <a:ln w="9525">
            <a:noFill/>
            <a:miter lim="800000"/>
            <a:headEnd/>
            <a:tailEnd/>
          </a:ln>
        </p:spPr>
        <p:txBody>
          <a:bodyPr anchor="ctr"/>
          <a:lstStyle/>
          <a:p>
            <a:pPr algn="l">
              <a:spcBef>
                <a:spcPct val="0"/>
              </a:spcBef>
            </a:pPr>
            <a:r>
              <a:rPr lang="en-US" altLang="zh-CN" sz="2000" dirty="0" smtClean="0">
                <a:solidFill>
                  <a:schemeClr val="dk1"/>
                </a:solidFill>
                <a:latin typeface="Calibri" pitchFamily="34" charset="0"/>
                <a:ea typeface="宋体" pitchFamily="2" charset="-122"/>
                <a:sym typeface="Symbol" pitchFamily="18" charset="2"/>
              </a:rPr>
              <a:t>1.  </a:t>
            </a:r>
            <a:r>
              <a:rPr lang="zh-CN" altLang="en-US" sz="2000" dirty="0" smtClean="0">
                <a:solidFill>
                  <a:schemeClr val="dk1"/>
                </a:solidFill>
                <a:latin typeface="Calibri" pitchFamily="34" charset="0"/>
                <a:ea typeface="宋体" pitchFamily="2" charset="-122"/>
                <a:sym typeface="Symbol" pitchFamily="18" charset="2"/>
              </a:rPr>
              <a:t>向前差商数值微分公式</a:t>
            </a:r>
          </a:p>
        </p:txBody>
      </p:sp>
      <p:graphicFrame>
        <p:nvGraphicFramePr>
          <p:cNvPr id="124931" name="Object 3"/>
          <p:cNvGraphicFramePr>
            <a:graphicFrameLocks noChangeAspect="1"/>
          </p:cNvGraphicFramePr>
          <p:nvPr/>
        </p:nvGraphicFramePr>
        <p:xfrm>
          <a:off x="743073" y="1204538"/>
          <a:ext cx="2940050" cy="674687"/>
        </p:xfrm>
        <a:graphic>
          <a:graphicData uri="http://schemas.openxmlformats.org/presentationml/2006/ole">
            <mc:AlternateContent xmlns:mc="http://schemas.openxmlformats.org/markup-compatibility/2006">
              <mc:Choice xmlns:v="urn:schemas-microsoft-com:vml" Requires="v">
                <p:oleObj spid="_x0000_s111654" name="Equation" r:id="rId3" imgW="2717640" imgH="622080" progId="Equation.DSMT4">
                  <p:embed/>
                </p:oleObj>
              </mc:Choice>
              <mc:Fallback>
                <p:oleObj name="Equation" r:id="rId3" imgW="2717640" imgH="62208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3073" y="1204538"/>
                        <a:ext cx="2940050" cy="674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20"/>
          <p:cNvSpPr>
            <a:spLocks noChangeArrowheads="1"/>
          </p:cNvSpPr>
          <p:nvPr/>
        </p:nvSpPr>
        <p:spPr bwMode="auto">
          <a:xfrm>
            <a:off x="731173" y="1857359"/>
            <a:ext cx="7067509" cy="533400"/>
          </a:xfrm>
          <a:prstGeom prst="rect">
            <a:avLst/>
          </a:prstGeom>
          <a:noFill/>
          <a:ln w="9525">
            <a:noFill/>
            <a:miter lim="800000"/>
            <a:headEnd/>
            <a:tailEnd/>
          </a:ln>
        </p:spPr>
        <p:txBody>
          <a:bodyPr anchor="ctr"/>
          <a:lstStyle/>
          <a:p>
            <a:pPr algn="l">
              <a:spcBef>
                <a:spcPct val="0"/>
              </a:spcBef>
            </a:pPr>
            <a:r>
              <a:rPr lang="zh-CN" altLang="en-US" sz="2000" dirty="0" smtClean="0">
                <a:solidFill>
                  <a:schemeClr val="dk1"/>
                </a:solidFill>
                <a:latin typeface="Calibri" pitchFamily="34" charset="0"/>
                <a:ea typeface="宋体" pitchFamily="2" charset="-122"/>
                <a:sym typeface="Symbol" pitchFamily="18" charset="2"/>
              </a:rPr>
              <a:t>由</a:t>
            </a:r>
            <a:r>
              <a:rPr lang="en-US" altLang="zh-CN" sz="2000" dirty="0" smtClean="0">
                <a:solidFill>
                  <a:schemeClr val="dk1"/>
                </a:solidFill>
                <a:latin typeface="Calibri" pitchFamily="34" charset="0"/>
                <a:ea typeface="宋体" pitchFamily="2" charset="-122"/>
                <a:sym typeface="Symbol" pitchFamily="18" charset="2"/>
              </a:rPr>
              <a:t>Taylor</a:t>
            </a:r>
            <a:r>
              <a:rPr lang="zh-CN" altLang="en-US" sz="2000" dirty="0" smtClean="0">
                <a:solidFill>
                  <a:schemeClr val="dk1"/>
                </a:solidFill>
                <a:latin typeface="Calibri" pitchFamily="34" charset="0"/>
                <a:ea typeface="宋体" pitchFamily="2" charset="-122"/>
                <a:sym typeface="Symbol" pitchFamily="18" charset="2"/>
              </a:rPr>
              <a:t>展开式</a:t>
            </a:r>
          </a:p>
        </p:txBody>
      </p:sp>
      <p:graphicFrame>
        <p:nvGraphicFramePr>
          <p:cNvPr id="124933" name="Object 5"/>
          <p:cNvGraphicFramePr>
            <a:graphicFrameLocks noChangeAspect="1"/>
          </p:cNvGraphicFramePr>
          <p:nvPr/>
        </p:nvGraphicFramePr>
        <p:xfrm>
          <a:off x="1097280" y="2324418"/>
          <a:ext cx="6040438" cy="696912"/>
        </p:xfrm>
        <a:graphic>
          <a:graphicData uri="http://schemas.openxmlformats.org/presentationml/2006/ole">
            <mc:AlternateContent xmlns:mc="http://schemas.openxmlformats.org/markup-compatibility/2006">
              <mc:Choice xmlns:v="urn:schemas-microsoft-com:vml" Requires="v">
                <p:oleObj spid="_x0000_s111655" name="Equation" r:id="rId5" imgW="5613120" imgH="647640" progId="Equation.DSMT4">
                  <p:embed/>
                </p:oleObj>
              </mc:Choice>
              <mc:Fallback>
                <p:oleObj name="Equation" r:id="rId5" imgW="5613120" imgH="64764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7280" y="2324418"/>
                        <a:ext cx="6040438" cy="696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23"/>
          <p:cNvSpPr>
            <a:spLocks noChangeArrowheads="1"/>
          </p:cNvSpPr>
          <p:nvPr/>
        </p:nvSpPr>
        <p:spPr bwMode="auto">
          <a:xfrm>
            <a:off x="804740" y="3104230"/>
            <a:ext cx="6698245" cy="533400"/>
          </a:xfrm>
          <a:prstGeom prst="rect">
            <a:avLst/>
          </a:prstGeom>
          <a:noFill/>
          <a:ln w="9525">
            <a:noFill/>
            <a:miter lim="800000"/>
            <a:headEnd/>
            <a:tailEnd/>
          </a:ln>
        </p:spPr>
        <p:txBody>
          <a:bodyPr anchor="ctr"/>
          <a:lstStyle/>
          <a:p>
            <a:pPr algn="l">
              <a:spcBef>
                <a:spcPct val="0"/>
              </a:spcBef>
            </a:pPr>
            <a:r>
              <a:rPr lang="zh-CN" altLang="en-US" sz="2000" dirty="0" smtClean="0">
                <a:solidFill>
                  <a:schemeClr val="dk1"/>
                </a:solidFill>
                <a:latin typeface="Calibri" pitchFamily="34" charset="0"/>
                <a:ea typeface="宋体" pitchFamily="2" charset="-122"/>
                <a:sym typeface="Symbol" pitchFamily="18" charset="2"/>
              </a:rPr>
              <a:t>可得误差</a:t>
            </a:r>
          </a:p>
        </p:txBody>
      </p:sp>
      <p:graphicFrame>
        <p:nvGraphicFramePr>
          <p:cNvPr id="124934" name="Object 6"/>
          <p:cNvGraphicFramePr>
            <a:graphicFrameLocks noChangeAspect="1"/>
          </p:cNvGraphicFramePr>
          <p:nvPr/>
        </p:nvGraphicFramePr>
        <p:xfrm>
          <a:off x="999490" y="3766820"/>
          <a:ext cx="6321425" cy="673100"/>
        </p:xfrm>
        <a:graphic>
          <a:graphicData uri="http://schemas.openxmlformats.org/presentationml/2006/ole">
            <mc:AlternateContent xmlns:mc="http://schemas.openxmlformats.org/markup-compatibility/2006">
              <mc:Choice xmlns:v="urn:schemas-microsoft-com:vml" Requires="v">
                <p:oleObj spid="_x0000_s111656" name="Equation" r:id="rId7" imgW="5841720" imgH="622080" progId="Equation.DSMT4">
                  <p:embed/>
                </p:oleObj>
              </mc:Choice>
              <mc:Fallback>
                <p:oleObj name="Equation" r:id="rId7" imgW="5841720" imgH="622080" progId="Equation.DSMT4">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99490" y="3766820"/>
                        <a:ext cx="6321425"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4931"/>
                                        </p:tgtEl>
                                        <p:attrNameLst>
                                          <p:attrName>style.visibility</p:attrName>
                                        </p:attrNameLst>
                                      </p:cBhvr>
                                      <p:to>
                                        <p:strVal val="visible"/>
                                      </p:to>
                                    </p:set>
                                    <p:animEffect transition="in" filter="blinds(horizontal)">
                                      <p:cBhvr>
                                        <p:cTn id="27" dur="500"/>
                                        <p:tgtEl>
                                          <p:spTgt spid="124931"/>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24933"/>
                                        </p:tgtEl>
                                        <p:attrNameLst>
                                          <p:attrName>style.visibility</p:attrName>
                                        </p:attrNameLst>
                                      </p:cBhvr>
                                      <p:to>
                                        <p:strVal val="visible"/>
                                      </p:to>
                                    </p:set>
                                    <p:animEffect transition="in" filter="blinds(horizontal)">
                                      <p:cBhvr>
                                        <p:cTn id="37" dur="500"/>
                                        <p:tgtEl>
                                          <p:spTgt spid="12493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blinds(horizontal)">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124934"/>
                                        </p:tgtEl>
                                        <p:attrNameLst>
                                          <p:attrName>style.visibility</p:attrName>
                                        </p:attrNameLst>
                                      </p:cBhvr>
                                      <p:to>
                                        <p:strVal val="visible"/>
                                      </p:to>
                                    </p:set>
                                    <p:animEffect transition="in" filter="blinds(horizontal)">
                                      <p:cBhvr>
                                        <p:cTn id="47" dur="500"/>
                                        <p:tgtEl>
                                          <p:spTgt spid="1249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7" grpId="0"/>
      <p:bldP spid="9"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差商型数值微分</a:t>
            </a:r>
            <a:endParaRPr lang="zh-CN" altLang="en-US" sz="2000" b="1" dirty="0">
              <a:solidFill>
                <a:srgbClr val="314865"/>
              </a:solidFill>
              <a:latin typeface="+mj-ea"/>
            </a:endParaRPr>
          </a:p>
        </p:txBody>
      </p:sp>
      <p:sp>
        <p:nvSpPr>
          <p:cNvPr id="5" name="Rectangle 6"/>
          <p:cNvSpPr>
            <a:spLocks noChangeArrowheads="1"/>
          </p:cNvSpPr>
          <p:nvPr/>
        </p:nvSpPr>
        <p:spPr bwMode="auto">
          <a:xfrm>
            <a:off x="457200" y="635000"/>
            <a:ext cx="7660640" cy="533400"/>
          </a:xfrm>
          <a:prstGeom prst="rect">
            <a:avLst/>
          </a:prstGeom>
          <a:noFill/>
          <a:ln w="9525">
            <a:noFill/>
            <a:miter lim="800000"/>
            <a:headEnd/>
            <a:tailEnd/>
          </a:ln>
        </p:spPr>
        <p:txBody>
          <a:bodyPr anchor="ctr"/>
          <a:lstStyle/>
          <a:p>
            <a:pPr algn="l">
              <a:spcBef>
                <a:spcPct val="0"/>
              </a:spcBef>
            </a:pPr>
            <a:r>
              <a:rPr lang="en-US" altLang="zh-CN" sz="2000" dirty="0" smtClean="0">
                <a:solidFill>
                  <a:schemeClr val="dk1"/>
                </a:solidFill>
                <a:latin typeface="Calibri" pitchFamily="34" charset="0"/>
                <a:ea typeface="宋体" pitchFamily="2" charset="-122"/>
                <a:sym typeface="Symbol" pitchFamily="18" charset="2"/>
              </a:rPr>
              <a:t>2.  </a:t>
            </a:r>
            <a:r>
              <a:rPr lang="zh-CN" altLang="en-US" sz="2000" dirty="0" smtClean="0">
                <a:solidFill>
                  <a:schemeClr val="dk1"/>
                </a:solidFill>
                <a:latin typeface="Calibri" pitchFamily="34" charset="0"/>
                <a:ea typeface="宋体" pitchFamily="2" charset="-122"/>
                <a:sym typeface="Symbol" pitchFamily="18" charset="2"/>
              </a:rPr>
              <a:t>向后差商数值微分公式</a:t>
            </a:r>
          </a:p>
        </p:txBody>
      </p:sp>
      <p:graphicFrame>
        <p:nvGraphicFramePr>
          <p:cNvPr id="119815" name="Object 7"/>
          <p:cNvGraphicFramePr>
            <a:graphicFrameLocks noChangeAspect="1"/>
          </p:cNvGraphicFramePr>
          <p:nvPr/>
        </p:nvGraphicFramePr>
        <p:xfrm>
          <a:off x="2368233" y="1025525"/>
          <a:ext cx="2638425" cy="620713"/>
        </p:xfrm>
        <a:graphic>
          <a:graphicData uri="http://schemas.openxmlformats.org/presentationml/2006/ole">
            <mc:AlternateContent xmlns:mc="http://schemas.openxmlformats.org/markup-compatibility/2006">
              <mc:Choice xmlns:v="urn:schemas-microsoft-com:vml" Requires="v">
                <p:oleObj spid="_x0000_s112714" name="Equation" r:id="rId3" imgW="2438280" imgH="571320" progId="Equation.DSMT4">
                  <p:embed/>
                </p:oleObj>
              </mc:Choice>
              <mc:Fallback>
                <p:oleObj name="Equation" r:id="rId3" imgW="2438280" imgH="571320" progId="Equation.DSMT4">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8233" y="1025525"/>
                        <a:ext cx="2638425" cy="620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ctangle 8"/>
          <p:cNvSpPr>
            <a:spLocks noChangeArrowheads="1"/>
          </p:cNvSpPr>
          <p:nvPr/>
        </p:nvSpPr>
        <p:spPr bwMode="auto">
          <a:xfrm>
            <a:off x="741680" y="1598800"/>
            <a:ext cx="7660640" cy="533400"/>
          </a:xfrm>
          <a:prstGeom prst="rect">
            <a:avLst/>
          </a:prstGeom>
          <a:noFill/>
          <a:ln w="9525">
            <a:noFill/>
            <a:miter lim="800000"/>
            <a:headEnd/>
            <a:tailEnd/>
          </a:ln>
        </p:spPr>
        <p:txBody>
          <a:bodyPr anchor="ctr"/>
          <a:lstStyle/>
          <a:p>
            <a:pPr algn="l">
              <a:spcBef>
                <a:spcPct val="0"/>
              </a:spcBef>
            </a:pPr>
            <a:r>
              <a:rPr lang="zh-CN" altLang="en-US" sz="2000" dirty="0" smtClean="0">
                <a:solidFill>
                  <a:schemeClr val="dk1"/>
                </a:solidFill>
                <a:latin typeface="Calibri" pitchFamily="34" charset="0"/>
                <a:ea typeface="宋体" pitchFamily="2" charset="-122"/>
                <a:sym typeface="Symbol" pitchFamily="18" charset="2"/>
              </a:rPr>
              <a:t>由</a:t>
            </a:r>
            <a:r>
              <a:rPr lang="en-US" altLang="zh-CN" sz="2000" dirty="0" smtClean="0">
                <a:solidFill>
                  <a:schemeClr val="dk1"/>
                </a:solidFill>
                <a:latin typeface="Calibri" pitchFamily="34" charset="0"/>
                <a:ea typeface="宋体" pitchFamily="2" charset="-122"/>
                <a:sym typeface="Symbol" pitchFamily="18" charset="2"/>
              </a:rPr>
              <a:t>Taylor</a:t>
            </a:r>
            <a:r>
              <a:rPr lang="zh-CN" altLang="en-US" sz="2000" dirty="0" smtClean="0">
                <a:solidFill>
                  <a:schemeClr val="dk1"/>
                </a:solidFill>
                <a:latin typeface="Calibri" pitchFamily="34" charset="0"/>
                <a:ea typeface="宋体" pitchFamily="2" charset="-122"/>
                <a:sym typeface="Symbol" pitchFamily="18" charset="2"/>
              </a:rPr>
              <a:t>展开式   </a:t>
            </a:r>
          </a:p>
        </p:txBody>
      </p:sp>
      <p:graphicFrame>
        <p:nvGraphicFramePr>
          <p:cNvPr id="119818" name="Object 10"/>
          <p:cNvGraphicFramePr>
            <a:graphicFrameLocks noChangeAspect="1"/>
          </p:cNvGraphicFramePr>
          <p:nvPr/>
        </p:nvGraphicFramePr>
        <p:xfrm>
          <a:off x="2635250" y="1524440"/>
          <a:ext cx="5413375" cy="641350"/>
        </p:xfrm>
        <a:graphic>
          <a:graphicData uri="http://schemas.openxmlformats.org/presentationml/2006/ole">
            <mc:AlternateContent xmlns:mc="http://schemas.openxmlformats.org/markup-compatibility/2006">
              <mc:Choice xmlns:v="urn:schemas-microsoft-com:vml" Requires="v">
                <p:oleObj spid="_x0000_s112715" name="Equation" r:id="rId5" imgW="5029200" imgH="596880" progId="Equation.DSMT4">
                  <p:embed/>
                </p:oleObj>
              </mc:Choice>
              <mc:Fallback>
                <p:oleObj name="Equation" r:id="rId5" imgW="5029200" imgH="596880" progId="Equation.DSMT4">
                  <p:embed/>
                  <p:pic>
                    <p:nvPicPr>
                      <p:cNvPr id="0" name="Object 1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5250" y="1524440"/>
                        <a:ext cx="5413375" cy="641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11"/>
          <p:cNvSpPr>
            <a:spLocks noChangeArrowheads="1"/>
          </p:cNvSpPr>
          <p:nvPr/>
        </p:nvSpPr>
        <p:spPr bwMode="auto">
          <a:xfrm>
            <a:off x="731520" y="2140960"/>
            <a:ext cx="8199120" cy="533400"/>
          </a:xfrm>
          <a:prstGeom prst="rect">
            <a:avLst/>
          </a:prstGeom>
          <a:noFill/>
          <a:ln w="9525">
            <a:noFill/>
            <a:miter lim="800000"/>
            <a:headEnd/>
            <a:tailEnd/>
          </a:ln>
        </p:spPr>
        <p:txBody>
          <a:bodyPr anchor="ctr"/>
          <a:lstStyle/>
          <a:p>
            <a:pPr algn="l">
              <a:spcBef>
                <a:spcPct val="0"/>
              </a:spcBef>
            </a:pPr>
            <a:r>
              <a:rPr lang="zh-CN" altLang="en-US" sz="2000" dirty="0" smtClean="0">
                <a:solidFill>
                  <a:schemeClr val="dk1"/>
                </a:solidFill>
                <a:latin typeface="Calibri" pitchFamily="34" charset="0"/>
                <a:ea typeface="宋体" pitchFamily="2" charset="-122"/>
                <a:sym typeface="Symbol" pitchFamily="18" charset="2"/>
              </a:rPr>
              <a:t>可得误差</a:t>
            </a:r>
          </a:p>
        </p:txBody>
      </p:sp>
      <p:graphicFrame>
        <p:nvGraphicFramePr>
          <p:cNvPr id="119820" name="Object 12"/>
          <p:cNvGraphicFramePr>
            <a:graphicFrameLocks noChangeAspect="1"/>
          </p:cNvGraphicFramePr>
          <p:nvPr/>
        </p:nvGraphicFramePr>
        <p:xfrm>
          <a:off x="2304415" y="2072543"/>
          <a:ext cx="5497513" cy="619125"/>
        </p:xfrm>
        <a:graphic>
          <a:graphicData uri="http://schemas.openxmlformats.org/presentationml/2006/ole">
            <mc:AlternateContent xmlns:mc="http://schemas.openxmlformats.org/markup-compatibility/2006">
              <mc:Choice xmlns:v="urn:schemas-microsoft-com:vml" Requires="v">
                <p:oleObj spid="_x0000_s112716" name="Equation" r:id="rId7" imgW="5079960" imgH="571320" progId="Equation.DSMT4">
                  <p:embed/>
                </p:oleObj>
              </mc:Choice>
              <mc:Fallback>
                <p:oleObj name="Equation" r:id="rId7" imgW="5079960" imgH="57132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04415" y="2072543"/>
                        <a:ext cx="5497513"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Rectangle 13"/>
          <p:cNvSpPr>
            <a:spLocks noChangeArrowheads="1"/>
          </p:cNvSpPr>
          <p:nvPr/>
        </p:nvSpPr>
        <p:spPr bwMode="auto">
          <a:xfrm>
            <a:off x="481720" y="2594660"/>
            <a:ext cx="8336459" cy="533400"/>
          </a:xfrm>
          <a:prstGeom prst="rect">
            <a:avLst/>
          </a:prstGeom>
          <a:noFill/>
          <a:ln w="9525">
            <a:noFill/>
            <a:miter lim="800000"/>
            <a:headEnd/>
            <a:tailEnd/>
          </a:ln>
        </p:spPr>
        <p:txBody>
          <a:bodyPr anchor="ctr"/>
          <a:lstStyle/>
          <a:p>
            <a:pPr algn="l">
              <a:spcBef>
                <a:spcPct val="0"/>
              </a:spcBef>
            </a:pPr>
            <a:r>
              <a:rPr lang="en-US" altLang="zh-CN" sz="2000" dirty="0" smtClean="0">
                <a:solidFill>
                  <a:schemeClr val="dk1"/>
                </a:solidFill>
                <a:latin typeface="Calibri" pitchFamily="34" charset="0"/>
                <a:ea typeface="宋体" pitchFamily="2" charset="-122"/>
                <a:sym typeface="Symbol" pitchFamily="18" charset="2"/>
              </a:rPr>
              <a:t>3.  </a:t>
            </a:r>
            <a:r>
              <a:rPr lang="zh-CN" altLang="en-US" sz="2000" dirty="0" smtClean="0">
                <a:solidFill>
                  <a:schemeClr val="dk1"/>
                </a:solidFill>
                <a:latin typeface="Calibri" pitchFamily="34" charset="0"/>
                <a:ea typeface="宋体" pitchFamily="2" charset="-122"/>
                <a:sym typeface="Symbol" pitchFamily="18" charset="2"/>
              </a:rPr>
              <a:t>中心差商数值微分公式</a:t>
            </a:r>
          </a:p>
        </p:txBody>
      </p:sp>
      <p:graphicFrame>
        <p:nvGraphicFramePr>
          <p:cNvPr id="119822" name="Object 14"/>
          <p:cNvGraphicFramePr>
            <a:graphicFrameLocks noChangeAspect="1"/>
          </p:cNvGraphicFramePr>
          <p:nvPr/>
        </p:nvGraphicFramePr>
        <p:xfrm>
          <a:off x="2535458" y="2962423"/>
          <a:ext cx="2994025" cy="619125"/>
        </p:xfrm>
        <a:graphic>
          <a:graphicData uri="http://schemas.openxmlformats.org/presentationml/2006/ole">
            <mc:AlternateContent xmlns:mc="http://schemas.openxmlformats.org/markup-compatibility/2006">
              <mc:Choice xmlns:v="urn:schemas-microsoft-com:vml" Requires="v">
                <p:oleObj spid="_x0000_s112717" name="Equation" r:id="rId9" imgW="2768400" imgH="571320" progId="Equation.DSMT4">
                  <p:embed/>
                </p:oleObj>
              </mc:Choice>
              <mc:Fallback>
                <p:oleObj name="Equation" r:id="rId9" imgW="2768400" imgH="57132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35458" y="2962423"/>
                        <a:ext cx="2994025"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Rectangle 15"/>
          <p:cNvSpPr>
            <a:spLocks noChangeArrowheads="1"/>
          </p:cNvSpPr>
          <p:nvPr/>
        </p:nvSpPr>
        <p:spPr bwMode="auto">
          <a:xfrm>
            <a:off x="765490" y="3650420"/>
            <a:ext cx="8105241" cy="533400"/>
          </a:xfrm>
          <a:prstGeom prst="rect">
            <a:avLst/>
          </a:prstGeom>
          <a:noFill/>
          <a:ln w="9525">
            <a:noFill/>
            <a:miter lim="800000"/>
            <a:headEnd/>
            <a:tailEnd/>
          </a:ln>
        </p:spPr>
        <p:txBody>
          <a:bodyPr anchor="ctr"/>
          <a:lstStyle/>
          <a:p>
            <a:pPr algn="l">
              <a:spcBef>
                <a:spcPct val="0"/>
              </a:spcBef>
            </a:pPr>
            <a:r>
              <a:rPr lang="zh-CN" altLang="en-US" sz="2000" dirty="0" smtClean="0">
                <a:solidFill>
                  <a:schemeClr val="dk1"/>
                </a:solidFill>
                <a:latin typeface="Calibri" pitchFamily="34" charset="0"/>
                <a:ea typeface="宋体" pitchFamily="2" charset="-122"/>
                <a:sym typeface="Symbol" pitchFamily="18" charset="2"/>
              </a:rPr>
              <a:t>可得误差</a:t>
            </a:r>
          </a:p>
        </p:txBody>
      </p:sp>
      <p:graphicFrame>
        <p:nvGraphicFramePr>
          <p:cNvPr id="119824" name="Object 16"/>
          <p:cNvGraphicFramePr>
            <a:graphicFrameLocks noChangeAspect="1"/>
          </p:cNvGraphicFramePr>
          <p:nvPr/>
        </p:nvGraphicFramePr>
        <p:xfrm>
          <a:off x="1958811" y="3546916"/>
          <a:ext cx="6732587" cy="730250"/>
        </p:xfrm>
        <a:graphic>
          <a:graphicData uri="http://schemas.openxmlformats.org/presentationml/2006/ole">
            <mc:AlternateContent xmlns:mc="http://schemas.openxmlformats.org/markup-compatibility/2006">
              <mc:Choice xmlns:v="urn:schemas-microsoft-com:vml" Requires="v">
                <p:oleObj spid="_x0000_s112718" name="Equation" r:id="rId11" imgW="3390840" imgH="368280" progId="Equation.DSMT4">
                  <p:embed/>
                </p:oleObj>
              </mc:Choice>
              <mc:Fallback>
                <p:oleObj name="Equation" r:id="rId11" imgW="3390840" imgH="368280" progId="Equation.DSMT4">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58811" y="3546916"/>
                        <a:ext cx="6732587" cy="730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25" name="Object 17"/>
          <p:cNvGraphicFramePr>
            <a:graphicFrameLocks noChangeAspect="1"/>
          </p:cNvGraphicFramePr>
          <p:nvPr/>
        </p:nvGraphicFramePr>
        <p:xfrm>
          <a:off x="5047036" y="4147811"/>
          <a:ext cx="3408363" cy="725487"/>
        </p:xfrm>
        <a:graphic>
          <a:graphicData uri="http://schemas.openxmlformats.org/presentationml/2006/ole">
            <mc:AlternateContent xmlns:mc="http://schemas.openxmlformats.org/markup-compatibility/2006">
              <mc:Choice xmlns:v="urn:schemas-microsoft-com:vml" Requires="v">
                <p:oleObj spid="_x0000_s112719" name="Equation" r:id="rId13" imgW="1726920" imgH="368280" progId="Equation.DSMT4">
                  <p:embed/>
                </p:oleObj>
              </mc:Choice>
              <mc:Fallback>
                <p:oleObj name="Equation" r:id="rId13" imgW="1726920" imgH="368280" progId="Equation.DSMT4">
                  <p:embed/>
                  <p:pic>
                    <p:nvPicPr>
                      <p:cNvPr id="0" name="Object 1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47036" y="4147811"/>
                        <a:ext cx="3408363" cy="725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19815"/>
                                        </p:tgtEl>
                                        <p:attrNameLst>
                                          <p:attrName>style.visibility</p:attrName>
                                        </p:attrNameLst>
                                      </p:cBhvr>
                                      <p:to>
                                        <p:strVal val="visible"/>
                                      </p:to>
                                    </p:set>
                                    <p:animEffect transition="in" filter="blinds(horizontal)">
                                      <p:cBhvr>
                                        <p:cTn id="27" dur="500"/>
                                        <p:tgtEl>
                                          <p:spTgt spid="119815"/>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par>
                                <p:cTn id="33" presetID="3" presetClass="entr" presetSubtype="10" fill="hold" nodeType="withEffect">
                                  <p:stCondLst>
                                    <p:cond delay="0"/>
                                  </p:stCondLst>
                                  <p:childTnLst>
                                    <p:set>
                                      <p:cBhvr>
                                        <p:cTn id="34" dur="1" fill="hold">
                                          <p:stCondLst>
                                            <p:cond delay="0"/>
                                          </p:stCondLst>
                                        </p:cTn>
                                        <p:tgtEl>
                                          <p:spTgt spid="119818"/>
                                        </p:tgtEl>
                                        <p:attrNameLst>
                                          <p:attrName>style.visibility</p:attrName>
                                        </p:attrNameLst>
                                      </p:cBhvr>
                                      <p:to>
                                        <p:strVal val="visible"/>
                                      </p:to>
                                    </p:set>
                                    <p:animEffect transition="in" filter="blinds(horizontal)">
                                      <p:cBhvr>
                                        <p:cTn id="35" dur="500"/>
                                        <p:tgtEl>
                                          <p:spTgt spid="11981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blinds(horizontal)">
                                      <p:cBhvr>
                                        <p:cTn id="40" dur="500"/>
                                        <p:tgtEl>
                                          <p:spTgt spid="9"/>
                                        </p:tgtEl>
                                      </p:cBhvr>
                                    </p:animEffect>
                                  </p:childTnLst>
                                </p:cTn>
                              </p:par>
                              <p:par>
                                <p:cTn id="41" presetID="3" presetClass="entr" presetSubtype="10" fill="hold" nodeType="withEffect">
                                  <p:stCondLst>
                                    <p:cond delay="0"/>
                                  </p:stCondLst>
                                  <p:childTnLst>
                                    <p:set>
                                      <p:cBhvr>
                                        <p:cTn id="42" dur="1" fill="hold">
                                          <p:stCondLst>
                                            <p:cond delay="0"/>
                                          </p:stCondLst>
                                        </p:cTn>
                                        <p:tgtEl>
                                          <p:spTgt spid="119820"/>
                                        </p:tgtEl>
                                        <p:attrNameLst>
                                          <p:attrName>style.visibility</p:attrName>
                                        </p:attrNameLst>
                                      </p:cBhvr>
                                      <p:to>
                                        <p:strVal val="visible"/>
                                      </p:to>
                                    </p:set>
                                    <p:animEffect transition="in" filter="blinds(horizontal)">
                                      <p:cBhvr>
                                        <p:cTn id="43" dur="500"/>
                                        <p:tgtEl>
                                          <p:spTgt spid="119820"/>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11"/>
                                        </p:tgtEl>
                                        <p:attrNameLst>
                                          <p:attrName>style.visibility</p:attrName>
                                        </p:attrNameLst>
                                      </p:cBhvr>
                                      <p:to>
                                        <p:strVal val="visible"/>
                                      </p:to>
                                    </p:set>
                                    <p:animEffect transition="in" filter="blinds(horizontal)">
                                      <p:cBhvr>
                                        <p:cTn id="48" dur="500"/>
                                        <p:tgtEl>
                                          <p:spTgt spid="11"/>
                                        </p:tgtEl>
                                      </p:cBhvr>
                                    </p:animEffect>
                                  </p:childTnLst>
                                </p:cTn>
                              </p:par>
                            </p:childTnLst>
                          </p:cTn>
                        </p:par>
                      </p:childTnLst>
                    </p:cTn>
                  </p:par>
                  <p:par>
                    <p:cTn id="49" fill="hold">
                      <p:stCondLst>
                        <p:cond delay="indefinite"/>
                      </p:stCondLst>
                      <p:childTnLst>
                        <p:par>
                          <p:cTn id="50" fill="hold">
                            <p:stCondLst>
                              <p:cond delay="0"/>
                            </p:stCondLst>
                            <p:childTnLst>
                              <p:par>
                                <p:cTn id="51" presetID="3" presetClass="entr" presetSubtype="10" fill="hold" nodeType="clickEffect">
                                  <p:stCondLst>
                                    <p:cond delay="0"/>
                                  </p:stCondLst>
                                  <p:childTnLst>
                                    <p:set>
                                      <p:cBhvr>
                                        <p:cTn id="52" dur="1" fill="hold">
                                          <p:stCondLst>
                                            <p:cond delay="0"/>
                                          </p:stCondLst>
                                        </p:cTn>
                                        <p:tgtEl>
                                          <p:spTgt spid="119822"/>
                                        </p:tgtEl>
                                        <p:attrNameLst>
                                          <p:attrName>style.visibility</p:attrName>
                                        </p:attrNameLst>
                                      </p:cBhvr>
                                      <p:to>
                                        <p:strVal val="visible"/>
                                      </p:to>
                                    </p:set>
                                    <p:animEffect transition="in" filter="blinds(horizontal)">
                                      <p:cBhvr>
                                        <p:cTn id="53" dur="500"/>
                                        <p:tgtEl>
                                          <p:spTgt spid="119822"/>
                                        </p:tgtEl>
                                      </p:cBhvr>
                                    </p:animEffect>
                                  </p:childTnLst>
                                </p:cTn>
                              </p:par>
                            </p:childTnLst>
                          </p:cTn>
                        </p:par>
                      </p:childTnLst>
                    </p:cTn>
                  </p:par>
                  <p:par>
                    <p:cTn id="54" fill="hold">
                      <p:stCondLst>
                        <p:cond delay="indefinite"/>
                      </p:stCondLst>
                      <p:childTnLst>
                        <p:par>
                          <p:cTn id="55" fill="hold">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13"/>
                                        </p:tgtEl>
                                        <p:attrNameLst>
                                          <p:attrName>style.visibility</p:attrName>
                                        </p:attrNameLst>
                                      </p:cBhvr>
                                      <p:to>
                                        <p:strVal val="visible"/>
                                      </p:to>
                                    </p:set>
                                    <p:animEffect transition="in" filter="blinds(horizontal)">
                                      <p:cBhvr>
                                        <p:cTn id="58" dur="500"/>
                                        <p:tgtEl>
                                          <p:spTgt spid="13"/>
                                        </p:tgtEl>
                                      </p:cBhvr>
                                    </p:animEffect>
                                  </p:childTnLst>
                                </p:cTn>
                              </p:par>
                              <p:par>
                                <p:cTn id="59" presetID="3" presetClass="entr" presetSubtype="10" fill="hold" nodeType="withEffect">
                                  <p:stCondLst>
                                    <p:cond delay="0"/>
                                  </p:stCondLst>
                                  <p:childTnLst>
                                    <p:set>
                                      <p:cBhvr>
                                        <p:cTn id="60" dur="1" fill="hold">
                                          <p:stCondLst>
                                            <p:cond delay="0"/>
                                          </p:stCondLst>
                                        </p:cTn>
                                        <p:tgtEl>
                                          <p:spTgt spid="119824"/>
                                        </p:tgtEl>
                                        <p:attrNameLst>
                                          <p:attrName>style.visibility</p:attrName>
                                        </p:attrNameLst>
                                      </p:cBhvr>
                                      <p:to>
                                        <p:strVal val="visible"/>
                                      </p:to>
                                    </p:set>
                                    <p:animEffect transition="in" filter="blinds(horizontal)">
                                      <p:cBhvr>
                                        <p:cTn id="61" dur="500"/>
                                        <p:tgtEl>
                                          <p:spTgt spid="119824"/>
                                        </p:tgtEl>
                                      </p:cBhvr>
                                    </p:animEffect>
                                  </p:childTnLst>
                                </p:cTn>
                              </p:par>
                              <p:par>
                                <p:cTn id="62" presetID="3" presetClass="entr" presetSubtype="10" fill="hold" nodeType="withEffect">
                                  <p:stCondLst>
                                    <p:cond delay="0"/>
                                  </p:stCondLst>
                                  <p:childTnLst>
                                    <p:set>
                                      <p:cBhvr>
                                        <p:cTn id="63" dur="1" fill="hold">
                                          <p:stCondLst>
                                            <p:cond delay="0"/>
                                          </p:stCondLst>
                                        </p:cTn>
                                        <p:tgtEl>
                                          <p:spTgt spid="119825"/>
                                        </p:tgtEl>
                                        <p:attrNameLst>
                                          <p:attrName>style.visibility</p:attrName>
                                        </p:attrNameLst>
                                      </p:cBhvr>
                                      <p:to>
                                        <p:strVal val="visible"/>
                                      </p:to>
                                    </p:set>
                                    <p:animEffect transition="in" filter="blinds(horizontal)">
                                      <p:cBhvr>
                                        <p:cTn id="64" dur="500"/>
                                        <p:tgtEl>
                                          <p:spTgt spid="119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7" grpId="0"/>
      <p:bldP spid="9" grpId="0"/>
      <p:bldP spid="11" grpId="0"/>
      <p:bldP spid="13" grpId="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差商型数值微分</a:t>
            </a:r>
            <a:endParaRPr lang="zh-CN" altLang="en-US" sz="2000" b="1" dirty="0">
              <a:solidFill>
                <a:srgbClr val="314865"/>
              </a:solidFill>
              <a:latin typeface="+mj-ea"/>
            </a:endParaRPr>
          </a:p>
        </p:txBody>
      </p:sp>
      <p:sp>
        <p:nvSpPr>
          <p:cNvPr id="5" name="Rectangle 2"/>
          <p:cNvSpPr>
            <a:spLocks noChangeArrowheads="1"/>
          </p:cNvSpPr>
          <p:nvPr/>
        </p:nvSpPr>
        <p:spPr bwMode="auto">
          <a:xfrm>
            <a:off x="538480" y="614680"/>
            <a:ext cx="7538720" cy="533400"/>
          </a:xfrm>
          <a:prstGeom prst="rect">
            <a:avLst/>
          </a:prstGeom>
          <a:noFill/>
          <a:ln w="9525">
            <a:noFill/>
            <a:miter lim="800000"/>
            <a:headEnd/>
            <a:tailEnd/>
          </a:ln>
        </p:spPr>
        <p:txBody>
          <a:bodyPr anchor="ctr"/>
          <a:lstStyle/>
          <a:p>
            <a:pPr algn="l">
              <a:spcBef>
                <a:spcPct val="0"/>
              </a:spcBef>
            </a:pPr>
            <a:r>
              <a:rPr lang="en-US" altLang="zh-CN" sz="2000" dirty="0" smtClean="0">
                <a:solidFill>
                  <a:schemeClr val="dk1"/>
                </a:solidFill>
                <a:latin typeface="Calibri" pitchFamily="34" charset="0"/>
                <a:ea typeface="宋体" pitchFamily="2" charset="-122"/>
                <a:sym typeface="Symbol" pitchFamily="18" charset="2"/>
              </a:rPr>
              <a:t>4.  </a:t>
            </a:r>
            <a:r>
              <a:rPr lang="zh-CN" altLang="en-US" sz="2000" dirty="0" smtClean="0">
                <a:solidFill>
                  <a:schemeClr val="dk1"/>
                </a:solidFill>
                <a:latin typeface="Calibri" pitchFamily="34" charset="0"/>
                <a:ea typeface="宋体" pitchFamily="2" charset="-122"/>
                <a:sym typeface="Symbol" pitchFamily="18" charset="2"/>
              </a:rPr>
              <a:t>二阶中心差商数值微分公式</a:t>
            </a:r>
          </a:p>
        </p:txBody>
      </p:sp>
      <p:graphicFrame>
        <p:nvGraphicFramePr>
          <p:cNvPr id="120835" name="Object 3"/>
          <p:cNvGraphicFramePr>
            <a:graphicFrameLocks noChangeAspect="1"/>
          </p:cNvGraphicFramePr>
          <p:nvPr/>
        </p:nvGraphicFramePr>
        <p:xfrm>
          <a:off x="2253615" y="1146810"/>
          <a:ext cx="3298825" cy="523875"/>
        </p:xfrm>
        <a:graphic>
          <a:graphicData uri="http://schemas.openxmlformats.org/presentationml/2006/ole">
            <mc:AlternateContent xmlns:mc="http://schemas.openxmlformats.org/markup-compatibility/2006">
              <mc:Choice xmlns:v="urn:schemas-microsoft-com:vml" Requires="v">
                <p:oleObj spid="_x0000_s113714" name="Equation" r:id="rId3" imgW="3047760" imgH="482400" progId="Equation.DSMT4">
                  <p:embed/>
                </p:oleObj>
              </mc:Choice>
              <mc:Fallback>
                <p:oleObj name="Equation" r:id="rId3" imgW="3047760" imgH="48240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3615" y="1146810"/>
                        <a:ext cx="3298825"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 Box 16"/>
          <p:cNvSpPr txBox="1">
            <a:spLocks noChangeArrowheads="1"/>
          </p:cNvSpPr>
          <p:nvPr/>
        </p:nvSpPr>
        <p:spPr bwMode="auto">
          <a:xfrm>
            <a:off x="707708" y="1720533"/>
            <a:ext cx="2663825"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由</a:t>
            </a:r>
            <a:r>
              <a:rPr lang="en-US" altLang="zh-CN" sz="2000" dirty="0" smtClean="0">
                <a:solidFill>
                  <a:schemeClr val="dk1"/>
                </a:solidFill>
                <a:latin typeface="Calibri" pitchFamily="34" charset="0"/>
                <a:ea typeface="宋体" pitchFamily="2" charset="-122"/>
                <a:sym typeface="Symbol" pitchFamily="18" charset="2"/>
              </a:rPr>
              <a:t>Taylor</a:t>
            </a:r>
            <a:r>
              <a:rPr lang="zh-CN" altLang="en-US" sz="2000" dirty="0" smtClean="0">
                <a:solidFill>
                  <a:schemeClr val="dk1"/>
                </a:solidFill>
                <a:latin typeface="Calibri" pitchFamily="34" charset="0"/>
                <a:ea typeface="宋体" pitchFamily="2" charset="-122"/>
                <a:sym typeface="Symbol" pitchFamily="18" charset="2"/>
              </a:rPr>
              <a:t>展式</a:t>
            </a:r>
          </a:p>
        </p:txBody>
      </p:sp>
      <p:graphicFrame>
        <p:nvGraphicFramePr>
          <p:cNvPr id="2" name="Object 3"/>
          <p:cNvGraphicFramePr>
            <a:graphicFrameLocks noChangeAspect="1"/>
          </p:cNvGraphicFramePr>
          <p:nvPr/>
        </p:nvGraphicFramePr>
        <p:xfrm>
          <a:off x="2379028" y="1631633"/>
          <a:ext cx="6157912" cy="577850"/>
        </p:xfrm>
        <a:graphic>
          <a:graphicData uri="http://schemas.openxmlformats.org/presentationml/2006/ole">
            <mc:AlternateContent xmlns:mc="http://schemas.openxmlformats.org/markup-compatibility/2006">
              <mc:Choice xmlns:v="urn:schemas-microsoft-com:vml" Requires="v">
                <p:oleObj spid="_x0000_s113715" name="Equation" r:id="rId5" imgW="5689440" imgH="533160" progId="Equation.DSMT4">
                  <p:embed/>
                </p:oleObj>
              </mc:Choice>
              <mc:Fallback>
                <p:oleObj name="Equation" r:id="rId5" imgW="5689440" imgH="533160" progId="Equation.DSMT4">
                  <p:embed/>
                  <p:pic>
                    <p:nvPicPr>
                      <p:cNvPr id="0"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79028" y="1631633"/>
                        <a:ext cx="6157912"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3"/>
          <p:cNvGraphicFramePr>
            <a:graphicFrameLocks noChangeAspect="1"/>
          </p:cNvGraphicFramePr>
          <p:nvPr/>
        </p:nvGraphicFramePr>
        <p:xfrm>
          <a:off x="2293303" y="2406015"/>
          <a:ext cx="6172200" cy="577850"/>
        </p:xfrm>
        <a:graphic>
          <a:graphicData uri="http://schemas.openxmlformats.org/presentationml/2006/ole">
            <mc:AlternateContent xmlns:mc="http://schemas.openxmlformats.org/markup-compatibility/2006">
              <mc:Choice xmlns:v="urn:schemas-microsoft-com:vml" Requires="v">
                <p:oleObj spid="_x0000_s113716" name="Equation" r:id="rId7" imgW="5702040" imgH="533160" progId="Equation.DSMT4">
                  <p:embed/>
                </p:oleObj>
              </mc:Choice>
              <mc:Fallback>
                <p:oleObj name="Equation" r:id="rId7" imgW="5702040" imgH="533160" progId="Equation.DSMT4">
                  <p:embed/>
                  <p:pic>
                    <p:nvPicPr>
                      <p:cNvPr id="0" name="Picture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93303" y="2406015"/>
                        <a:ext cx="6172200"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7"/>
          <p:cNvSpPr txBox="1">
            <a:spLocks noChangeArrowheads="1"/>
          </p:cNvSpPr>
          <p:nvPr/>
        </p:nvSpPr>
        <p:spPr bwMode="auto">
          <a:xfrm>
            <a:off x="786008" y="3244075"/>
            <a:ext cx="2160587"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可得误差</a:t>
            </a:r>
          </a:p>
        </p:txBody>
      </p:sp>
      <p:graphicFrame>
        <p:nvGraphicFramePr>
          <p:cNvPr id="4" name="Object 3"/>
          <p:cNvGraphicFramePr>
            <a:graphicFrameLocks noChangeAspect="1"/>
          </p:cNvGraphicFramePr>
          <p:nvPr/>
        </p:nvGraphicFramePr>
        <p:xfrm>
          <a:off x="2101850" y="3117850"/>
          <a:ext cx="6308725" cy="579438"/>
        </p:xfrm>
        <a:graphic>
          <a:graphicData uri="http://schemas.openxmlformats.org/presentationml/2006/ole">
            <mc:AlternateContent xmlns:mc="http://schemas.openxmlformats.org/markup-compatibility/2006">
              <mc:Choice xmlns:v="urn:schemas-microsoft-com:vml" Requires="v">
                <p:oleObj spid="_x0000_s113717" name="Equation" r:id="rId9" imgW="5829120" imgH="533160" progId="Equation.DSMT4">
                  <p:embed/>
                </p:oleObj>
              </mc:Choice>
              <mc:Fallback>
                <p:oleObj name="Equation" r:id="rId9" imgW="5829120" imgH="533160" progId="Equation.DSMT4">
                  <p:embed/>
                  <p:pic>
                    <p:nvPicPr>
                      <p:cNvPr id="0" name="Picture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01850" y="3117850"/>
                        <a:ext cx="6308725" cy="579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120835"/>
                                        </p:tgtEl>
                                        <p:attrNameLst>
                                          <p:attrName>style.visibility</p:attrName>
                                        </p:attrNameLst>
                                      </p:cBhvr>
                                      <p:to>
                                        <p:strVal val="visible"/>
                                      </p:to>
                                    </p:set>
                                    <p:animEffect transition="in" filter="blinds(horizontal)">
                                      <p:cBhvr>
                                        <p:cTn id="27" dur="500"/>
                                        <p:tgtEl>
                                          <p:spTgt spid="120835"/>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 calcmode="lin" valueType="num">
                                      <p:cBhvr additive="base">
                                        <p:cTn id="32" dur="500" fill="hold"/>
                                        <p:tgtEl>
                                          <p:spTgt spid="7"/>
                                        </p:tgtEl>
                                        <p:attrNameLst>
                                          <p:attrName>ppt_x</p:attrName>
                                        </p:attrNameLst>
                                      </p:cBhvr>
                                      <p:tavLst>
                                        <p:tav tm="0">
                                          <p:val>
                                            <p:strVal val="#ppt_x"/>
                                          </p:val>
                                        </p:tav>
                                        <p:tav tm="100000">
                                          <p:val>
                                            <p:strVal val="#ppt_x"/>
                                          </p:val>
                                        </p:tav>
                                      </p:tavLst>
                                    </p:anim>
                                    <p:anim calcmode="lin" valueType="num">
                                      <p:cBhvr additive="base">
                                        <p:cTn id="33"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 calcmode="lin" valueType="num">
                                      <p:cBhvr additive="base">
                                        <p:cTn id="38" dur="500" fill="hold"/>
                                        <p:tgtEl>
                                          <p:spTgt spid="2"/>
                                        </p:tgtEl>
                                        <p:attrNameLst>
                                          <p:attrName>ppt_x</p:attrName>
                                        </p:attrNameLst>
                                      </p:cBhvr>
                                      <p:tavLst>
                                        <p:tav tm="0">
                                          <p:val>
                                            <p:strVal val="#ppt_x"/>
                                          </p:val>
                                        </p:tav>
                                        <p:tav tm="100000">
                                          <p:val>
                                            <p:strVal val="#ppt_x"/>
                                          </p:val>
                                        </p:tav>
                                      </p:tavLst>
                                    </p:anim>
                                    <p:anim calcmode="lin" valueType="num">
                                      <p:cBhvr additive="base">
                                        <p:cTn id="3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 calcmode="lin" valueType="num">
                                      <p:cBhvr additive="base">
                                        <p:cTn id="44" dur="500" fill="hold"/>
                                        <p:tgtEl>
                                          <p:spTgt spid="3"/>
                                        </p:tgtEl>
                                        <p:attrNameLst>
                                          <p:attrName>ppt_x</p:attrName>
                                        </p:attrNameLst>
                                      </p:cBhvr>
                                      <p:tavLst>
                                        <p:tav tm="0">
                                          <p:val>
                                            <p:strVal val="#ppt_x"/>
                                          </p:val>
                                        </p:tav>
                                        <p:tav tm="100000">
                                          <p:val>
                                            <p:strVal val="#ppt_x"/>
                                          </p:val>
                                        </p:tav>
                                      </p:tavLst>
                                    </p:anim>
                                    <p:anim calcmode="lin" valueType="num">
                                      <p:cBhvr additive="base">
                                        <p:cTn id="45"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2" presetClass="entr" presetSubtype="4" fill="hold" grpId="0" nodeType="clickEffect">
                                  <p:stCondLst>
                                    <p:cond delay="0"/>
                                  </p:stCondLst>
                                  <p:childTnLst>
                                    <p:set>
                                      <p:cBhvr>
                                        <p:cTn id="49" dur="1" fill="hold">
                                          <p:stCondLst>
                                            <p:cond delay="0"/>
                                          </p:stCondLst>
                                        </p:cTn>
                                        <p:tgtEl>
                                          <p:spTgt spid="10"/>
                                        </p:tgtEl>
                                        <p:attrNameLst>
                                          <p:attrName>style.visibility</p:attrName>
                                        </p:attrNameLst>
                                      </p:cBhvr>
                                      <p:to>
                                        <p:strVal val="visible"/>
                                      </p:to>
                                    </p:set>
                                    <p:anim calcmode="lin" valueType="num">
                                      <p:cBhvr additive="base">
                                        <p:cTn id="50" dur="500" fill="hold"/>
                                        <p:tgtEl>
                                          <p:spTgt spid="10"/>
                                        </p:tgtEl>
                                        <p:attrNameLst>
                                          <p:attrName>ppt_x</p:attrName>
                                        </p:attrNameLst>
                                      </p:cBhvr>
                                      <p:tavLst>
                                        <p:tav tm="0">
                                          <p:val>
                                            <p:strVal val="#ppt_x"/>
                                          </p:val>
                                        </p:tav>
                                        <p:tav tm="100000">
                                          <p:val>
                                            <p:strVal val="#ppt_x"/>
                                          </p:val>
                                        </p:tav>
                                      </p:tavLst>
                                    </p:anim>
                                    <p:anim calcmode="lin" valueType="num">
                                      <p:cBhvr additive="base">
                                        <p:cTn id="51"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nodeType="clickEffect">
                                  <p:stCondLst>
                                    <p:cond delay="0"/>
                                  </p:stCondLst>
                                  <p:childTnLst>
                                    <p:set>
                                      <p:cBhvr>
                                        <p:cTn id="55" dur="1" fill="hold">
                                          <p:stCondLst>
                                            <p:cond delay="0"/>
                                          </p:stCondLst>
                                        </p:cTn>
                                        <p:tgtEl>
                                          <p:spTgt spid="4"/>
                                        </p:tgtEl>
                                        <p:attrNameLst>
                                          <p:attrName>style.visibility</p:attrName>
                                        </p:attrNameLst>
                                      </p:cBhvr>
                                      <p:to>
                                        <p:strVal val="visible"/>
                                      </p:to>
                                    </p:set>
                                    <p:anim calcmode="lin" valueType="num">
                                      <p:cBhvr additive="base">
                                        <p:cTn id="56" dur="500" fill="hold"/>
                                        <p:tgtEl>
                                          <p:spTgt spid="4"/>
                                        </p:tgtEl>
                                        <p:attrNameLst>
                                          <p:attrName>ppt_x</p:attrName>
                                        </p:attrNameLst>
                                      </p:cBhvr>
                                      <p:tavLst>
                                        <p:tav tm="0">
                                          <p:val>
                                            <p:strVal val="#ppt_x"/>
                                          </p:val>
                                        </p:tav>
                                        <p:tav tm="100000">
                                          <p:val>
                                            <p:strVal val="#ppt_x"/>
                                          </p:val>
                                        </p:tav>
                                      </p:tavLst>
                                    </p:anim>
                                    <p:anim calcmode="lin" valueType="num">
                                      <p:cBhvr additive="base">
                                        <p:cTn id="57"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7" grpId="0"/>
      <p:bldP spid="10" grpId="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差商型数值微分</a:t>
            </a:r>
            <a:endParaRPr lang="zh-CN" altLang="en-US" sz="2000" b="1" dirty="0">
              <a:solidFill>
                <a:srgbClr val="314865"/>
              </a:solidFill>
              <a:latin typeface="+mj-ea"/>
            </a:endParaRPr>
          </a:p>
        </p:txBody>
      </p:sp>
      <p:sp>
        <p:nvSpPr>
          <p:cNvPr id="28" name="Text Box 7"/>
          <p:cNvSpPr txBox="1">
            <a:spLocks noChangeArrowheads="1"/>
          </p:cNvSpPr>
          <p:nvPr/>
        </p:nvSpPr>
        <p:spPr bwMode="auto">
          <a:xfrm>
            <a:off x="575310" y="678498"/>
            <a:ext cx="6624638"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问题 测得一个移动物体的距离</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的数据如下</a:t>
            </a:r>
          </a:p>
        </p:txBody>
      </p:sp>
      <p:graphicFrame>
        <p:nvGraphicFramePr>
          <p:cNvPr id="29" name="Group 55"/>
          <p:cNvGraphicFramePr>
            <a:graphicFrameLocks/>
          </p:cNvGraphicFramePr>
          <p:nvPr/>
        </p:nvGraphicFramePr>
        <p:xfrm>
          <a:off x="685801" y="1148081"/>
          <a:ext cx="6497320" cy="863599"/>
        </p:xfrm>
        <a:graphic>
          <a:graphicData uri="http://schemas.openxmlformats.org/drawingml/2006/table">
            <a:tbl>
              <a:tblPr/>
              <a:tblGrid>
                <a:gridCol w="928189"/>
                <a:gridCol w="929457"/>
                <a:gridCol w="928189"/>
                <a:gridCol w="893951"/>
                <a:gridCol w="959889"/>
                <a:gridCol w="929456"/>
                <a:gridCol w="928189"/>
              </a:tblGrid>
              <a:tr h="425267">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3.0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4.0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6.0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smtClean="0">
                          <a:ln>
                            <a:noFill/>
                          </a:ln>
                          <a:solidFill>
                            <a:schemeClr val="tx1"/>
                          </a:solidFill>
                          <a:effectLst/>
                          <a:latin typeface="Times New Roman" pitchFamily="18" charset="0"/>
                          <a:ea typeface="宋体" pitchFamily="2" charset="-122"/>
                        </a:rPr>
                        <a:t>8.0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8332">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S(t)</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12.07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19.91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30.11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42.13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55.85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20000"/>
                        </a:spcBef>
                        <a:spcAft>
                          <a:spcPct val="0"/>
                        </a:spcAft>
                        <a:buClrTx/>
                        <a:buSzTx/>
                        <a:buFontTx/>
                        <a:buNone/>
                        <a:tabLst/>
                      </a:pPr>
                      <a:r>
                        <a:rPr kumimoji="1" lang="en-US" altLang="zh-CN" sz="2000" b="0" i="0" u="none" strike="noStrike" cap="none" normalizeH="0" baseline="0" dirty="0" smtClean="0">
                          <a:ln>
                            <a:noFill/>
                          </a:ln>
                          <a:solidFill>
                            <a:schemeClr val="tx1"/>
                          </a:solidFill>
                          <a:effectLst/>
                          <a:latin typeface="Times New Roman" pitchFamily="18" charset="0"/>
                          <a:ea typeface="宋体" pitchFamily="2" charset="-122"/>
                        </a:rPr>
                        <a:t>72.00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30" name="Text Box 39"/>
          <p:cNvSpPr txBox="1">
            <a:spLocks noChangeArrowheads="1"/>
          </p:cNvSpPr>
          <p:nvPr/>
        </p:nvSpPr>
        <p:spPr bwMode="auto">
          <a:xfrm>
            <a:off x="641033" y="2100263"/>
            <a:ext cx="7704137"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求速度             和加速度              ？</a:t>
            </a:r>
            <a:endParaRPr lang="en-US" altLang="zh-CN" sz="2000" dirty="0" smtClean="0">
              <a:solidFill>
                <a:schemeClr val="dk1"/>
              </a:solidFill>
              <a:latin typeface="Calibri" pitchFamily="34" charset="0"/>
              <a:ea typeface="宋体" pitchFamily="2" charset="-122"/>
              <a:sym typeface="Symbol" pitchFamily="18" charset="2"/>
            </a:endParaRPr>
          </a:p>
        </p:txBody>
      </p:sp>
      <p:graphicFrame>
        <p:nvGraphicFramePr>
          <p:cNvPr id="120835" name="Object 3"/>
          <p:cNvGraphicFramePr>
            <a:graphicFrameLocks noChangeAspect="1"/>
          </p:cNvGraphicFramePr>
          <p:nvPr/>
        </p:nvGraphicFramePr>
        <p:xfrm>
          <a:off x="1494155" y="2100580"/>
          <a:ext cx="720725" cy="449263"/>
        </p:xfrm>
        <a:graphic>
          <a:graphicData uri="http://schemas.openxmlformats.org/presentationml/2006/ole">
            <mc:AlternateContent xmlns:mc="http://schemas.openxmlformats.org/markup-compatibility/2006">
              <mc:Choice xmlns:v="urn:schemas-microsoft-com:vml" Requires="v">
                <p:oleObj spid="_x0000_s114775" name="Equation" r:id="rId3" imgW="253800" imgH="190440" progId="Equation.DSMT4">
                  <p:embed/>
                </p:oleObj>
              </mc:Choice>
              <mc:Fallback>
                <p:oleObj name="Equation" r:id="rId3" imgW="253800" imgH="190440" progId="Equation.DSMT4">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94155" y="2100580"/>
                        <a:ext cx="720725" cy="449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3"/>
          <p:cNvGraphicFramePr>
            <a:graphicFrameLocks noChangeAspect="1"/>
          </p:cNvGraphicFramePr>
          <p:nvPr/>
        </p:nvGraphicFramePr>
        <p:xfrm>
          <a:off x="3353753" y="2141538"/>
          <a:ext cx="684212" cy="352425"/>
        </p:xfrm>
        <a:graphic>
          <a:graphicData uri="http://schemas.openxmlformats.org/presentationml/2006/ole">
            <mc:AlternateContent xmlns:mc="http://schemas.openxmlformats.org/markup-compatibility/2006">
              <mc:Choice xmlns:v="urn:schemas-microsoft-com:vml" Requires="v">
                <p:oleObj spid="_x0000_s114776" name="Equation" r:id="rId5" imgW="482400" imgH="304560" progId="Equation.DSMT4">
                  <p:embed/>
                </p:oleObj>
              </mc:Choice>
              <mc:Fallback>
                <p:oleObj name="Equation" r:id="rId5" imgW="482400" imgH="304560" progId="Equation.DSMT4">
                  <p:embed/>
                  <p:pic>
                    <p:nvPicPr>
                      <p:cNvPr id="0"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53753" y="2141538"/>
                        <a:ext cx="684212"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Object 3"/>
          <p:cNvGraphicFramePr>
            <a:graphicFrameLocks noChangeAspect="1"/>
          </p:cNvGraphicFramePr>
          <p:nvPr/>
        </p:nvGraphicFramePr>
        <p:xfrm>
          <a:off x="4095115" y="711518"/>
          <a:ext cx="647700" cy="352425"/>
        </p:xfrm>
        <a:graphic>
          <a:graphicData uri="http://schemas.openxmlformats.org/presentationml/2006/ole">
            <mc:AlternateContent xmlns:mc="http://schemas.openxmlformats.org/markup-compatibility/2006">
              <mc:Choice xmlns:v="urn:schemas-microsoft-com:vml" Requires="v">
                <p:oleObj spid="_x0000_s114777" name="Equation" r:id="rId7" imgW="457200" imgH="304560" progId="Equation.DSMT4">
                  <p:embed/>
                </p:oleObj>
              </mc:Choice>
              <mc:Fallback>
                <p:oleObj name="Equation" r:id="rId7" imgW="457200" imgH="304560" progId="Equation.DSMT4">
                  <p:embed/>
                  <p:pic>
                    <p:nvPicPr>
                      <p:cNvPr id="0"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95115" y="711518"/>
                        <a:ext cx="647700"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78"/>
          <p:cNvSpPr txBox="1">
            <a:spLocks noChangeArrowheads="1"/>
          </p:cNvSpPr>
          <p:nvPr/>
        </p:nvSpPr>
        <p:spPr bwMode="auto">
          <a:xfrm>
            <a:off x="1088390" y="2600960"/>
            <a:ext cx="1944688"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向前差商</a:t>
            </a:r>
          </a:p>
        </p:txBody>
      </p:sp>
      <p:sp>
        <p:nvSpPr>
          <p:cNvPr id="13" name="Text Box 78"/>
          <p:cNvSpPr txBox="1">
            <a:spLocks noChangeArrowheads="1"/>
          </p:cNvSpPr>
          <p:nvPr/>
        </p:nvSpPr>
        <p:spPr bwMode="auto">
          <a:xfrm>
            <a:off x="722630" y="2590800"/>
            <a:ext cx="384810" cy="400110"/>
          </a:xfrm>
          <a:prstGeom prst="rect">
            <a:avLst/>
          </a:prstGeom>
          <a:noFill/>
          <a:ln w="25400">
            <a:noFill/>
            <a:miter lim="800000"/>
            <a:headEnd/>
            <a:tailEnd/>
          </a:ln>
        </p:spPr>
        <p:txBody>
          <a:bodyPr wrap="square">
            <a:spAutoFit/>
          </a:bodyPr>
          <a:lstStyle/>
          <a:p>
            <a:r>
              <a:rPr lang="zh-CN" altLang="en-US" sz="2000" dirty="0" smtClean="0">
                <a:solidFill>
                  <a:schemeClr val="dk1"/>
                </a:solidFill>
                <a:latin typeface="Calibri" pitchFamily="34" charset="0"/>
                <a:ea typeface="宋体" pitchFamily="2" charset="-122"/>
                <a:sym typeface="Symbol" pitchFamily="18" charset="2"/>
              </a:rPr>
              <a:t>解</a:t>
            </a:r>
          </a:p>
        </p:txBody>
      </p:sp>
      <p:graphicFrame>
        <p:nvGraphicFramePr>
          <p:cNvPr id="114694" name="Object 66"/>
          <p:cNvGraphicFramePr>
            <a:graphicFrameLocks noChangeAspect="1"/>
          </p:cNvGraphicFramePr>
          <p:nvPr/>
        </p:nvGraphicFramePr>
        <p:xfrm>
          <a:off x="2329815" y="2519680"/>
          <a:ext cx="2425700" cy="571500"/>
        </p:xfrm>
        <a:graphic>
          <a:graphicData uri="http://schemas.openxmlformats.org/presentationml/2006/ole">
            <mc:AlternateContent xmlns:mc="http://schemas.openxmlformats.org/markup-compatibility/2006">
              <mc:Choice xmlns:v="urn:schemas-microsoft-com:vml" Requires="v">
                <p:oleObj spid="_x0000_s114778" name="Equation" r:id="rId9" imgW="2425680" imgH="571320" progId="Equation.DSMT4">
                  <p:embed/>
                </p:oleObj>
              </mc:Choice>
              <mc:Fallback>
                <p:oleObj name="Equation" r:id="rId9" imgW="2425680" imgH="571320" progId="Equation.DSMT4">
                  <p:embed/>
                  <p:pic>
                    <p:nvPicPr>
                      <p:cNvPr id="0" name="Object 6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9815" y="2519680"/>
                        <a:ext cx="24257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79"/>
          <p:cNvSpPr txBox="1">
            <a:spLocks noChangeArrowheads="1"/>
          </p:cNvSpPr>
          <p:nvPr/>
        </p:nvSpPr>
        <p:spPr bwMode="auto">
          <a:xfrm>
            <a:off x="1098868" y="3126740"/>
            <a:ext cx="1800225"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向后差商</a:t>
            </a:r>
          </a:p>
        </p:txBody>
      </p:sp>
      <p:graphicFrame>
        <p:nvGraphicFramePr>
          <p:cNvPr id="114695" name="Object 68"/>
          <p:cNvGraphicFramePr>
            <a:graphicFrameLocks noChangeAspect="1"/>
          </p:cNvGraphicFramePr>
          <p:nvPr/>
        </p:nvGraphicFramePr>
        <p:xfrm>
          <a:off x="2311718" y="3065463"/>
          <a:ext cx="2413000" cy="571500"/>
        </p:xfrm>
        <a:graphic>
          <a:graphicData uri="http://schemas.openxmlformats.org/presentationml/2006/ole">
            <mc:AlternateContent xmlns:mc="http://schemas.openxmlformats.org/markup-compatibility/2006">
              <mc:Choice xmlns:v="urn:schemas-microsoft-com:vml" Requires="v">
                <p:oleObj spid="_x0000_s114779" name="Equation" r:id="rId11" imgW="2412720" imgH="571320" progId="Equation.DSMT4">
                  <p:embed/>
                </p:oleObj>
              </mc:Choice>
              <mc:Fallback>
                <p:oleObj name="Equation" r:id="rId11" imgW="2412720" imgH="571320" progId="Equation.DSMT4">
                  <p:embed/>
                  <p:pic>
                    <p:nvPicPr>
                      <p:cNvPr id="0" name="Object 6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11718" y="3065463"/>
                        <a:ext cx="24130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80"/>
          <p:cNvSpPr txBox="1">
            <a:spLocks noChangeArrowheads="1"/>
          </p:cNvSpPr>
          <p:nvPr/>
        </p:nvSpPr>
        <p:spPr bwMode="auto">
          <a:xfrm>
            <a:off x="1078230" y="3695065"/>
            <a:ext cx="1944688"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中心差商</a:t>
            </a:r>
          </a:p>
        </p:txBody>
      </p:sp>
      <p:graphicFrame>
        <p:nvGraphicFramePr>
          <p:cNvPr id="114696" name="Object 71"/>
          <p:cNvGraphicFramePr>
            <a:graphicFrameLocks noChangeAspect="1"/>
          </p:cNvGraphicFramePr>
          <p:nvPr/>
        </p:nvGraphicFramePr>
        <p:xfrm>
          <a:off x="2342198" y="3581400"/>
          <a:ext cx="2425700" cy="571500"/>
        </p:xfrm>
        <a:graphic>
          <a:graphicData uri="http://schemas.openxmlformats.org/presentationml/2006/ole">
            <mc:AlternateContent xmlns:mc="http://schemas.openxmlformats.org/markup-compatibility/2006">
              <mc:Choice xmlns:v="urn:schemas-microsoft-com:vml" Requires="v">
                <p:oleObj spid="_x0000_s114780" name="Equation" r:id="rId13" imgW="2425680" imgH="571320" progId="Equation.DSMT4">
                  <p:embed/>
                </p:oleObj>
              </mc:Choice>
              <mc:Fallback>
                <p:oleObj name="Equation" r:id="rId13" imgW="2425680" imgH="571320" progId="Equation.DSMT4">
                  <p:embed/>
                  <p:pic>
                    <p:nvPicPr>
                      <p:cNvPr id="0" name="Object 7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42198" y="3581400"/>
                        <a:ext cx="24257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Text Box 81"/>
          <p:cNvSpPr txBox="1">
            <a:spLocks noChangeArrowheads="1"/>
          </p:cNvSpPr>
          <p:nvPr/>
        </p:nvSpPr>
        <p:spPr bwMode="auto">
          <a:xfrm>
            <a:off x="1078548" y="4228783"/>
            <a:ext cx="2520950" cy="400110"/>
          </a:xfrm>
          <a:prstGeom prst="rect">
            <a:avLst/>
          </a:prstGeom>
          <a:noFill/>
          <a:ln w="25400">
            <a:noFill/>
            <a:miter lim="800000"/>
            <a:headEnd/>
            <a:tailEnd/>
          </a:ln>
        </p:spPr>
        <p:txBody>
          <a:bodyPr>
            <a:spAutoFit/>
          </a:bodyPr>
          <a:lstStyle/>
          <a:p>
            <a:r>
              <a:rPr lang="zh-CN" altLang="en-US" sz="2000" dirty="0" smtClean="0">
                <a:solidFill>
                  <a:schemeClr val="dk1"/>
                </a:solidFill>
                <a:latin typeface="Calibri" pitchFamily="34" charset="0"/>
                <a:ea typeface="宋体" pitchFamily="2" charset="-122"/>
                <a:sym typeface="Symbol" pitchFamily="18" charset="2"/>
              </a:rPr>
              <a:t>二阶中心差商</a:t>
            </a:r>
          </a:p>
        </p:txBody>
      </p:sp>
      <p:graphicFrame>
        <p:nvGraphicFramePr>
          <p:cNvPr id="114697" name="Object 77"/>
          <p:cNvGraphicFramePr>
            <a:graphicFrameLocks noChangeAspect="1"/>
          </p:cNvGraphicFramePr>
          <p:nvPr/>
        </p:nvGraphicFramePr>
        <p:xfrm>
          <a:off x="2776855" y="4139883"/>
          <a:ext cx="3060700" cy="571500"/>
        </p:xfrm>
        <a:graphic>
          <a:graphicData uri="http://schemas.openxmlformats.org/presentationml/2006/ole">
            <mc:AlternateContent xmlns:mc="http://schemas.openxmlformats.org/markup-compatibility/2006">
              <mc:Choice xmlns:v="urn:schemas-microsoft-com:vml" Requires="v">
                <p:oleObj spid="_x0000_s114781" name="Equation" r:id="rId15" imgW="3060360" imgH="571320" progId="Equation.DSMT4">
                  <p:embed/>
                </p:oleObj>
              </mc:Choice>
              <mc:Fallback>
                <p:oleObj name="Equation" r:id="rId15" imgW="3060360" imgH="571320" progId="Equation.DSMT4">
                  <p:embed/>
                  <p:pic>
                    <p:nvPicPr>
                      <p:cNvPr id="0" name="Object 7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776855" y="4139883"/>
                        <a:ext cx="30607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blinds(horizontal)">
                                      <p:cBhvr>
                                        <p:cTn id="22" dur="500"/>
                                        <p:tgtEl>
                                          <p:spTgt spid="28"/>
                                        </p:tgtEl>
                                      </p:cBhvr>
                                    </p:animEffect>
                                  </p:childTnLst>
                                </p:cTn>
                              </p:par>
                              <p:par>
                                <p:cTn id="23" presetID="3" presetClass="entr" presetSubtype="1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linds(horizontal)">
                                      <p:cBhvr>
                                        <p:cTn id="25" dur="500"/>
                                        <p:tgtEl>
                                          <p:spTgt spid="3"/>
                                        </p:tgtEl>
                                      </p:cBhvr>
                                    </p:animEffect>
                                  </p:childTnLst>
                                </p:cTn>
                              </p:par>
                              <p:par>
                                <p:cTn id="26" presetID="3" presetClass="entr" presetSubtype="10" fill="hold"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blinds(horizontal)">
                                      <p:cBhvr>
                                        <p:cTn id="28" dur="500"/>
                                        <p:tgtEl>
                                          <p:spTgt spid="29"/>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blinds(horizontal)">
                                      <p:cBhvr>
                                        <p:cTn id="31" dur="500"/>
                                        <p:tgtEl>
                                          <p:spTgt spid="30"/>
                                        </p:tgtEl>
                                      </p:cBhvr>
                                    </p:animEffect>
                                  </p:childTnLst>
                                </p:cTn>
                              </p:par>
                              <p:par>
                                <p:cTn id="32" presetID="3" presetClass="entr" presetSubtype="10" fill="hold" nodeType="withEffect">
                                  <p:stCondLst>
                                    <p:cond delay="0"/>
                                  </p:stCondLst>
                                  <p:childTnLst>
                                    <p:set>
                                      <p:cBhvr>
                                        <p:cTn id="33" dur="1" fill="hold">
                                          <p:stCondLst>
                                            <p:cond delay="0"/>
                                          </p:stCondLst>
                                        </p:cTn>
                                        <p:tgtEl>
                                          <p:spTgt spid="120835"/>
                                        </p:tgtEl>
                                        <p:attrNameLst>
                                          <p:attrName>style.visibility</p:attrName>
                                        </p:attrNameLst>
                                      </p:cBhvr>
                                      <p:to>
                                        <p:strVal val="visible"/>
                                      </p:to>
                                    </p:set>
                                    <p:animEffect transition="in" filter="blinds(horizontal)">
                                      <p:cBhvr>
                                        <p:cTn id="34" dur="500"/>
                                        <p:tgtEl>
                                          <p:spTgt spid="120835"/>
                                        </p:tgtEl>
                                      </p:cBhvr>
                                    </p:animEffect>
                                  </p:childTnLst>
                                </p:cTn>
                              </p:par>
                              <p:par>
                                <p:cTn id="35" presetID="3" presetClass="entr" presetSubtype="10" fill="hold" nodeType="with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blinds(horizontal)">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blinds(horizontal)">
                                      <p:cBhvr>
                                        <p:cTn id="42" dur="500"/>
                                        <p:tgtEl>
                                          <p:spTgt spid="1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blinds(horizontal)">
                                      <p:cBhvr>
                                        <p:cTn id="47" dur="500"/>
                                        <p:tgtEl>
                                          <p:spTgt spid="12"/>
                                        </p:tgtEl>
                                      </p:cBhvr>
                                    </p:animEffect>
                                  </p:childTnLst>
                                </p:cTn>
                              </p:par>
                              <p:par>
                                <p:cTn id="48" presetID="3" presetClass="entr" presetSubtype="10" fill="hold" nodeType="withEffect">
                                  <p:stCondLst>
                                    <p:cond delay="0"/>
                                  </p:stCondLst>
                                  <p:childTnLst>
                                    <p:set>
                                      <p:cBhvr>
                                        <p:cTn id="49" dur="1" fill="hold">
                                          <p:stCondLst>
                                            <p:cond delay="0"/>
                                          </p:stCondLst>
                                        </p:cTn>
                                        <p:tgtEl>
                                          <p:spTgt spid="114694"/>
                                        </p:tgtEl>
                                        <p:attrNameLst>
                                          <p:attrName>style.visibility</p:attrName>
                                        </p:attrNameLst>
                                      </p:cBhvr>
                                      <p:to>
                                        <p:strVal val="visible"/>
                                      </p:to>
                                    </p:set>
                                    <p:animEffect transition="in" filter="blinds(horizontal)">
                                      <p:cBhvr>
                                        <p:cTn id="50" dur="500"/>
                                        <p:tgtEl>
                                          <p:spTgt spid="114694"/>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7"/>
                                        </p:tgtEl>
                                        <p:attrNameLst>
                                          <p:attrName>style.visibility</p:attrName>
                                        </p:attrNameLst>
                                      </p:cBhvr>
                                      <p:to>
                                        <p:strVal val="visible"/>
                                      </p:to>
                                    </p:set>
                                    <p:animEffect transition="in" filter="blinds(horizontal)">
                                      <p:cBhvr>
                                        <p:cTn id="55" dur="500"/>
                                        <p:tgtEl>
                                          <p:spTgt spid="17"/>
                                        </p:tgtEl>
                                      </p:cBhvr>
                                    </p:animEffect>
                                  </p:childTnLst>
                                </p:cTn>
                              </p:par>
                              <p:par>
                                <p:cTn id="56" presetID="3" presetClass="entr" presetSubtype="10" fill="hold" nodeType="withEffect">
                                  <p:stCondLst>
                                    <p:cond delay="0"/>
                                  </p:stCondLst>
                                  <p:childTnLst>
                                    <p:set>
                                      <p:cBhvr>
                                        <p:cTn id="57" dur="1" fill="hold">
                                          <p:stCondLst>
                                            <p:cond delay="0"/>
                                          </p:stCondLst>
                                        </p:cTn>
                                        <p:tgtEl>
                                          <p:spTgt spid="114695"/>
                                        </p:tgtEl>
                                        <p:attrNameLst>
                                          <p:attrName>style.visibility</p:attrName>
                                        </p:attrNameLst>
                                      </p:cBhvr>
                                      <p:to>
                                        <p:strVal val="visible"/>
                                      </p:to>
                                    </p:set>
                                    <p:animEffect transition="in" filter="blinds(horizontal)">
                                      <p:cBhvr>
                                        <p:cTn id="58" dur="500"/>
                                        <p:tgtEl>
                                          <p:spTgt spid="114695"/>
                                        </p:tgtEl>
                                      </p:cBhvr>
                                    </p:animEffec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8"/>
                                        </p:tgtEl>
                                        <p:attrNameLst>
                                          <p:attrName>style.visibility</p:attrName>
                                        </p:attrNameLst>
                                      </p:cBhvr>
                                      <p:to>
                                        <p:strVal val="visible"/>
                                      </p:to>
                                    </p:set>
                                    <p:animEffect transition="in" filter="blinds(horizontal)">
                                      <p:cBhvr>
                                        <p:cTn id="63" dur="500"/>
                                        <p:tgtEl>
                                          <p:spTgt spid="18"/>
                                        </p:tgtEl>
                                      </p:cBhvr>
                                    </p:animEffect>
                                  </p:childTnLst>
                                </p:cTn>
                              </p:par>
                              <p:par>
                                <p:cTn id="64" presetID="3" presetClass="entr" presetSubtype="10" fill="hold" nodeType="withEffect">
                                  <p:stCondLst>
                                    <p:cond delay="0"/>
                                  </p:stCondLst>
                                  <p:childTnLst>
                                    <p:set>
                                      <p:cBhvr>
                                        <p:cTn id="65" dur="1" fill="hold">
                                          <p:stCondLst>
                                            <p:cond delay="0"/>
                                          </p:stCondLst>
                                        </p:cTn>
                                        <p:tgtEl>
                                          <p:spTgt spid="114696"/>
                                        </p:tgtEl>
                                        <p:attrNameLst>
                                          <p:attrName>style.visibility</p:attrName>
                                        </p:attrNameLst>
                                      </p:cBhvr>
                                      <p:to>
                                        <p:strVal val="visible"/>
                                      </p:to>
                                    </p:set>
                                    <p:animEffect transition="in" filter="blinds(horizontal)">
                                      <p:cBhvr>
                                        <p:cTn id="66" dur="500"/>
                                        <p:tgtEl>
                                          <p:spTgt spid="114696"/>
                                        </p:tgtEl>
                                      </p:cBhvr>
                                    </p:animEffect>
                                  </p:childTnLst>
                                </p:cTn>
                              </p:par>
                            </p:childTnLst>
                          </p:cTn>
                        </p:par>
                      </p:childTnLst>
                    </p:cTn>
                  </p:par>
                  <p:par>
                    <p:cTn id="67" fill="hold">
                      <p:stCondLst>
                        <p:cond delay="indefinite"/>
                      </p:stCondLst>
                      <p:childTnLst>
                        <p:par>
                          <p:cTn id="68" fill="hold">
                            <p:stCondLst>
                              <p:cond delay="0"/>
                            </p:stCondLst>
                            <p:childTnLst>
                              <p:par>
                                <p:cTn id="69" presetID="3" presetClass="entr" presetSubtype="10" fill="hold" grpId="0" nodeType="clickEffect">
                                  <p:stCondLst>
                                    <p:cond delay="0"/>
                                  </p:stCondLst>
                                  <p:childTnLst>
                                    <p:set>
                                      <p:cBhvr>
                                        <p:cTn id="70" dur="1" fill="hold">
                                          <p:stCondLst>
                                            <p:cond delay="0"/>
                                          </p:stCondLst>
                                        </p:cTn>
                                        <p:tgtEl>
                                          <p:spTgt spid="19"/>
                                        </p:tgtEl>
                                        <p:attrNameLst>
                                          <p:attrName>style.visibility</p:attrName>
                                        </p:attrNameLst>
                                      </p:cBhvr>
                                      <p:to>
                                        <p:strVal val="visible"/>
                                      </p:to>
                                    </p:set>
                                    <p:animEffect transition="in" filter="blinds(horizontal)">
                                      <p:cBhvr>
                                        <p:cTn id="71" dur="500"/>
                                        <p:tgtEl>
                                          <p:spTgt spid="19"/>
                                        </p:tgtEl>
                                      </p:cBhvr>
                                    </p:animEffect>
                                  </p:childTnLst>
                                </p:cTn>
                              </p:par>
                              <p:par>
                                <p:cTn id="72" presetID="3" presetClass="entr" presetSubtype="10" fill="hold" nodeType="withEffect">
                                  <p:stCondLst>
                                    <p:cond delay="0"/>
                                  </p:stCondLst>
                                  <p:childTnLst>
                                    <p:set>
                                      <p:cBhvr>
                                        <p:cTn id="73" dur="1" fill="hold">
                                          <p:stCondLst>
                                            <p:cond delay="0"/>
                                          </p:stCondLst>
                                        </p:cTn>
                                        <p:tgtEl>
                                          <p:spTgt spid="114697"/>
                                        </p:tgtEl>
                                        <p:attrNameLst>
                                          <p:attrName>style.visibility</p:attrName>
                                        </p:attrNameLst>
                                      </p:cBhvr>
                                      <p:to>
                                        <p:strVal val="visible"/>
                                      </p:to>
                                    </p:set>
                                    <p:animEffect transition="in" filter="blinds(horizontal)">
                                      <p:cBhvr>
                                        <p:cTn id="74" dur="500"/>
                                        <p:tgtEl>
                                          <p:spTgt spid="1146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8" grpId="0"/>
      <p:bldP spid="30" grpId="0"/>
      <p:bldP spid="12" grpId="0"/>
      <p:bldP spid="13" grpId="0"/>
      <p:bldP spid="17" grpId="0"/>
      <p:bldP spid="18" grpId="0"/>
      <p:bldP spid="19"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差商型数值微分</a:t>
            </a:r>
            <a:endParaRPr lang="zh-CN" altLang="en-US" sz="2000" b="1" dirty="0">
              <a:solidFill>
                <a:srgbClr val="314865"/>
              </a:solidFill>
              <a:latin typeface="+mj-ea"/>
            </a:endParaRPr>
          </a:p>
        </p:txBody>
      </p:sp>
      <p:sp>
        <p:nvSpPr>
          <p:cNvPr id="5" name="TextBox 2"/>
          <p:cNvSpPr txBox="1">
            <a:spLocks noChangeArrowheads="1"/>
          </p:cNvSpPr>
          <p:nvPr/>
        </p:nvSpPr>
        <p:spPr bwMode="auto">
          <a:xfrm>
            <a:off x="609599" y="899795"/>
            <a:ext cx="7630161" cy="2400657"/>
          </a:xfrm>
          <a:prstGeom prst="rect">
            <a:avLst/>
          </a:prstGeom>
          <a:noFill/>
          <a:ln w="9525">
            <a:noFill/>
            <a:miter lim="800000"/>
            <a:headEnd/>
            <a:tailEnd/>
          </a:ln>
        </p:spPr>
        <p:txBody>
          <a:bodyPr wrap="square">
            <a:spAutoFit/>
          </a:bodyPr>
          <a:lstStyle/>
          <a:p>
            <a:pPr>
              <a:lnSpc>
                <a:spcPct val="150000"/>
              </a:lnSpc>
            </a:pPr>
            <a:r>
              <a:rPr lang="zh-CN" altLang="en-US" sz="2000" dirty="0" smtClean="0">
                <a:solidFill>
                  <a:schemeClr val="dk1"/>
                </a:solidFill>
                <a:latin typeface="Calibri" pitchFamily="34" charset="0"/>
                <a:ea typeface="宋体" pitchFamily="2" charset="-122"/>
                <a:sym typeface="Symbol" pitchFamily="18" charset="2"/>
              </a:rPr>
              <a:t>实际应用时，可采用步长逐次减半的方法确定最终步长</a:t>
            </a: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记          和                       </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en-US" altLang="zh-CN" sz="2000" dirty="0" smtClean="0">
                <a:solidFill>
                  <a:schemeClr val="dk1"/>
                </a:solidFill>
                <a:latin typeface="Calibri" pitchFamily="34" charset="0"/>
                <a:ea typeface="宋体" pitchFamily="2" charset="-122"/>
                <a:sym typeface="Symbol" pitchFamily="18" charset="2"/>
              </a:rPr>
              <a:t>            </a:t>
            </a:r>
            <a:r>
              <a:rPr lang="zh-CN" altLang="en-US" sz="2000" dirty="0" smtClean="0">
                <a:solidFill>
                  <a:schemeClr val="dk1"/>
                </a:solidFill>
                <a:latin typeface="Calibri" pitchFamily="34" charset="0"/>
                <a:ea typeface="宋体" pitchFamily="2" charset="-122"/>
                <a:sym typeface="Symbol" pitchFamily="18" charset="2"/>
              </a:rPr>
              <a:t>分别为步长取    和     时的差商公式</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对给定的精度           </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如果</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        </a:t>
            </a: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endParaRPr lang="en-US" altLang="zh-CN" sz="2000" dirty="0" smtClean="0">
              <a:solidFill>
                <a:schemeClr val="dk1"/>
              </a:solidFill>
              <a:latin typeface="Calibri" pitchFamily="34" charset="0"/>
              <a:ea typeface="宋体" pitchFamily="2" charset="-122"/>
              <a:sym typeface="Symbol" pitchFamily="18" charset="2"/>
            </a:endParaRPr>
          </a:p>
          <a:p>
            <a:pPr>
              <a:lnSpc>
                <a:spcPct val="150000"/>
              </a:lnSpc>
            </a:pPr>
            <a:r>
              <a:rPr lang="zh-CN" altLang="en-US" sz="2000" dirty="0" smtClean="0">
                <a:solidFill>
                  <a:schemeClr val="dk1"/>
                </a:solidFill>
                <a:latin typeface="Calibri" pitchFamily="34" charset="0"/>
                <a:ea typeface="宋体" pitchFamily="2" charset="-122"/>
                <a:sym typeface="Symbol" pitchFamily="18" charset="2"/>
              </a:rPr>
              <a:t>就取步长为     否则进一步将步长减半</a:t>
            </a:r>
            <a:r>
              <a:rPr lang="en-US" altLang="zh-CN" sz="2000" dirty="0" smtClean="0">
                <a:solidFill>
                  <a:schemeClr val="dk1"/>
                </a:solidFill>
                <a:latin typeface="Calibri" pitchFamily="34" charset="0"/>
                <a:ea typeface="宋体" pitchFamily="2" charset="-122"/>
                <a:sym typeface="Symbol" pitchFamily="18" charset="2"/>
              </a:rPr>
              <a:t>.</a:t>
            </a: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115714" name="Object 2"/>
          <p:cNvGraphicFramePr>
            <a:graphicFrameLocks noChangeAspect="1"/>
          </p:cNvGraphicFramePr>
          <p:nvPr/>
        </p:nvGraphicFramePr>
        <p:xfrm>
          <a:off x="7251700" y="1060768"/>
          <a:ext cx="533400" cy="304800"/>
        </p:xfrm>
        <a:graphic>
          <a:graphicData uri="http://schemas.openxmlformats.org/presentationml/2006/ole">
            <mc:AlternateContent xmlns:mc="http://schemas.openxmlformats.org/markup-compatibility/2006">
              <mc:Choice xmlns:v="urn:schemas-microsoft-com:vml" Requires="v">
                <p:oleObj spid="_x0000_s115798" name="Equation" r:id="rId3" imgW="533160" imgH="304560" progId="Equation.DSMT4">
                  <p:embed/>
                </p:oleObj>
              </mc:Choice>
              <mc:Fallback>
                <p:oleObj name="Equation" r:id="rId3" imgW="533160" imgH="30456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51700" y="1060768"/>
                        <a:ext cx="533400" cy="304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15" name="Object 3"/>
          <p:cNvGraphicFramePr>
            <a:graphicFrameLocks noChangeAspect="1"/>
          </p:cNvGraphicFramePr>
          <p:nvPr/>
        </p:nvGraphicFramePr>
        <p:xfrm>
          <a:off x="735965" y="1365885"/>
          <a:ext cx="531813" cy="541338"/>
        </p:xfrm>
        <a:graphic>
          <a:graphicData uri="http://schemas.openxmlformats.org/presentationml/2006/ole">
            <mc:AlternateContent xmlns:mc="http://schemas.openxmlformats.org/markup-compatibility/2006">
              <mc:Choice xmlns:v="urn:schemas-microsoft-com:vml" Requires="v">
                <p:oleObj spid="_x0000_s115799" name="Equation" r:id="rId5" imgW="672840" imgH="685800" progId="Equation.DSMT4">
                  <p:embed/>
                </p:oleObj>
              </mc:Choice>
              <mc:Fallback>
                <p:oleObj name="Equation" r:id="rId5" imgW="672840" imgH="68580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35965" y="1365885"/>
                        <a:ext cx="531813" cy="541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16" name="Object 4"/>
          <p:cNvGraphicFramePr>
            <a:graphicFrameLocks noChangeAspect="1"/>
          </p:cNvGraphicFramePr>
          <p:nvPr/>
        </p:nvGraphicFramePr>
        <p:xfrm>
          <a:off x="2915603" y="1521143"/>
          <a:ext cx="177800" cy="254000"/>
        </p:xfrm>
        <a:graphic>
          <a:graphicData uri="http://schemas.openxmlformats.org/presentationml/2006/ole">
            <mc:AlternateContent xmlns:mc="http://schemas.openxmlformats.org/markup-compatibility/2006">
              <mc:Choice xmlns:v="urn:schemas-microsoft-com:vml" Requires="v">
                <p:oleObj spid="_x0000_s115800" name="Equation" r:id="rId7" imgW="177480" imgH="253800" progId="Equation.DSMT4">
                  <p:embed/>
                </p:oleObj>
              </mc:Choice>
              <mc:Fallback>
                <p:oleObj name="Equation" r:id="rId7" imgW="177480" imgH="25380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5603" y="1521143"/>
                        <a:ext cx="177800" cy="25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17" name="Object 8"/>
          <p:cNvGraphicFramePr>
            <a:graphicFrameLocks noChangeAspect="1"/>
          </p:cNvGraphicFramePr>
          <p:nvPr/>
        </p:nvGraphicFramePr>
        <p:xfrm>
          <a:off x="3425825" y="1370013"/>
          <a:ext cx="215900" cy="609600"/>
        </p:xfrm>
        <a:graphic>
          <a:graphicData uri="http://schemas.openxmlformats.org/presentationml/2006/ole">
            <mc:AlternateContent xmlns:mc="http://schemas.openxmlformats.org/markup-compatibility/2006">
              <mc:Choice xmlns:v="urn:schemas-microsoft-com:vml" Requires="v">
                <p:oleObj spid="_x0000_s115801" name="Equation" r:id="rId9" imgW="215640" imgH="609480" progId="Equation.DSMT4">
                  <p:embed/>
                </p:oleObj>
              </mc:Choice>
              <mc:Fallback>
                <p:oleObj name="Equation" r:id="rId9" imgW="215640" imgH="60948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25825" y="1370013"/>
                        <a:ext cx="2159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18" name="Object 6"/>
          <p:cNvGraphicFramePr>
            <a:graphicFrameLocks noChangeAspect="1"/>
          </p:cNvGraphicFramePr>
          <p:nvPr/>
        </p:nvGraphicFramePr>
        <p:xfrm>
          <a:off x="6851015" y="1530985"/>
          <a:ext cx="558800" cy="241300"/>
        </p:xfrm>
        <a:graphic>
          <a:graphicData uri="http://schemas.openxmlformats.org/presentationml/2006/ole">
            <mc:AlternateContent xmlns:mc="http://schemas.openxmlformats.org/markup-compatibility/2006">
              <mc:Choice xmlns:v="urn:schemas-microsoft-com:vml" Requires="v">
                <p:oleObj spid="_x0000_s115802" name="Equation" r:id="rId11" imgW="558720" imgH="241200" progId="Equation.DSMT4">
                  <p:embed/>
                </p:oleObj>
              </mc:Choice>
              <mc:Fallback>
                <p:oleObj name="Equation" r:id="rId11" imgW="558720" imgH="241200" progId="Equation.DSMT4">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51015" y="1530985"/>
                        <a:ext cx="5588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19" name="Object 7"/>
          <p:cNvGraphicFramePr>
            <a:graphicFrameLocks noChangeAspect="1"/>
          </p:cNvGraphicFramePr>
          <p:nvPr/>
        </p:nvGraphicFramePr>
        <p:xfrm>
          <a:off x="1579880" y="1922780"/>
          <a:ext cx="1706563" cy="673100"/>
        </p:xfrm>
        <a:graphic>
          <a:graphicData uri="http://schemas.openxmlformats.org/presentationml/2006/ole">
            <mc:AlternateContent xmlns:mc="http://schemas.openxmlformats.org/markup-compatibility/2006">
              <mc:Choice xmlns:v="urn:schemas-microsoft-com:vml" Requires="v">
                <p:oleObj spid="_x0000_s115803" name="Equation" r:id="rId13" imgW="1866600" imgH="736560" progId="Equation.DSMT4">
                  <p:embed/>
                </p:oleObj>
              </mc:Choice>
              <mc:Fallback>
                <p:oleObj name="Equation" r:id="rId13" imgW="1866600" imgH="73656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79880" y="1922780"/>
                        <a:ext cx="1706563" cy="673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5720" name="Object 5"/>
          <p:cNvGraphicFramePr>
            <a:graphicFrameLocks noChangeAspect="1"/>
          </p:cNvGraphicFramePr>
          <p:nvPr/>
        </p:nvGraphicFramePr>
        <p:xfrm>
          <a:off x="2016760" y="2681923"/>
          <a:ext cx="215900" cy="609600"/>
        </p:xfrm>
        <a:graphic>
          <a:graphicData uri="http://schemas.openxmlformats.org/presentationml/2006/ole">
            <mc:AlternateContent xmlns:mc="http://schemas.openxmlformats.org/markup-compatibility/2006">
              <mc:Choice xmlns:v="urn:schemas-microsoft-com:vml" Requires="v">
                <p:oleObj spid="_x0000_s115804" name="Equation" r:id="rId15" imgW="215640" imgH="609480" progId="Equation.DSMT4">
                  <p:embed/>
                </p:oleObj>
              </mc:Choice>
              <mc:Fallback>
                <p:oleObj name="Equation" r:id="rId15" imgW="215640" imgH="609480" progId="Equation.DSMT4">
                  <p:embed/>
                  <p:pic>
                    <p:nvPicPr>
                      <p:cNvPr id="0" name="Object 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016760" y="2681923"/>
                        <a:ext cx="215900"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115714"/>
                                        </p:tgtEl>
                                        <p:attrNameLst>
                                          <p:attrName>style.visibility</p:attrName>
                                        </p:attrNameLst>
                                      </p:cBhvr>
                                      <p:to>
                                        <p:strVal val="visible"/>
                                      </p:to>
                                    </p:set>
                                    <p:animEffect transition="in" filter="blinds(horizontal)">
                                      <p:cBhvr>
                                        <p:cTn id="25" dur="500"/>
                                        <p:tgtEl>
                                          <p:spTgt spid="115714"/>
                                        </p:tgtEl>
                                      </p:cBhvr>
                                    </p:animEffect>
                                  </p:childTnLst>
                                </p:cTn>
                              </p:par>
                              <p:par>
                                <p:cTn id="26" presetID="3" presetClass="entr" presetSubtype="10" fill="hold" nodeType="withEffect">
                                  <p:stCondLst>
                                    <p:cond delay="0"/>
                                  </p:stCondLst>
                                  <p:childTnLst>
                                    <p:set>
                                      <p:cBhvr>
                                        <p:cTn id="27" dur="1" fill="hold">
                                          <p:stCondLst>
                                            <p:cond delay="0"/>
                                          </p:stCondLst>
                                        </p:cTn>
                                        <p:tgtEl>
                                          <p:spTgt spid="115715"/>
                                        </p:tgtEl>
                                        <p:attrNameLst>
                                          <p:attrName>style.visibility</p:attrName>
                                        </p:attrNameLst>
                                      </p:cBhvr>
                                      <p:to>
                                        <p:strVal val="visible"/>
                                      </p:to>
                                    </p:set>
                                    <p:animEffect transition="in" filter="blinds(horizontal)">
                                      <p:cBhvr>
                                        <p:cTn id="28" dur="500"/>
                                        <p:tgtEl>
                                          <p:spTgt spid="115715"/>
                                        </p:tgtEl>
                                      </p:cBhvr>
                                    </p:animEffect>
                                  </p:childTnLst>
                                </p:cTn>
                              </p:par>
                              <p:par>
                                <p:cTn id="29" presetID="3" presetClass="entr" presetSubtype="10" fill="hold" nodeType="withEffect">
                                  <p:stCondLst>
                                    <p:cond delay="0"/>
                                  </p:stCondLst>
                                  <p:childTnLst>
                                    <p:set>
                                      <p:cBhvr>
                                        <p:cTn id="30" dur="1" fill="hold">
                                          <p:stCondLst>
                                            <p:cond delay="0"/>
                                          </p:stCondLst>
                                        </p:cTn>
                                        <p:tgtEl>
                                          <p:spTgt spid="115716"/>
                                        </p:tgtEl>
                                        <p:attrNameLst>
                                          <p:attrName>style.visibility</p:attrName>
                                        </p:attrNameLst>
                                      </p:cBhvr>
                                      <p:to>
                                        <p:strVal val="visible"/>
                                      </p:to>
                                    </p:set>
                                    <p:animEffect transition="in" filter="blinds(horizontal)">
                                      <p:cBhvr>
                                        <p:cTn id="31" dur="500"/>
                                        <p:tgtEl>
                                          <p:spTgt spid="115716"/>
                                        </p:tgtEl>
                                      </p:cBhvr>
                                    </p:animEffect>
                                  </p:childTnLst>
                                </p:cTn>
                              </p:par>
                              <p:par>
                                <p:cTn id="32" presetID="3" presetClass="entr" presetSubtype="10" fill="hold" nodeType="withEffect">
                                  <p:stCondLst>
                                    <p:cond delay="0"/>
                                  </p:stCondLst>
                                  <p:childTnLst>
                                    <p:set>
                                      <p:cBhvr>
                                        <p:cTn id="33" dur="1" fill="hold">
                                          <p:stCondLst>
                                            <p:cond delay="0"/>
                                          </p:stCondLst>
                                        </p:cTn>
                                        <p:tgtEl>
                                          <p:spTgt spid="115717"/>
                                        </p:tgtEl>
                                        <p:attrNameLst>
                                          <p:attrName>style.visibility</p:attrName>
                                        </p:attrNameLst>
                                      </p:cBhvr>
                                      <p:to>
                                        <p:strVal val="visible"/>
                                      </p:to>
                                    </p:set>
                                    <p:animEffect transition="in" filter="blinds(horizontal)">
                                      <p:cBhvr>
                                        <p:cTn id="34" dur="500"/>
                                        <p:tgtEl>
                                          <p:spTgt spid="115717"/>
                                        </p:tgtEl>
                                      </p:cBhvr>
                                    </p:animEffect>
                                  </p:childTnLst>
                                </p:cTn>
                              </p:par>
                              <p:par>
                                <p:cTn id="35" presetID="3" presetClass="entr" presetSubtype="10" fill="hold" nodeType="withEffect">
                                  <p:stCondLst>
                                    <p:cond delay="0"/>
                                  </p:stCondLst>
                                  <p:childTnLst>
                                    <p:set>
                                      <p:cBhvr>
                                        <p:cTn id="36" dur="1" fill="hold">
                                          <p:stCondLst>
                                            <p:cond delay="0"/>
                                          </p:stCondLst>
                                        </p:cTn>
                                        <p:tgtEl>
                                          <p:spTgt spid="115718"/>
                                        </p:tgtEl>
                                        <p:attrNameLst>
                                          <p:attrName>style.visibility</p:attrName>
                                        </p:attrNameLst>
                                      </p:cBhvr>
                                      <p:to>
                                        <p:strVal val="visible"/>
                                      </p:to>
                                    </p:set>
                                    <p:animEffect transition="in" filter="blinds(horizontal)">
                                      <p:cBhvr>
                                        <p:cTn id="37" dur="500"/>
                                        <p:tgtEl>
                                          <p:spTgt spid="115718"/>
                                        </p:tgtEl>
                                      </p:cBhvr>
                                    </p:animEffect>
                                  </p:childTnLst>
                                </p:cTn>
                              </p:par>
                              <p:par>
                                <p:cTn id="38" presetID="3" presetClass="entr" presetSubtype="10" fill="hold" nodeType="withEffect">
                                  <p:stCondLst>
                                    <p:cond delay="0"/>
                                  </p:stCondLst>
                                  <p:childTnLst>
                                    <p:set>
                                      <p:cBhvr>
                                        <p:cTn id="39" dur="1" fill="hold">
                                          <p:stCondLst>
                                            <p:cond delay="0"/>
                                          </p:stCondLst>
                                        </p:cTn>
                                        <p:tgtEl>
                                          <p:spTgt spid="115719"/>
                                        </p:tgtEl>
                                        <p:attrNameLst>
                                          <p:attrName>style.visibility</p:attrName>
                                        </p:attrNameLst>
                                      </p:cBhvr>
                                      <p:to>
                                        <p:strVal val="visible"/>
                                      </p:to>
                                    </p:set>
                                    <p:animEffect transition="in" filter="blinds(horizontal)">
                                      <p:cBhvr>
                                        <p:cTn id="40" dur="500"/>
                                        <p:tgtEl>
                                          <p:spTgt spid="115719"/>
                                        </p:tgtEl>
                                      </p:cBhvr>
                                    </p:animEffect>
                                  </p:childTnLst>
                                </p:cTn>
                              </p:par>
                              <p:par>
                                <p:cTn id="41" presetID="3" presetClass="entr" presetSubtype="10" fill="hold" nodeType="withEffect">
                                  <p:stCondLst>
                                    <p:cond delay="0"/>
                                  </p:stCondLst>
                                  <p:childTnLst>
                                    <p:set>
                                      <p:cBhvr>
                                        <p:cTn id="42" dur="1" fill="hold">
                                          <p:stCondLst>
                                            <p:cond delay="0"/>
                                          </p:stCondLst>
                                        </p:cTn>
                                        <p:tgtEl>
                                          <p:spTgt spid="115720"/>
                                        </p:tgtEl>
                                        <p:attrNameLst>
                                          <p:attrName>style.visibility</p:attrName>
                                        </p:attrNameLst>
                                      </p:cBhvr>
                                      <p:to>
                                        <p:strVal val="visible"/>
                                      </p:to>
                                    </p:set>
                                    <p:animEffect transition="in" filter="blinds(horizontal)">
                                      <p:cBhvr>
                                        <p:cTn id="43" dur="500"/>
                                        <p:tgtEl>
                                          <p:spTgt spid="1157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插值型数值微分</a:t>
            </a:r>
            <a:endParaRPr lang="zh-CN" altLang="en-US" sz="2000" b="1" dirty="0">
              <a:solidFill>
                <a:srgbClr val="314865"/>
              </a:solidFill>
              <a:latin typeface="+mj-ea"/>
            </a:endParaRPr>
          </a:p>
        </p:txBody>
      </p:sp>
      <p:sp>
        <p:nvSpPr>
          <p:cNvPr id="6" name="Text Box 3"/>
          <p:cNvSpPr txBox="1">
            <a:spLocks noChangeArrowheads="1"/>
          </p:cNvSpPr>
          <p:nvPr/>
        </p:nvSpPr>
        <p:spPr bwMode="auto">
          <a:xfrm>
            <a:off x="609600" y="685800"/>
            <a:ext cx="1981200" cy="400110"/>
          </a:xfrm>
          <a:prstGeom prst="rect">
            <a:avLst/>
          </a:prstGeom>
          <a:noFill/>
          <a:ln w="9525">
            <a:noFill/>
            <a:miter lim="800000"/>
            <a:headEnd/>
            <a:tailEnd/>
          </a:ln>
        </p:spPr>
        <p:txBody>
          <a:bodyPr>
            <a:spAutoFit/>
          </a:bodyPr>
          <a:lstStyle/>
          <a:p>
            <a:pPr algn="l"/>
            <a:r>
              <a:rPr lang="zh-CN" altLang="en-US" sz="2000" dirty="0" smtClean="0">
                <a:solidFill>
                  <a:schemeClr val="dk1"/>
                </a:solidFill>
                <a:latin typeface="Calibri" pitchFamily="34" charset="0"/>
                <a:ea typeface="宋体" pitchFamily="2" charset="-122"/>
                <a:sym typeface="Symbol" pitchFamily="18" charset="2"/>
              </a:rPr>
              <a:t>对于列表函数</a:t>
            </a:r>
          </a:p>
        </p:txBody>
      </p:sp>
      <p:graphicFrame>
        <p:nvGraphicFramePr>
          <p:cNvPr id="7" name="Group 5"/>
          <p:cNvGraphicFramePr>
            <a:graphicFrameLocks noGrp="1"/>
          </p:cNvGraphicFramePr>
          <p:nvPr/>
        </p:nvGraphicFramePr>
        <p:xfrm>
          <a:off x="2306318" y="736601"/>
          <a:ext cx="3007362" cy="914400"/>
        </p:xfrm>
        <a:graphic>
          <a:graphicData uri="http://schemas.openxmlformats.org/drawingml/2006/table">
            <a:tbl>
              <a:tblPr/>
              <a:tblGrid>
                <a:gridCol w="435824"/>
                <a:gridCol w="480907"/>
                <a:gridCol w="518478"/>
                <a:gridCol w="488421"/>
                <a:gridCol w="458365"/>
                <a:gridCol w="625367"/>
              </a:tblGrid>
              <a:tr h="391858">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rPr>
                        <a:t>x</a:t>
                      </a:r>
                    </a:p>
                  </a:txBody>
                  <a:tcPr horzOverflow="overflow">
                    <a:lnL>
                      <a:noFill/>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pitchFamily="2" charset="-122"/>
                        </a:rPr>
                        <a:t>x</a:t>
                      </a:r>
                      <a:r>
                        <a:rPr kumimoji="1" lang="en-US" altLang="zh-CN" sz="2400" b="0" i="0" u="none" strike="noStrike" cap="none" normalizeH="0" baseline="-25000" smtClean="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rPr>
                        <a:t>x</a:t>
                      </a:r>
                      <a:r>
                        <a:rPr kumimoji="1" lang="en-US" altLang="zh-CN" sz="2400" b="0" i="0" u="none" strike="noStrike" cap="none" normalizeH="0" baseline="-25000" dirty="0" smtClean="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pitchFamily="2" charset="-122"/>
                        </a:rPr>
                        <a:t>x</a:t>
                      </a:r>
                      <a:r>
                        <a:rPr kumimoji="1" lang="en-US" altLang="zh-CN" sz="2400" b="0" i="0" u="none" strike="noStrike" cap="none" normalizeH="0" baseline="-2500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err="1" smtClean="0">
                          <a:ln>
                            <a:noFill/>
                          </a:ln>
                          <a:solidFill>
                            <a:schemeClr val="tx1"/>
                          </a:solidFill>
                          <a:effectLst/>
                          <a:latin typeface="Times New Roman" pitchFamily="18" charset="0"/>
                          <a:ea typeface="宋体" pitchFamily="2" charset="-122"/>
                        </a:rPr>
                        <a:t>x</a:t>
                      </a:r>
                      <a:r>
                        <a:rPr kumimoji="1" lang="en-US" altLang="zh-CN" sz="2400" b="0" i="0" u="none" strike="noStrike" cap="none" normalizeH="0" baseline="-25000" dirty="0" err="1" smtClean="0">
                          <a:ln>
                            <a:noFill/>
                          </a:ln>
                          <a:solidFill>
                            <a:schemeClr val="tx1"/>
                          </a:solidFill>
                          <a:effectLst/>
                          <a:latin typeface="Times New Roman" pitchFamily="18" charset="0"/>
                          <a:ea typeface="宋体" pitchFamily="2" charset="-122"/>
                        </a:rPr>
                        <a:t>n</a:t>
                      </a:r>
                      <a:endParaRPr kumimoji="1" lang="en-US" altLang="zh-CN" sz="2400" b="0" i="0" u="none" strike="noStrike" cap="none" normalizeH="0" baseline="-2500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5382">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rPr>
                        <a:t>y</a:t>
                      </a:r>
                    </a:p>
                  </a:txBody>
                  <a:tcP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rPr>
                        <a:t>y</a:t>
                      </a:r>
                      <a:r>
                        <a:rPr kumimoji="1" lang="en-US" altLang="zh-CN" sz="2400" b="0" i="0" u="none" strike="noStrike" cap="none" normalizeH="0" baseline="-25000" dirty="0" smtClean="0">
                          <a:ln>
                            <a:noFill/>
                          </a:ln>
                          <a:solidFill>
                            <a:schemeClr val="tx1"/>
                          </a:solidFill>
                          <a:effectLst/>
                          <a:latin typeface="Times New Roman" pitchFamily="18" charset="0"/>
                          <a:ea typeface="宋体"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rPr>
                        <a:t>y</a:t>
                      </a:r>
                      <a:r>
                        <a:rPr kumimoji="1" lang="en-US" altLang="zh-CN" sz="2400" b="0" i="0" u="none" strike="noStrike" cap="none" normalizeH="0" baseline="-25000" dirty="0" smtClean="0">
                          <a:ln>
                            <a:noFill/>
                          </a:ln>
                          <a:solidFill>
                            <a:schemeClr val="tx1"/>
                          </a:solidFill>
                          <a:effectLst/>
                          <a:latin typeface="Times New Roman" pitchFamily="18" charset="0"/>
                          <a:ea typeface="宋体"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smtClean="0">
                          <a:ln>
                            <a:noFill/>
                          </a:ln>
                          <a:solidFill>
                            <a:schemeClr val="tx1"/>
                          </a:solidFill>
                          <a:effectLst/>
                          <a:latin typeface="Times New Roman" pitchFamily="18" charset="0"/>
                          <a:ea typeface="宋体" pitchFamily="2" charset="-122"/>
                        </a:rPr>
                        <a:t>y</a:t>
                      </a:r>
                      <a:r>
                        <a:rPr kumimoji="1" lang="en-US" altLang="zh-CN" sz="2400" b="0" i="0" u="none" strike="noStrike" cap="none" normalizeH="0" baseline="-25000" dirty="0" smtClean="0">
                          <a:ln>
                            <a:noFill/>
                          </a:ln>
                          <a:solidFill>
                            <a:schemeClr val="tx1"/>
                          </a:solidFill>
                          <a:effectLst/>
                          <a:latin typeface="Times New Roman" pitchFamily="18" charset="0"/>
                          <a:ea typeface="宋体"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smtClean="0">
                          <a:ln>
                            <a:noFill/>
                          </a:ln>
                          <a:solidFill>
                            <a:schemeClr val="tx1"/>
                          </a:solidFill>
                          <a:effectLst/>
                          <a:latin typeface="Times New Roman" pitchFamily="18" charset="0"/>
                          <a:ea typeface="宋体"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20000"/>
                        </a:spcBef>
                        <a:spcAft>
                          <a:spcPct val="0"/>
                        </a:spcAft>
                        <a:buClrTx/>
                        <a:buSzTx/>
                        <a:buFontTx/>
                        <a:buNone/>
                        <a:tabLst/>
                      </a:pPr>
                      <a:r>
                        <a:rPr kumimoji="1" lang="en-US" altLang="zh-CN" sz="2400" b="0" i="0" u="none" strike="noStrike" cap="none" normalizeH="0" baseline="0" dirty="0" err="1" smtClean="0">
                          <a:ln>
                            <a:noFill/>
                          </a:ln>
                          <a:solidFill>
                            <a:schemeClr val="tx1"/>
                          </a:solidFill>
                          <a:effectLst/>
                          <a:latin typeface="Times New Roman" pitchFamily="18" charset="0"/>
                          <a:ea typeface="宋体" pitchFamily="2" charset="-122"/>
                        </a:rPr>
                        <a:t>y</a:t>
                      </a:r>
                      <a:r>
                        <a:rPr kumimoji="1" lang="en-US" altLang="zh-CN" sz="2400" b="0" i="0" u="none" strike="noStrike" cap="none" normalizeH="0" baseline="-25000" dirty="0" err="1" smtClean="0">
                          <a:ln>
                            <a:noFill/>
                          </a:ln>
                          <a:solidFill>
                            <a:schemeClr val="tx1"/>
                          </a:solidFill>
                          <a:effectLst/>
                          <a:latin typeface="Times New Roman" pitchFamily="18" charset="0"/>
                          <a:ea typeface="宋体" pitchFamily="2" charset="-122"/>
                        </a:rPr>
                        <a:t>n</a:t>
                      </a:r>
                      <a:endParaRPr kumimoji="1" lang="en-US" altLang="zh-CN" sz="2400" b="0" i="0" u="none" strike="noStrike" cap="none" normalizeH="0" baseline="-25000" dirty="0" smtClean="0">
                        <a:ln>
                          <a:noFill/>
                        </a:ln>
                        <a:solidFill>
                          <a:schemeClr val="tx1"/>
                        </a:solidFill>
                        <a:effectLst/>
                        <a:latin typeface="Times New Roman" pitchFamily="18" charset="0"/>
                        <a:ea typeface="宋体" pitchFamily="2" charset="-122"/>
                      </a:endParaRPr>
                    </a:p>
                  </a:txBody>
                  <a:tcPr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Text Box 30"/>
          <p:cNvSpPr txBox="1">
            <a:spLocks noChangeArrowheads="1"/>
          </p:cNvSpPr>
          <p:nvPr/>
        </p:nvSpPr>
        <p:spPr bwMode="auto">
          <a:xfrm>
            <a:off x="762000" y="1813560"/>
            <a:ext cx="7792720" cy="1424621"/>
          </a:xfrm>
          <a:prstGeom prst="rect">
            <a:avLst/>
          </a:prstGeom>
          <a:noFill/>
          <a:ln w="9525">
            <a:noFill/>
            <a:miter lim="800000"/>
            <a:headEnd/>
            <a:tailEnd/>
          </a:ln>
        </p:spPr>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运用插值原理</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可以建立插值多项式           作为它的近似</a:t>
            </a:r>
            <a:r>
              <a:rPr lang="en-US" altLang="zh-CN" sz="2000" dirty="0" smtClean="0">
                <a:solidFill>
                  <a:schemeClr val="dk1"/>
                </a:solidFill>
                <a:latin typeface="Calibri" pitchFamily="34" charset="0"/>
                <a:ea typeface="宋体" pitchFamily="2" charset="-122"/>
                <a:sym typeface="Symbol" pitchFamily="18" charset="2"/>
              </a:rPr>
              <a:t>.</a:t>
            </a:r>
            <a:r>
              <a:rPr lang="zh-CN" altLang="en-US" sz="2000" dirty="0" smtClean="0">
                <a:solidFill>
                  <a:schemeClr val="dk1"/>
                </a:solidFill>
                <a:latin typeface="Calibri" pitchFamily="34" charset="0"/>
                <a:ea typeface="宋体" pitchFamily="2" charset="-122"/>
                <a:sym typeface="Symbol" pitchFamily="18" charset="2"/>
              </a:rPr>
              <a:t>由于多项式的求导比较容易，我们取           的值作为         的近似，这样建立的数值公式统称为插值型的求导公式</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116739" name="Object 31"/>
          <p:cNvGraphicFramePr>
            <a:graphicFrameLocks noChangeAspect="1"/>
          </p:cNvGraphicFramePr>
          <p:nvPr/>
        </p:nvGraphicFramePr>
        <p:xfrm>
          <a:off x="4800600" y="1971675"/>
          <a:ext cx="482600" cy="279400"/>
        </p:xfrm>
        <a:graphic>
          <a:graphicData uri="http://schemas.openxmlformats.org/presentationml/2006/ole">
            <mc:AlternateContent xmlns:mc="http://schemas.openxmlformats.org/markup-compatibility/2006">
              <mc:Choice xmlns:v="urn:schemas-microsoft-com:vml" Requires="v">
                <p:oleObj spid="_x0000_s116823" name="Equation" r:id="rId3" imgW="482400" imgH="279360" progId="Equation.DSMT4">
                  <p:embed/>
                </p:oleObj>
              </mc:Choice>
              <mc:Fallback>
                <p:oleObj name="Equation" r:id="rId3" imgW="482400" imgH="279360" progId="Equation.DSMT4">
                  <p:embed/>
                  <p:pic>
                    <p:nvPicPr>
                      <p:cNvPr id="0" name="Object 3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971675"/>
                        <a:ext cx="4826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40" name="Object 32"/>
          <p:cNvGraphicFramePr>
            <a:graphicFrameLocks noChangeAspect="1"/>
          </p:cNvGraphicFramePr>
          <p:nvPr/>
        </p:nvGraphicFramePr>
        <p:xfrm>
          <a:off x="3690938" y="2406650"/>
          <a:ext cx="515937" cy="288925"/>
        </p:xfrm>
        <a:graphic>
          <a:graphicData uri="http://schemas.openxmlformats.org/presentationml/2006/ole">
            <mc:AlternateContent xmlns:mc="http://schemas.openxmlformats.org/markup-compatibility/2006">
              <mc:Choice xmlns:v="urn:schemas-microsoft-com:vml" Requires="v">
                <p:oleObj spid="_x0000_s116824" name="Equation" r:id="rId5" imgW="431640" imgH="241200" progId="Equation.DSMT4">
                  <p:embed/>
                </p:oleObj>
              </mc:Choice>
              <mc:Fallback>
                <p:oleObj name="Equation" r:id="rId5" imgW="431640" imgH="241200" progId="Equation.DSMT4">
                  <p:embed/>
                  <p:pic>
                    <p:nvPicPr>
                      <p:cNvPr id="0" name="Object 3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90938" y="2406650"/>
                        <a:ext cx="515937"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41" name="Object 33"/>
          <p:cNvGraphicFramePr>
            <a:graphicFrameLocks noChangeAspect="1"/>
          </p:cNvGraphicFramePr>
          <p:nvPr/>
        </p:nvGraphicFramePr>
        <p:xfrm>
          <a:off x="5241925" y="2451100"/>
          <a:ext cx="533400" cy="279400"/>
        </p:xfrm>
        <a:graphic>
          <a:graphicData uri="http://schemas.openxmlformats.org/presentationml/2006/ole">
            <mc:AlternateContent xmlns:mc="http://schemas.openxmlformats.org/markup-compatibility/2006">
              <mc:Choice xmlns:v="urn:schemas-microsoft-com:vml" Requires="v">
                <p:oleObj spid="_x0000_s116825" name="Equation" r:id="rId7" imgW="533160" imgH="279360" progId="Equation.DSMT4">
                  <p:embed/>
                </p:oleObj>
              </mc:Choice>
              <mc:Fallback>
                <p:oleObj name="Equation" r:id="rId7" imgW="533160" imgH="279360" progId="Equation.DSMT4">
                  <p:embed/>
                  <p:pic>
                    <p:nvPicPr>
                      <p:cNvPr id="0" name="Object 3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41925" y="2451100"/>
                        <a:ext cx="5334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35"/>
          <p:cNvSpPr txBox="1">
            <a:spLocks noChangeArrowheads="1"/>
          </p:cNvSpPr>
          <p:nvPr/>
        </p:nvSpPr>
        <p:spPr bwMode="auto">
          <a:xfrm>
            <a:off x="737870" y="3288665"/>
            <a:ext cx="7705090" cy="1477328"/>
          </a:xfrm>
          <a:prstGeom prst="rect">
            <a:avLst/>
          </a:prstGeom>
          <a:ln>
            <a:headEnd/>
            <a:tailEnd/>
          </a:ln>
          <a:scene3d>
            <a:camera prst="orthographicFront"/>
            <a:lightRig rig="threePt" dir="t"/>
          </a:scene3d>
          <a:sp3d>
            <a:bevelT w="165100" prst="coolSlant"/>
          </a:sp3d>
        </p:spPr>
        <p:style>
          <a:lnRef idx="1">
            <a:schemeClr val="accent5"/>
          </a:lnRef>
          <a:fillRef idx="2">
            <a:schemeClr val="accent5"/>
          </a:fillRef>
          <a:effectRef idx="1">
            <a:schemeClr val="accent5"/>
          </a:effectRef>
          <a:fontRef idx="minor">
            <a:schemeClr val="dk1"/>
          </a:fontRef>
        </p:style>
        <p:txBody>
          <a:bodyPr wrap="square">
            <a:spAutoFit/>
          </a:bodyPr>
          <a:lstStyle/>
          <a:p>
            <a:pPr algn="l">
              <a:lnSpc>
                <a:spcPct val="150000"/>
              </a:lnSpc>
            </a:pPr>
            <a:r>
              <a:rPr lang="zh-CN" altLang="en-US" sz="2000" dirty="0" smtClean="0">
                <a:solidFill>
                  <a:schemeClr val="dk1"/>
                </a:solidFill>
                <a:latin typeface="Calibri" pitchFamily="34" charset="0"/>
                <a:ea typeface="宋体" pitchFamily="2" charset="-122"/>
                <a:sym typeface="Symbol" pitchFamily="18" charset="2"/>
              </a:rPr>
              <a:t>必须指出，即使        与          的值相差不多，导数的近似值          与导数的真值          仍然可能差别很大，因而在使用求导公式时应特别注意误差分析</a:t>
            </a:r>
            <a:r>
              <a:rPr lang="en-US" altLang="zh-CN" sz="2000" dirty="0" smtClean="0">
                <a:solidFill>
                  <a:schemeClr val="dk1"/>
                </a:solidFill>
                <a:latin typeface="Calibri" pitchFamily="34" charset="0"/>
                <a:ea typeface="宋体" pitchFamily="2" charset="-122"/>
                <a:sym typeface="Symbol" pitchFamily="18" charset="2"/>
              </a:rPr>
              <a:t>.           </a:t>
            </a:r>
          </a:p>
        </p:txBody>
      </p:sp>
      <p:graphicFrame>
        <p:nvGraphicFramePr>
          <p:cNvPr id="116742" name="Object 36"/>
          <p:cNvGraphicFramePr>
            <a:graphicFrameLocks noChangeAspect="1"/>
          </p:cNvGraphicFramePr>
          <p:nvPr/>
        </p:nvGraphicFramePr>
        <p:xfrm>
          <a:off x="2576195" y="3477895"/>
          <a:ext cx="482600" cy="266700"/>
        </p:xfrm>
        <a:graphic>
          <a:graphicData uri="http://schemas.openxmlformats.org/presentationml/2006/ole">
            <mc:AlternateContent xmlns:mc="http://schemas.openxmlformats.org/markup-compatibility/2006">
              <mc:Choice xmlns:v="urn:schemas-microsoft-com:vml" Requires="v">
                <p:oleObj spid="_x0000_s116826" name="Equation" r:id="rId9" imgW="482400" imgH="266400" progId="Equation.DSMT4">
                  <p:embed/>
                </p:oleObj>
              </mc:Choice>
              <mc:Fallback>
                <p:oleObj name="Equation" r:id="rId9" imgW="482400" imgH="266400" progId="Equation.DSMT4">
                  <p:embed/>
                  <p:pic>
                    <p:nvPicPr>
                      <p:cNvPr id="0" name="Object 3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76195" y="3477895"/>
                        <a:ext cx="48260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43" name="Object 31"/>
          <p:cNvGraphicFramePr>
            <a:graphicFrameLocks noChangeAspect="1"/>
          </p:cNvGraphicFramePr>
          <p:nvPr/>
        </p:nvGraphicFramePr>
        <p:xfrm>
          <a:off x="3329940" y="3467735"/>
          <a:ext cx="482600" cy="279400"/>
        </p:xfrm>
        <a:graphic>
          <a:graphicData uri="http://schemas.openxmlformats.org/presentationml/2006/ole">
            <mc:AlternateContent xmlns:mc="http://schemas.openxmlformats.org/markup-compatibility/2006">
              <mc:Choice xmlns:v="urn:schemas-microsoft-com:vml" Requires="v">
                <p:oleObj spid="_x0000_s116827" name="Equation" r:id="rId11" imgW="482400" imgH="279360" progId="Equation.DSMT4">
                  <p:embed/>
                </p:oleObj>
              </mc:Choice>
              <mc:Fallback>
                <p:oleObj name="Equation" r:id="rId11" imgW="482400" imgH="27936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9940" y="3467735"/>
                        <a:ext cx="4826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44" name="Object 32"/>
          <p:cNvGraphicFramePr>
            <a:graphicFrameLocks noChangeAspect="1"/>
          </p:cNvGraphicFramePr>
          <p:nvPr/>
        </p:nvGraphicFramePr>
        <p:xfrm>
          <a:off x="7188518" y="3455670"/>
          <a:ext cx="515937" cy="288925"/>
        </p:xfrm>
        <a:graphic>
          <a:graphicData uri="http://schemas.openxmlformats.org/presentationml/2006/ole">
            <mc:AlternateContent xmlns:mc="http://schemas.openxmlformats.org/markup-compatibility/2006">
              <mc:Choice xmlns:v="urn:schemas-microsoft-com:vml" Requires="v">
                <p:oleObj spid="_x0000_s116828" name="Equation" r:id="rId12" imgW="431640" imgH="241200" progId="Equation.DSMT4">
                  <p:embed/>
                </p:oleObj>
              </mc:Choice>
              <mc:Fallback>
                <p:oleObj name="Equation" r:id="rId12" imgW="431640" imgH="241200"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88518" y="3455670"/>
                        <a:ext cx="515937"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6745" name="Object 33"/>
          <p:cNvGraphicFramePr>
            <a:graphicFrameLocks noChangeAspect="1"/>
          </p:cNvGraphicFramePr>
          <p:nvPr/>
        </p:nvGraphicFramePr>
        <p:xfrm>
          <a:off x="1851025" y="3906520"/>
          <a:ext cx="533400" cy="279400"/>
        </p:xfrm>
        <a:graphic>
          <a:graphicData uri="http://schemas.openxmlformats.org/presentationml/2006/ole">
            <mc:AlternateContent xmlns:mc="http://schemas.openxmlformats.org/markup-compatibility/2006">
              <mc:Choice xmlns:v="urn:schemas-microsoft-com:vml" Requires="v">
                <p:oleObj spid="_x0000_s116829" name="Equation" r:id="rId13" imgW="533160" imgH="279360" progId="Equation.DSMT4">
                  <p:embed/>
                </p:oleObj>
              </mc:Choice>
              <mc:Fallback>
                <p:oleObj name="Equation" r:id="rId13" imgW="533160" imgH="279360" progId="Equation.DSMT4">
                  <p:embed/>
                  <p:pic>
                    <p:nvPicPr>
                      <p:cNvPr id="0"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51025" y="3906520"/>
                        <a:ext cx="533400" cy="279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blinds(horizontal)">
                                      <p:cBhvr>
                                        <p:cTn id="22" dur="500"/>
                                        <p:tgtEl>
                                          <p:spTgt spid="6"/>
                                        </p:tgtEl>
                                      </p:cBhvr>
                                    </p:animEffect>
                                  </p:childTnLst>
                                </p:cTn>
                              </p:par>
                              <p:par>
                                <p:cTn id="23" presetID="3" presetClass="entr" presetSubtype="1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linds(horizontal)">
                                      <p:cBhvr>
                                        <p:cTn id="28" dur="500"/>
                                        <p:tgtEl>
                                          <p:spTgt spid="8"/>
                                        </p:tgtEl>
                                      </p:cBhvr>
                                    </p:animEffect>
                                  </p:childTnLst>
                                </p:cTn>
                              </p:par>
                              <p:par>
                                <p:cTn id="29" presetID="3" presetClass="entr" presetSubtype="10" fill="hold" nodeType="withEffect">
                                  <p:stCondLst>
                                    <p:cond delay="0"/>
                                  </p:stCondLst>
                                  <p:childTnLst>
                                    <p:set>
                                      <p:cBhvr>
                                        <p:cTn id="30" dur="1" fill="hold">
                                          <p:stCondLst>
                                            <p:cond delay="0"/>
                                          </p:stCondLst>
                                        </p:cTn>
                                        <p:tgtEl>
                                          <p:spTgt spid="116739"/>
                                        </p:tgtEl>
                                        <p:attrNameLst>
                                          <p:attrName>style.visibility</p:attrName>
                                        </p:attrNameLst>
                                      </p:cBhvr>
                                      <p:to>
                                        <p:strVal val="visible"/>
                                      </p:to>
                                    </p:set>
                                    <p:animEffect transition="in" filter="blinds(horizontal)">
                                      <p:cBhvr>
                                        <p:cTn id="31" dur="500"/>
                                        <p:tgtEl>
                                          <p:spTgt spid="116739"/>
                                        </p:tgtEl>
                                      </p:cBhvr>
                                    </p:animEffect>
                                  </p:childTnLst>
                                </p:cTn>
                              </p:par>
                              <p:par>
                                <p:cTn id="32" presetID="3" presetClass="entr" presetSubtype="10" fill="hold" nodeType="withEffect">
                                  <p:stCondLst>
                                    <p:cond delay="0"/>
                                  </p:stCondLst>
                                  <p:childTnLst>
                                    <p:set>
                                      <p:cBhvr>
                                        <p:cTn id="33" dur="1" fill="hold">
                                          <p:stCondLst>
                                            <p:cond delay="0"/>
                                          </p:stCondLst>
                                        </p:cTn>
                                        <p:tgtEl>
                                          <p:spTgt spid="116740"/>
                                        </p:tgtEl>
                                        <p:attrNameLst>
                                          <p:attrName>style.visibility</p:attrName>
                                        </p:attrNameLst>
                                      </p:cBhvr>
                                      <p:to>
                                        <p:strVal val="visible"/>
                                      </p:to>
                                    </p:set>
                                    <p:animEffect transition="in" filter="blinds(horizontal)">
                                      <p:cBhvr>
                                        <p:cTn id="34" dur="500"/>
                                        <p:tgtEl>
                                          <p:spTgt spid="116740"/>
                                        </p:tgtEl>
                                      </p:cBhvr>
                                    </p:animEffect>
                                  </p:childTnLst>
                                </p:cTn>
                              </p:par>
                              <p:par>
                                <p:cTn id="35" presetID="3" presetClass="entr" presetSubtype="10" fill="hold" nodeType="withEffect">
                                  <p:stCondLst>
                                    <p:cond delay="0"/>
                                  </p:stCondLst>
                                  <p:childTnLst>
                                    <p:set>
                                      <p:cBhvr>
                                        <p:cTn id="36" dur="1" fill="hold">
                                          <p:stCondLst>
                                            <p:cond delay="0"/>
                                          </p:stCondLst>
                                        </p:cTn>
                                        <p:tgtEl>
                                          <p:spTgt spid="116741"/>
                                        </p:tgtEl>
                                        <p:attrNameLst>
                                          <p:attrName>style.visibility</p:attrName>
                                        </p:attrNameLst>
                                      </p:cBhvr>
                                      <p:to>
                                        <p:strVal val="visible"/>
                                      </p:to>
                                    </p:set>
                                    <p:animEffect transition="in" filter="blinds(horizontal)">
                                      <p:cBhvr>
                                        <p:cTn id="37" dur="500"/>
                                        <p:tgtEl>
                                          <p:spTgt spid="116741"/>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linds(horizontal)">
                                      <p:cBhvr>
                                        <p:cTn id="42" dur="500"/>
                                        <p:tgtEl>
                                          <p:spTgt spid="12"/>
                                        </p:tgtEl>
                                      </p:cBhvr>
                                    </p:animEffect>
                                  </p:childTnLst>
                                </p:cTn>
                              </p:par>
                              <p:par>
                                <p:cTn id="43" presetID="3" presetClass="entr" presetSubtype="10" fill="hold" nodeType="withEffect">
                                  <p:stCondLst>
                                    <p:cond delay="0"/>
                                  </p:stCondLst>
                                  <p:childTnLst>
                                    <p:set>
                                      <p:cBhvr>
                                        <p:cTn id="44" dur="1" fill="hold">
                                          <p:stCondLst>
                                            <p:cond delay="0"/>
                                          </p:stCondLst>
                                        </p:cTn>
                                        <p:tgtEl>
                                          <p:spTgt spid="116742"/>
                                        </p:tgtEl>
                                        <p:attrNameLst>
                                          <p:attrName>style.visibility</p:attrName>
                                        </p:attrNameLst>
                                      </p:cBhvr>
                                      <p:to>
                                        <p:strVal val="visible"/>
                                      </p:to>
                                    </p:set>
                                    <p:animEffect transition="in" filter="blinds(horizontal)">
                                      <p:cBhvr>
                                        <p:cTn id="45" dur="500"/>
                                        <p:tgtEl>
                                          <p:spTgt spid="116742"/>
                                        </p:tgtEl>
                                      </p:cBhvr>
                                    </p:animEffect>
                                  </p:childTnLst>
                                </p:cTn>
                              </p:par>
                              <p:par>
                                <p:cTn id="46" presetID="3" presetClass="entr" presetSubtype="10" fill="hold" nodeType="withEffect">
                                  <p:stCondLst>
                                    <p:cond delay="0"/>
                                  </p:stCondLst>
                                  <p:childTnLst>
                                    <p:set>
                                      <p:cBhvr>
                                        <p:cTn id="47" dur="1" fill="hold">
                                          <p:stCondLst>
                                            <p:cond delay="0"/>
                                          </p:stCondLst>
                                        </p:cTn>
                                        <p:tgtEl>
                                          <p:spTgt spid="116743"/>
                                        </p:tgtEl>
                                        <p:attrNameLst>
                                          <p:attrName>style.visibility</p:attrName>
                                        </p:attrNameLst>
                                      </p:cBhvr>
                                      <p:to>
                                        <p:strVal val="visible"/>
                                      </p:to>
                                    </p:set>
                                    <p:animEffect transition="in" filter="blinds(horizontal)">
                                      <p:cBhvr>
                                        <p:cTn id="48" dur="500"/>
                                        <p:tgtEl>
                                          <p:spTgt spid="116743"/>
                                        </p:tgtEl>
                                      </p:cBhvr>
                                    </p:animEffect>
                                  </p:childTnLst>
                                </p:cTn>
                              </p:par>
                              <p:par>
                                <p:cTn id="49" presetID="3" presetClass="entr" presetSubtype="10" fill="hold" nodeType="withEffect">
                                  <p:stCondLst>
                                    <p:cond delay="0"/>
                                  </p:stCondLst>
                                  <p:childTnLst>
                                    <p:set>
                                      <p:cBhvr>
                                        <p:cTn id="50" dur="1" fill="hold">
                                          <p:stCondLst>
                                            <p:cond delay="0"/>
                                          </p:stCondLst>
                                        </p:cTn>
                                        <p:tgtEl>
                                          <p:spTgt spid="116744"/>
                                        </p:tgtEl>
                                        <p:attrNameLst>
                                          <p:attrName>style.visibility</p:attrName>
                                        </p:attrNameLst>
                                      </p:cBhvr>
                                      <p:to>
                                        <p:strVal val="visible"/>
                                      </p:to>
                                    </p:set>
                                    <p:animEffect transition="in" filter="blinds(horizontal)">
                                      <p:cBhvr>
                                        <p:cTn id="51" dur="500"/>
                                        <p:tgtEl>
                                          <p:spTgt spid="116744"/>
                                        </p:tgtEl>
                                      </p:cBhvr>
                                    </p:animEffect>
                                  </p:childTnLst>
                                </p:cTn>
                              </p:par>
                              <p:par>
                                <p:cTn id="52" presetID="3" presetClass="entr" presetSubtype="10" fill="hold" nodeType="withEffect">
                                  <p:stCondLst>
                                    <p:cond delay="0"/>
                                  </p:stCondLst>
                                  <p:childTnLst>
                                    <p:set>
                                      <p:cBhvr>
                                        <p:cTn id="53" dur="1" fill="hold">
                                          <p:stCondLst>
                                            <p:cond delay="0"/>
                                          </p:stCondLst>
                                        </p:cTn>
                                        <p:tgtEl>
                                          <p:spTgt spid="116745"/>
                                        </p:tgtEl>
                                        <p:attrNameLst>
                                          <p:attrName>style.visibility</p:attrName>
                                        </p:attrNameLst>
                                      </p:cBhvr>
                                      <p:to>
                                        <p:strVal val="visible"/>
                                      </p:to>
                                    </p:set>
                                    <p:animEffect transition="in" filter="blinds(horizontal)">
                                      <p:cBhvr>
                                        <p:cTn id="54" dur="500"/>
                                        <p:tgtEl>
                                          <p:spTgt spid="1167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6" grpId="0"/>
      <p:bldP spid="8" grpId="0"/>
      <p:bldP spid="12" grpId="0" animBg="1"/>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插值型数值微分</a:t>
            </a:r>
            <a:endParaRPr lang="zh-CN" altLang="en-US" sz="2000" b="1" dirty="0">
              <a:solidFill>
                <a:srgbClr val="314865"/>
              </a:solidFill>
              <a:latin typeface="+mj-ea"/>
            </a:endParaRPr>
          </a:p>
        </p:txBody>
      </p:sp>
      <p:sp>
        <p:nvSpPr>
          <p:cNvPr id="5" name="Text Box 2"/>
          <p:cNvSpPr txBox="1">
            <a:spLocks noChangeArrowheads="1"/>
          </p:cNvSpPr>
          <p:nvPr/>
        </p:nvSpPr>
        <p:spPr bwMode="auto">
          <a:xfrm>
            <a:off x="454025" y="737870"/>
            <a:ext cx="8039735" cy="400110"/>
          </a:xfrm>
          <a:prstGeom prst="rect">
            <a:avLst/>
          </a:prstGeom>
          <a:noFill/>
          <a:ln w="9525">
            <a:noFill/>
            <a:miter lim="800000"/>
            <a:headEnd/>
            <a:tailEnd/>
          </a:ln>
        </p:spPr>
        <p:txBody>
          <a:bodyPr wrap="square">
            <a:spAutoFit/>
          </a:bodyPr>
          <a:lstStyle/>
          <a:p>
            <a:pPr algn="l"/>
            <a:r>
              <a:rPr lang="zh-CN" altLang="en-US" sz="2000" dirty="0" smtClean="0">
                <a:solidFill>
                  <a:schemeClr val="dk1"/>
                </a:solidFill>
                <a:latin typeface="Calibri" pitchFamily="34" charset="0"/>
                <a:ea typeface="宋体" pitchFamily="2" charset="-122"/>
                <a:sym typeface="Symbol" pitchFamily="18" charset="2"/>
              </a:rPr>
              <a:t>插值余项                                                       ，</a:t>
            </a:r>
          </a:p>
        </p:txBody>
      </p:sp>
      <p:graphicFrame>
        <p:nvGraphicFramePr>
          <p:cNvPr id="117762" name="Object 13"/>
          <p:cNvGraphicFramePr>
            <a:graphicFrameLocks noChangeAspect="1"/>
          </p:cNvGraphicFramePr>
          <p:nvPr/>
        </p:nvGraphicFramePr>
        <p:xfrm>
          <a:off x="1770698" y="635953"/>
          <a:ext cx="2895600" cy="635000"/>
        </p:xfrm>
        <a:graphic>
          <a:graphicData uri="http://schemas.openxmlformats.org/presentationml/2006/ole">
            <mc:AlternateContent xmlns:mc="http://schemas.openxmlformats.org/markup-compatibility/2006">
              <mc:Choice xmlns:v="urn:schemas-microsoft-com:vml" Requires="v">
                <p:oleObj spid="_x0000_s117871" name="Equation" r:id="rId3" imgW="2895480" imgH="634680" progId="Equation.DSMT4">
                  <p:embed/>
                </p:oleObj>
              </mc:Choice>
              <mc:Fallback>
                <p:oleObj name="Equation" r:id="rId3" imgW="2895480" imgH="63468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70698" y="635953"/>
                        <a:ext cx="2895600" cy="635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extBox 15"/>
          <p:cNvSpPr txBox="1">
            <a:spLocks noChangeArrowheads="1"/>
          </p:cNvSpPr>
          <p:nvPr/>
        </p:nvSpPr>
        <p:spPr bwMode="auto">
          <a:xfrm>
            <a:off x="496570" y="1323975"/>
            <a:ext cx="8098790" cy="400110"/>
          </a:xfrm>
          <a:prstGeom prst="rect">
            <a:avLst/>
          </a:prstGeom>
          <a:noFill/>
          <a:ln w="9525">
            <a:noFill/>
            <a:miter lim="800000"/>
            <a:headEnd/>
            <a:tailEnd/>
          </a:ln>
        </p:spPr>
        <p:txBody>
          <a:bodyPr wrap="square">
            <a:spAutoFit/>
          </a:bodyPr>
          <a:lstStyle/>
          <a:p>
            <a:r>
              <a:rPr lang="zh-CN" altLang="en-US" sz="2000" dirty="0" smtClean="0">
                <a:solidFill>
                  <a:schemeClr val="dk1"/>
                </a:solidFill>
                <a:latin typeface="Calibri" pitchFamily="34" charset="0"/>
                <a:ea typeface="宋体" pitchFamily="2" charset="-122"/>
                <a:sym typeface="Symbol" pitchFamily="18" charset="2"/>
              </a:rPr>
              <a:t>所以，求导公式的余项为                                                                                    ，</a:t>
            </a:r>
          </a:p>
        </p:txBody>
      </p:sp>
      <p:graphicFrame>
        <p:nvGraphicFramePr>
          <p:cNvPr id="117763" name="Object 3"/>
          <p:cNvGraphicFramePr>
            <a:graphicFrameLocks noChangeAspect="1"/>
          </p:cNvGraphicFramePr>
          <p:nvPr/>
        </p:nvGraphicFramePr>
        <p:xfrm>
          <a:off x="3465195" y="1224280"/>
          <a:ext cx="4667250" cy="638175"/>
        </p:xfrm>
        <a:graphic>
          <a:graphicData uri="http://schemas.openxmlformats.org/presentationml/2006/ole">
            <mc:AlternateContent xmlns:mc="http://schemas.openxmlformats.org/markup-compatibility/2006">
              <mc:Choice xmlns:v="urn:schemas-microsoft-com:vml" Requires="v">
                <p:oleObj spid="_x0000_s117872" name="Equation" r:id="rId5" imgW="4279680" imgH="583920" progId="Equation.DSMT4">
                  <p:embed/>
                </p:oleObj>
              </mc:Choice>
              <mc:Fallback>
                <p:oleObj name="Equation" r:id="rId5" imgW="4279680" imgH="58392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65195" y="1224280"/>
                        <a:ext cx="4667250" cy="638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6"/>
          <p:cNvSpPr txBox="1">
            <a:spLocks noChangeArrowheads="1"/>
          </p:cNvSpPr>
          <p:nvPr/>
        </p:nvSpPr>
        <p:spPr bwMode="auto">
          <a:xfrm>
            <a:off x="504825" y="1916113"/>
            <a:ext cx="4724400" cy="400110"/>
          </a:xfrm>
          <a:prstGeom prst="rect">
            <a:avLst/>
          </a:prstGeom>
          <a:noFill/>
          <a:ln w="9525">
            <a:noFill/>
            <a:miter lim="800000"/>
            <a:headEnd/>
            <a:tailEnd/>
          </a:ln>
        </p:spPr>
        <p:txBody>
          <a:bodyPr>
            <a:spAutoFit/>
          </a:bodyPr>
          <a:lstStyle/>
          <a:p>
            <a:pPr algn="l"/>
            <a:r>
              <a:rPr lang="zh-CN" altLang="en-US" sz="2000" dirty="0" smtClean="0">
                <a:solidFill>
                  <a:schemeClr val="dk1"/>
                </a:solidFill>
                <a:latin typeface="Calibri" pitchFamily="34" charset="0"/>
                <a:ea typeface="宋体" pitchFamily="2" charset="-122"/>
                <a:sym typeface="Symbol" pitchFamily="18" charset="2"/>
              </a:rPr>
              <a:t>式中                                    </a:t>
            </a:r>
            <a:r>
              <a:rPr lang="en-US" altLang="zh-CN" sz="2000" dirty="0" smtClean="0">
                <a:solidFill>
                  <a:schemeClr val="dk1"/>
                </a:solidFill>
                <a:latin typeface="Calibri" pitchFamily="34" charset="0"/>
                <a:ea typeface="宋体" pitchFamily="2" charset="-122"/>
                <a:sym typeface="Symbol" pitchFamily="18" charset="2"/>
              </a:rPr>
              <a:t>.</a:t>
            </a:r>
            <a:endParaRPr lang="zh-CN" altLang="en-US" sz="2000" dirty="0" smtClean="0">
              <a:solidFill>
                <a:schemeClr val="dk1"/>
              </a:solidFill>
              <a:latin typeface="Calibri" pitchFamily="34" charset="0"/>
              <a:ea typeface="宋体" pitchFamily="2" charset="-122"/>
              <a:sym typeface="Symbol" pitchFamily="18" charset="2"/>
            </a:endParaRPr>
          </a:p>
        </p:txBody>
      </p:sp>
      <p:graphicFrame>
        <p:nvGraphicFramePr>
          <p:cNvPr id="117765" name="Object 4"/>
          <p:cNvGraphicFramePr>
            <a:graphicFrameLocks noChangeAspect="1"/>
          </p:cNvGraphicFramePr>
          <p:nvPr/>
        </p:nvGraphicFramePr>
        <p:xfrm>
          <a:off x="1185228" y="1793875"/>
          <a:ext cx="1866900" cy="622300"/>
        </p:xfrm>
        <a:graphic>
          <a:graphicData uri="http://schemas.openxmlformats.org/presentationml/2006/ole">
            <mc:AlternateContent xmlns:mc="http://schemas.openxmlformats.org/markup-compatibility/2006">
              <mc:Choice xmlns:v="urn:schemas-microsoft-com:vml" Requires="v">
                <p:oleObj spid="_x0000_s117873" name="Equation" r:id="rId7" imgW="1866600" imgH="622080" progId="Equation.DSMT4">
                  <p:embed/>
                </p:oleObj>
              </mc:Choice>
              <mc:Fallback>
                <p:oleObj name="Equation" r:id="rId7" imgW="1866600" imgH="62208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5228" y="1793875"/>
                        <a:ext cx="1866900"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Text Box 7"/>
          <p:cNvSpPr txBox="1">
            <a:spLocks noChangeArrowheads="1"/>
          </p:cNvSpPr>
          <p:nvPr/>
        </p:nvSpPr>
        <p:spPr bwMode="auto">
          <a:xfrm>
            <a:off x="456248" y="2370455"/>
            <a:ext cx="8497887" cy="1477328"/>
          </a:xfrm>
          <a:prstGeom prst="rect">
            <a:avLst/>
          </a:prstGeom>
          <a:noFill/>
          <a:ln w="9525">
            <a:noFill/>
            <a:miter lim="800000"/>
            <a:headEnd/>
            <a:tailEnd/>
          </a:ln>
        </p:spPr>
        <p:txBody>
          <a:bodyPr>
            <a:spAutoFit/>
          </a:bodyPr>
          <a:lstStyle/>
          <a:p>
            <a:pPr algn="l">
              <a:lnSpc>
                <a:spcPct val="150000"/>
              </a:lnSpc>
              <a:defRPr/>
            </a:pPr>
            <a:r>
              <a:rPr lang="zh-CN" altLang="en-US" sz="2000" dirty="0">
                <a:solidFill>
                  <a:schemeClr val="dk1"/>
                </a:solidFill>
                <a:latin typeface="Calibri" pitchFamily="34" charset="0"/>
                <a:ea typeface="宋体" pitchFamily="2" charset="-122"/>
                <a:sym typeface="Symbol" pitchFamily="18" charset="2"/>
              </a:rPr>
              <a:t>在此余项公式中，由于   是   的未知函数，我们无法</a:t>
            </a:r>
            <a:r>
              <a:rPr lang="zh-CN" altLang="en-US" sz="2000" dirty="0" smtClean="0">
                <a:solidFill>
                  <a:schemeClr val="dk1"/>
                </a:solidFill>
                <a:latin typeface="Calibri" pitchFamily="34" charset="0"/>
                <a:ea typeface="宋体" pitchFamily="2" charset="-122"/>
                <a:sym typeface="Symbol" pitchFamily="18" charset="2"/>
              </a:rPr>
              <a:t>对</a:t>
            </a:r>
            <a:endParaRPr lang="en-US" altLang="zh-CN" sz="2000" dirty="0" smtClean="0">
              <a:solidFill>
                <a:schemeClr val="dk1"/>
              </a:solidFill>
              <a:latin typeface="Calibri" pitchFamily="34" charset="0"/>
              <a:ea typeface="宋体" pitchFamily="2" charset="-122"/>
              <a:sym typeface="Symbol" pitchFamily="18" charset="2"/>
            </a:endParaRPr>
          </a:p>
          <a:p>
            <a:pPr algn="l">
              <a:lnSpc>
                <a:spcPct val="150000"/>
              </a:lnSpc>
              <a:defRPr/>
            </a:pPr>
            <a:r>
              <a:rPr lang="zh-CN" altLang="en-US" sz="2000" dirty="0" smtClean="0">
                <a:solidFill>
                  <a:schemeClr val="dk1"/>
                </a:solidFill>
                <a:latin typeface="Calibri" pitchFamily="34" charset="0"/>
                <a:ea typeface="宋体" pitchFamily="2" charset="-122"/>
                <a:sym typeface="Symbol" pitchFamily="18" charset="2"/>
              </a:rPr>
              <a:t>作出</a:t>
            </a:r>
            <a:r>
              <a:rPr lang="zh-CN" altLang="en-US" sz="2000" dirty="0">
                <a:solidFill>
                  <a:schemeClr val="dk1"/>
                </a:solidFill>
                <a:latin typeface="Calibri" pitchFamily="34" charset="0"/>
                <a:ea typeface="宋体" pitchFamily="2" charset="-122"/>
                <a:sym typeface="Symbol" pitchFamily="18" charset="2"/>
              </a:rPr>
              <a:t>进一步估计</a:t>
            </a:r>
            <a:r>
              <a:rPr lang="en-US" altLang="zh-CN" sz="2000" dirty="0">
                <a:solidFill>
                  <a:schemeClr val="dk1"/>
                </a:solidFill>
                <a:latin typeface="Calibri" pitchFamily="34" charset="0"/>
                <a:ea typeface="宋体" pitchFamily="2" charset="-122"/>
                <a:sym typeface="Symbol" pitchFamily="18" charset="2"/>
              </a:rPr>
              <a:t>. </a:t>
            </a:r>
            <a:r>
              <a:rPr lang="zh-CN" altLang="en-US" sz="2000" dirty="0">
                <a:solidFill>
                  <a:schemeClr val="dk1"/>
                </a:solidFill>
                <a:latin typeface="Calibri" pitchFamily="34" charset="0"/>
                <a:ea typeface="宋体" pitchFamily="2" charset="-122"/>
                <a:sym typeface="Symbol" pitchFamily="18" charset="2"/>
              </a:rPr>
              <a:t>但是，如果我们</a:t>
            </a:r>
            <a:r>
              <a:rPr lang="zh-CN" altLang="en-US" sz="2000" dirty="0" smtClean="0">
                <a:solidFill>
                  <a:schemeClr val="dk1"/>
                </a:solidFill>
                <a:latin typeface="Calibri" pitchFamily="34" charset="0"/>
                <a:ea typeface="宋体" pitchFamily="2" charset="-122"/>
                <a:sym typeface="Symbol" pitchFamily="18" charset="2"/>
              </a:rPr>
              <a:t>限定</a:t>
            </a:r>
            <a:r>
              <a:rPr lang="zh-CN" altLang="en-US" sz="2000" dirty="0">
                <a:solidFill>
                  <a:schemeClr val="dk1"/>
                </a:solidFill>
                <a:latin typeface="Calibri" pitchFamily="34" charset="0"/>
                <a:ea typeface="宋体" pitchFamily="2" charset="-122"/>
                <a:sym typeface="Symbol" pitchFamily="18" charset="2"/>
              </a:rPr>
              <a:t>求某个节点    处求导数，那么上面的第二项因式               变为零，这时有余项</a:t>
            </a:r>
            <a:r>
              <a:rPr lang="zh-CN" altLang="en-US" sz="2000" dirty="0" smtClean="0">
                <a:solidFill>
                  <a:schemeClr val="dk1"/>
                </a:solidFill>
                <a:latin typeface="Calibri" pitchFamily="34" charset="0"/>
                <a:ea typeface="宋体" pitchFamily="2" charset="-122"/>
                <a:sym typeface="Symbol" pitchFamily="18" charset="2"/>
              </a:rPr>
              <a:t>公式</a:t>
            </a:r>
            <a:endParaRPr lang="en-US" altLang="zh-CN" sz="2000" dirty="0">
              <a:solidFill>
                <a:schemeClr val="dk1"/>
              </a:solidFill>
              <a:latin typeface="Calibri" pitchFamily="34" charset="0"/>
              <a:ea typeface="宋体" pitchFamily="2" charset="-122"/>
              <a:sym typeface="Symbol" pitchFamily="18" charset="2"/>
            </a:endParaRPr>
          </a:p>
        </p:txBody>
      </p:sp>
      <p:graphicFrame>
        <p:nvGraphicFramePr>
          <p:cNvPr id="117766" name="Object 8"/>
          <p:cNvGraphicFramePr>
            <a:graphicFrameLocks noChangeAspect="1"/>
          </p:cNvGraphicFramePr>
          <p:nvPr/>
        </p:nvGraphicFramePr>
        <p:xfrm>
          <a:off x="6511925" y="2406333"/>
          <a:ext cx="1716088" cy="633412"/>
        </p:xfrm>
        <a:graphic>
          <a:graphicData uri="http://schemas.openxmlformats.org/presentationml/2006/ole">
            <mc:AlternateContent xmlns:mc="http://schemas.openxmlformats.org/markup-compatibility/2006">
              <mc:Choice xmlns:v="urn:schemas-microsoft-com:vml" Requires="v">
                <p:oleObj spid="_x0000_s117874" name="Equation" r:id="rId9" imgW="1511280" imgH="558720" progId="Equation.DSMT4">
                  <p:embed/>
                </p:oleObj>
              </mc:Choice>
              <mc:Fallback>
                <p:oleObj name="Equation" r:id="rId9" imgW="1511280" imgH="558720" progId="Equation.DSMT4">
                  <p:embed/>
                  <p:pic>
                    <p:nvPicPr>
                      <p:cNvPr id="0"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1925" y="2406333"/>
                        <a:ext cx="1716088" cy="6334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7" name="Object 4"/>
          <p:cNvGraphicFramePr>
            <a:graphicFrameLocks noChangeAspect="1"/>
          </p:cNvGraphicFramePr>
          <p:nvPr/>
        </p:nvGraphicFramePr>
        <p:xfrm>
          <a:off x="3095308" y="2553970"/>
          <a:ext cx="165100" cy="266700"/>
        </p:xfrm>
        <a:graphic>
          <a:graphicData uri="http://schemas.openxmlformats.org/presentationml/2006/ole">
            <mc:AlternateContent xmlns:mc="http://schemas.openxmlformats.org/markup-compatibility/2006">
              <mc:Choice xmlns:v="urn:schemas-microsoft-com:vml" Requires="v">
                <p:oleObj spid="_x0000_s117875" name="Equation" r:id="rId11" imgW="164880" imgH="266400" progId="Equation.DSMT4">
                  <p:embed/>
                </p:oleObj>
              </mc:Choice>
              <mc:Fallback>
                <p:oleObj name="Equation" r:id="rId11" imgW="164880" imgH="266400" progId="Equation.DSMT4">
                  <p:embed/>
                  <p:pic>
                    <p:nvPicPr>
                      <p:cNvPr id="0" name="Picture 7"/>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95308" y="2553970"/>
                        <a:ext cx="16510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8" name="Object 4"/>
          <p:cNvGraphicFramePr>
            <a:graphicFrameLocks noChangeAspect="1"/>
          </p:cNvGraphicFramePr>
          <p:nvPr/>
        </p:nvGraphicFramePr>
        <p:xfrm>
          <a:off x="3524568" y="2590800"/>
          <a:ext cx="165100" cy="177800"/>
        </p:xfrm>
        <a:graphic>
          <a:graphicData uri="http://schemas.openxmlformats.org/presentationml/2006/ole">
            <mc:AlternateContent xmlns:mc="http://schemas.openxmlformats.org/markup-compatibility/2006">
              <mc:Choice xmlns:v="urn:schemas-microsoft-com:vml" Requires="v">
                <p:oleObj spid="_x0000_s117876" name="Equation" r:id="rId13" imgW="164880" imgH="177480" progId="Equation.DSMT4">
                  <p:embed/>
                </p:oleObj>
              </mc:Choice>
              <mc:Fallback>
                <p:oleObj name="Equation" r:id="rId13" imgW="164880" imgH="177480" progId="Equation.DSMT4">
                  <p:embed/>
                  <p:pic>
                    <p:nvPicPr>
                      <p:cNvPr id="0" name="Picture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24568" y="2590800"/>
                        <a:ext cx="1651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69" name="Object 4"/>
          <p:cNvGraphicFramePr>
            <a:graphicFrameLocks noChangeAspect="1"/>
          </p:cNvGraphicFramePr>
          <p:nvPr/>
        </p:nvGraphicFramePr>
        <p:xfrm>
          <a:off x="5994400" y="2962910"/>
          <a:ext cx="228600" cy="292100"/>
        </p:xfrm>
        <a:graphic>
          <a:graphicData uri="http://schemas.openxmlformats.org/presentationml/2006/ole">
            <mc:AlternateContent xmlns:mc="http://schemas.openxmlformats.org/markup-compatibility/2006">
              <mc:Choice xmlns:v="urn:schemas-microsoft-com:vml" Requires="v">
                <p:oleObj spid="_x0000_s117877" name="Equation" r:id="rId15" imgW="228600" imgH="291960" progId="Equation.DSMT4">
                  <p:embed/>
                </p:oleObj>
              </mc:Choice>
              <mc:Fallback>
                <p:oleObj name="Equation" r:id="rId15" imgW="228600" imgH="291960" progId="Equation.DSMT4">
                  <p:embed/>
                  <p:pic>
                    <p:nvPicPr>
                      <p:cNvPr id="0" name="Picture 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994400" y="2962910"/>
                        <a:ext cx="2286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70" name="Object 8"/>
          <p:cNvGraphicFramePr>
            <a:graphicFrameLocks noChangeAspect="1"/>
          </p:cNvGraphicFramePr>
          <p:nvPr/>
        </p:nvGraphicFramePr>
        <p:xfrm>
          <a:off x="1781175" y="3430588"/>
          <a:ext cx="777875" cy="317500"/>
        </p:xfrm>
        <a:graphic>
          <a:graphicData uri="http://schemas.openxmlformats.org/presentationml/2006/ole">
            <mc:AlternateContent xmlns:mc="http://schemas.openxmlformats.org/markup-compatibility/2006">
              <mc:Choice xmlns:v="urn:schemas-microsoft-com:vml" Requires="v">
                <p:oleObj spid="_x0000_s117878" name="Equation" r:id="rId17" imgW="685800" imgH="279360" progId="Equation.DSMT4">
                  <p:embed/>
                </p:oleObj>
              </mc:Choice>
              <mc:Fallback>
                <p:oleObj name="Equation" r:id="rId17" imgW="685800" imgH="279360" progId="Equation.DSMT4">
                  <p:embed/>
                  <p:pic>
                    <p:nvPicPr>
                      <p:cNvPr id="0" name="Picture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81175" y="3430588"/>
                        <a:ext cx="777875" cy="317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7771" name="Object 13"/>
          <p:cNvGraphicFramePr>
            <a:graphicFrameLocks noChangeAspect="1"/>
          </p:cNvGraphicFramePr>
          <p:nvPr/>
        </p:nvGraphicFramePr>
        <p:xfrm>
          <a:off x="1683068" y="3838575"/>
          <a:ext cx="4865687" cy="749300"/>
        </p:xfrm>
        <a:graphic>
          <a:graphicData uri="http://schemas.openxmlformats.org/presentationml/2006/ole">
            <mc:AlternateContent xmlns:mc="http://schemas.openxmlformats.org/markup-compatibility/2006">
              <mc:Choice xmlns:v="urn:schemas-microsoft-com:vml" Requires="v">
                <p:oleObj spid="_x0000_s117879" name="Equation" r:id="rId19" imgW="3301920" imgH="507960" progId="Equation.DSMT4">
                  <p:embed/>
                </p:oleObj>
              </mc:Choice>
              <mc:Fallback>
                <p:oleObj name="Equation" r:id="rId19" imgW="3301920" imgH="507960" progId="Equation.DSMT4">
                  <p:embed/>
                  <p:pic>
                    <p:nvPicPr>
                      <p:cNvPr id="0" name="Picture 11"/>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683068" y="3838575"/>
                        <a:ext cx="4865687"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插值型数值微分</a:t>
            </a:r>
            <a:endParaRPr lang="zh-CN" altLang="en-US" sz="2000" b="1" dirty="0">
              <a:solidFill>
                <a:srgbClr val="314865"/>
              </a:solidFill>
              <a:latin typeface="+mj-ea"/>
            </a:endParaRPr>
          </a:p>
        </p:txBody>
      </p:sp>
      <p:sp>
        <p:nvSpPr>
          <p:cNvPr id="5" name="Text Box 2"/>
          <p:cNvSpPr txBox="1">
            <a:spLocks noChangeArrowheads="1"/>
          </p:cNvSpPr>
          <p:nvPr/>
        </p:nvSpPr>
        <p:spPr bwMode="auto">
          <a:xfrm>
            <a:off x="492760" y="670560"/>
            <a:ext cx="8021320" cy="400110"/>
          </a:xfrm>
          <a:prstGeom prst="rect">
            <a:avLst/>
          </a:prstGeom>
          <a:ln>
            <a:headEnd/>
            <a:tailEnd/>
          </a:ln>
          <a:scene3d>
            <a:camera prst="orthographicFront"/>
            <a:lightRig rig="threePt" dir="t"/>
          </a:scene3d>
          <a:sp3d>
            <a:bevelT w="165100" prst="coolSlant"/>
          </a:sp3d>
        </p:spPr>
        <p:style>
          <a:lnRef idx="1">
            <a:schemeClr val="accent3"/>
          </a:lnRef>
          <a:fillRef idx="2">
            <a:schemeClr val="accent3"/>
          </a:fillRef>
          <a:effectRef idx="1">
            <a:schemeClr val="accent3"/>
          </a:effectRef>
          <a:fontRef idx="minor">
            <a:schemeClr val="dk1"/>
          </a:fontRef>
        </p:style>
        <p:txBody>
          <a:bodyPr wrap="square">
            <a:spAutoFit/>
          </a:bodyPr>
          <a:lstStyle/>
          <a:p>
            <a:pPr algn="l"/>
            <a:r>
              <a:rPr lang="zh-CN" altLang="en-US" sz="2000" dirty="0">
                <a:solidFill>
                  <a:schemeClr val="dk1"/>
                </a:solidFill>
                <a:latin typeface="Calibri" pitchFamily="34" charset="0"/>
                <a:ea typeface="宋体" pitchFamily="2" charset="-122"/>
                <a:sym typeface="Symbol" pitchFamily="18" charset="2"/>
              </a:rPr>
              <a:t>考察节点处的导数值，假定所给节点是等距的</a:t>
            </a:r>
            <a:r>
              <a:rPr lang="en-US" altLang="zh-CN" sz="2000" dirty="0">
                <a:solidFill>
                  <a:schemeClr val="dk1"/>
                </a:solidFill>
                <a:latin typeface="Calibri" pitchFamily="34" charset="0"/>
                <a:ea typeface="宋体" pitchFamily="2" charset="-122"/>
                <a:sym typeface="Symbol" pitchFamily="18" charset="2"/>
              </a:rPr>
              <a:t>.</a:t>
            </a:r>
          </a:p>
        </p:txBody>
      </p:sp>
      <p:sp>
        <p:nvSpPr>
          <p:cNvPr id="6" name="Text Box 3"/>
          <p:cNvSpPr txBox="1">
            <a:spLocks noChangeArrowheads="1"/>
          </p:cNvSpPr>
          <p:nvPr/>
        </p:nvSpPr>
        <p:spPr bwMode="auto">
          <a:xfrm>
            <a:off x="467360" y="1193800"/>
            <a:ext cx="1229360" cy="40011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l"/>
            <a:r>
              <a:rPr lang="zh-CN" altLang="en-US" sz="2000" dirty="0">
                <a:solidFill>
                  <a:schemeClr val="dk1"/>
                </a:solidFill>
                <a:latin typeface="Calibri" pitchFamily="34" charset="0"/>
                <a:ea typeface="宋体" pitchFamily="2" charset="-122"/>
                <a:sym typeface="Symbol" pitchFamily="18" charset="2"/>
              </a:rPr>
              <a:t>两点公式</a:t>
            </a:r>
          </a:p>
        </p:txBody>
      </p:sp>
      <p:sp>
        <p:nvSpPr>
          <p:cNvPr id="7" name="Text Box 4"/>
          <p:cNvSpPr txBox="1">
            <a:spLocks noChangeArrowheads="1"/>
          </p:cNvSpPr>
          <p:nvPr/>
        </p:nvSpPr>
        <p:spPr bwMode="auto">
          <a:xfrm>
            <a:off x="457200" y="1798320"/>
            <a:ext cx="8153400"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设已给出两个节点           </a:t>
            </a:r>
            <a:r>
              <a:rPr lang="zh-CN" altLang="en-US" sz="2000" dirty="0" smtClean="0">
                <a:solidFill>
                  <a:schemeClr val="dk1"/>
                </a:solidFill>
                <a:latin typeface="Calibri" pitchFamily="34" charset="0"/>
                <a:ea typeface="宋体" pitchFamily="2" charset="-122"/>
                <a:sym typeface="Symbol" pitchFamily="18" charset="2"/>
              </a:rPr>
              <a:t>上</a:t>
            </a:r>
            <a:r>
              <a:rPr lang="zh-CN" altLang="en-US" sz="2000" dirty="0">
                <a:solidFill>
                  <a:schemeClr val="dk1"/>
                </a:solidFill>
                <a:latin typeface="Calibri" pitchFamily="34" charset="0"/>
                <a:ea typeface="宋体" pitchFamily="2" charset="-122"/>
                <a:sym typeface="Symbol" pitchFamily="18" charset="2"/>
              </a:rPr>
              <a:t>的函数</a:t>
            </a:r>
            <a:r>
              <a:rPr lang="zh-CN" altLang="en-US" sz="2000" dirty="0" smtClean="0">
                <a:solidFill>
                  <a:schemeClr val="dk1"/>
                </a:solidFill>
                <a:latin typeface="Calibri" pitchFamily="34" charset="0"/>
                <a:ea typeface="宋体" pitchFamily="2" charset="-122"/>
                <a:sym typeface="Symbol" pitchFamily="18" charset="2"/>
              </a:rPr>
              <a:t>值                      </a:t>
            </a:r>
            <a:r>
              <a:rPr lang="zh-CN" altLang="en-US" sz="2000" dirty="0">
                <a:solidFill>
                  <a:schemeClr val="dk1"/>
                </a:solidFill>
                <a:latin typeface="Calibri" pitchFamily="34" charset="0"/>
                <a:ea typeface="宋体" pitchFamily="2" charset="-122"/>
                <a:sym typeface="Symbol" pitchFamily="18" charset="2"/>
              </a:rPr>
              <a:t>做线性插值得公式        </a:t>
            </a:r>
          </a:p>
        </p:txBody>
      </p:sp>
      <p:graphicFrame>
        <p:nvGraphicFramePr>
          <p:cNvPr id="118786" name="Object 10"/>
          <p:cNvGraphicFramePr>
            <a:graphicFrameLocks noChangeAspect="1"/>
          </p:cNvGraphicFramePr>
          <p:nvPr/>
        </p:nvGraphicFramePr>
        <p:xfrm>
          <a:off x="2154555" y="2180273"/>
          <a:ext cx="3057525" cy="565150"/>
        </p:xfrm>
        <a:graphic>
          <a:graphicData uri="http://schemas.openxmlformats.org/presentationml/2006/ole">
            <mc:AlternateContent xmlns:mc="http://schemas.openxmlformats.org/markup-compatibility/2006">
              <mc:Choice xmlns:v="urn:schemas-microsoft-com:vml" Requires="v">
                <p:oleObj spid="_x0000_s118894" name="Equation" r:id="rId3" imgW="3238200" imgH="622080" progId="Equation.DSMT4">
                  <p:embed/>
                </p:oleObj>
              </mc:Choice>
              <mc:Fallback>
                <p:oleObj name="Equation" r:id="rId3" imgW="3238200" imgH="622080" progId="Equation.DSMT4">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54555" y="2180273"/>
                        <a:ext cx="3057525" cy="565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87" name="Object 8"/>
          <p:cNvGraphicFramePr>
            <a:graphicFrameLocks noChangeAspect="1"/>
          </p:cNvGraphicFramePr>
          <p:nvPr/>
        </p:nvGraphicFramePr>
        <p:xfrm>
          <a:off x="2616200" y="1844040"/>
          <a:ext cx="546100" cy="292100"/>
        </p:xfrm>
        <a:graphic>
          <a:graphicData uri="http://schemas.openxmlformats.org/presentationml/2006/ole">
            <mc:AlternateContent xmlns:mc="http://schemas.openxmlformats.org/markup-compatibility/2006">
              <mc:Choice xmlns:v="urn:schemas-microsoft-com:vml" Requires="v">
                <p:oleObj spid="_x0000_s118895" name="Equation" r:id="rId5" imgW="545760" imgH="291960" progId="Equation.DSMT4">
                  <p:embed/>
                </p:oleObj>
              </mc:Choice>
              <mc:Fallback>
                <p:oleObj name="Equation" r:id="rId5" imgW="545760" imgH="291960" progId="Equation.DSMT4">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16200" y="1844040"/>
                        <a:ext cx="5461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88" name="Object 9"/>
          <p:cNvGraphicFramePr>
            <a:graphicFrameLocks noChangeAspect="1"/>
          </p:cNvGraphicFramePr>
          <p:nvPr/>
        </p:nvGraphicFramePr>
        <p:xfrm>
          <a:off x="4485640" y="1854200"/>
          <a:ext cx="1193800" cy="292100"/>
        </p:xfrm>
        <a:graphic>
          <a:graphicData uri="http://schemas.openxmlformats.org/presentationml/2006/ole">
            <mc:AlternateContent xmlns:mc="http://schemas.openxmlformats.org/markup-compatibility/2006">
              <mc:Choice xmlns:v="urn:schemas-microsoft-com:vml" Requires="v">
                <p:oleObj spid="_x0000_s118896" name="Equation" r:id="rId7" imgW="1193760" imgH="291960" progId="Equation.DSMT4">
                  <p:embed/>
                </p:oleObj>
              </mc:Choice>
              <mc:Fallback>
                <p:oleObj name="Equation" r:id="rId7" imgW="1193760" imgH="291960" progId="Equation.DSMT4">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85640" y="1854200"/>
                        <a:ext cx="11938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5"/>
          <p:cNvSpPr txBox="1">
            <a:spLocks noChangeArrowheads="1"/>
          </p:cNvSpPr>
          <p:nvPr/>
        </p:nvSpPr>
        <p:spPr bwMode="auto">
          <a:xfrm>
            <a:off x="543560" y="2692400"/>
            <a:ext cx="6172200"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对上式两端求导，</a:t>
            </a:r>
            <a:r>
              <a:rPr lang="zh-CN" altLang="en-US" sz="2000" dirty="0" smtClean="0">
                <a:solidFill>
                  <a:schemeClr val="dk1"/>
                </a:solidFill>
                <a:latin typeface="Calibri" pitchFamily="34" charset="0"/>
                <a:ea typeface="宋体" pitchFamily="2" charset="-122"/>
                <a:sym typeface="Symbol" pitchFamily="18" charset="2"/>
              </a:rPr>
              <a:t>记                     </a:t>
            </a:r>
            <a:r>
              <a:rPr lang="zh-CN" altLang="en-US" sz="2000" dirty="0">
                <a:solidFill>
                  <a:schemeClr val="dk1"/>
                </a:solidFill>
                <a:latin typeface="Calibri" pitchFamily="34" charset="0"/>
                <a:ea typeface="宋体" pitchFamily="2" charset="-122"/>
                <a:sym typeface="Symbol" pitchFamily="18" charset="2"/>
              </a:rPr>
              <a:t>， 有</a:t>
            </a:r>
          </a:p>
        </p:txBody>
      </p:sp>
      <p:graphicFrame>
        <p:nvGraphicFramePr>
          <p:cNvPr id="118789" name="Object 11"/>
          <p:cNvGraphicFramePr>
            <a:graphicFrameLocks noChangeAspect="1"/>
          </p:cNvGraphicFramePr>
          <p:nvPr/>
        </p:nvGraphicFramePr>
        <p:xfrm>
          <a:off x="3000058" y="2738438"/>
          <a:ext cx="1079500" cy="315912"/>
        </p:xfrm>
        <a:graphic>
          <a:graphicData uri="http://schemas.openxmlformats.org/presentationml/2006/ole">
            <mc:AlternateContent xmlns:mc="http://schemas.openxmlformats.org/markup-compatibility/2006">
              <mc:Choice xmlns:v="urn:schemas-microsoft-com:vml" Requires="v">
                <p:oleObj spid="_x0000_s118897" name="Equation" r:id="rId9" imgW="965160" imgH="291960" progId="Equation.DSMT4">
                  <p:embed/>
                </p:oleObj>
              </mc:Choice>
              <mc:Fallback>
                <p:oleObj name="Equation" r:id="rId9" imgW="965160" imgH="291960" progId="Equation.DSMT4">
                  <p:embed/>
                  <p:pic>
                    <p:nvPicPr>
                      <p:cNvPr id="0" name="Object 1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00058" y="2738438"/>
                        <a:ext cx="1079500" cy="315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0" name="Object 12"/>
          <p:cNvGraphicFramePr>
            <a:graphicFrameLocks noChangeAspect="1"/>
          </p:cNvGraphicFramePr>
          <p:nvPr/>
        </p:nvGraphicFramePr>
        <p:xfrm>
          <a:off x="4765675" y="2621280"/>
          <a:ext cx="2273300" cy="571500"/>
        </p:xfrm>
        <a:graphic>
          <a:graphicData uri="http://schemas.openxmlformats.org/presentationml/2006/ole">
            <mc:AlternateContent xmlns:mc="http://schemas.openxmlformats.org/markup-compatibility/2006">
              <mc:Choice xmlns:v="urn:schemas-microsoft-com:vml" Requires="v">
                <p:oleObj spid="_x0000_s118898" name="Equation" r:id="rId11" imgW="2273040" imgH="571320" progId="Equation.DSMT4">
                  <p:embed/>
                </p:oleObj>
              </mc:Choice>
              <mc:Fallback>
                <p:oleObj name="Equation" r:id="rId11" imgW="2273040" imgH="571320" progId="Equation.DSMT4">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65675" y="2621280"/>
                        <a:ext cx="22733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Text Box 6"/>
          <p:cNvSpPr txBox="1">
            <a:spLocks noChangeArrowheads="1"/>
          </p:cNvSpPr>
          <p:nvPr/>
        </p:nvSpPr>
        <p:spPr bwMode="auto">
          <a:xfrm>
            <a:off x="563880" y="3256280"/>
            <a:ext cx="4038600"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于是有下列求导公式</a:t>
            </a:r>
          </a:p>
        </p:txBody>
      </p:sp>
      <p:graphicFrame>
        <p:nvGraphicFramePr>
          <p:cNvPr id="118791" name="Object 13"/>
          <p:cNvGraphicFramePr>
            <a:graphicFrameLocks noChangeAspect="1"/>
          </p:cNvGraphicFramePr>
          <p:nvPr/>
        </p:nvGraphicFramePr>
        <p:xfrm>
          <a:off x="2981960" y="3185160"/>
          <a:ext cx="2349500" cy="571500"/>
        </p:xfrm>
        <a:graphic>
          <a:graphicData uri="http://schemas.openxmlformats.org/presentationml/2006/ole">
            <mc:AlternateContent xmlns:mc="http://schemas.openxmlformats.org/markup-compatibility/2006">
              <mc:Choice xmlns:v="urn:schemas-microsoft-com:vml" Requires="v">
                <p:oleObj spid="_x0000_s118899" name="Equation" r:id="rId13" imgW="2349360" imgH="571320" progId="Equation.DSMT4">
                  <p:embed/>
                </p:oleObj>
              </mc:Choice>
              <mc:Fallback>
                <p:oleObj name="Equation" r:id="rId13" imgW="2349360" imgH="571320" progId="Equation.DSMT4">
                  <p:embed/>
                  <p:pic>
                    <p:nvPicPr>
                      <p:cNvPr id="0" name="Object 1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81960" y="3185160"/>
                        <a:ext cx="23495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2" name="Object 14"/>
          <p:cNvGraphicFramePr>
            <a:graphicFrameLocks noChangeAspect="1"/>
          </p:cNvGraphicFramePr>
          <p:nvPr/>
        </p:nvGraphicFramePr>
        <p:xfrm>
          <a:off x="5466080" y="3205480"/>
          <a:ext cx="2324100" cy="571500"/>
        </p:xfrm>
        <a:graphic>
          <a:graphicData uri="http://schemas.openxmlformats.org/presentationml/2006/ole">
            <mc:AlternateContent xmlns:mc="http://schemas.openxmlformats.org/markup-compatibility/2006">
              <mc:Choice xmlns:v="urn:schemas-microsoft-com:vml" Requires="v">
                <p:oleObj spid="_x0000_s118900" name="Equation" r:id="rId15" imgW="2323800" imgH="571320" progId="Equation.DSMT4">
                  <p:embed/>
                </p:oleObj>
              </mc:Choice>
              <mc:Fallback>
                <p:oleObj name="Equation" r:id="rId15" imgW="2323800" imgH="571320" progId="Equation.DSMT4">
                  <p:embed/>
                  <p:pic>
                    <p:nvPicPr>
                      <p:cNvPr id="0" name="Object 14"/>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466080" y="3205480"/>
                        <a:ext cx="23241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ext Box 7"/>
          <p:cNvSpPr txBox="1">
            <a:spLocks noChangeArrowheads="1"/>
          </p:cNvSpPr>
          <p:nvPr/>
        </p:nvSpPr>
        <p:spPr bwMode="auto">
          <a:xfrm>
            <a:off x="645160" y="3891280"/>
            <a:ext cx="7620000"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再利用余项公式</a:t>
            </a:r>
            <a:r>
              <a:rPr lang="en-US" altLang="zh-CN" sz="2000" dirty="0" smtClean="0">
                <a:solidFill>
                  <a:schemeClr val="dk1"/>
                </a:solidFill>
                <a:latin typeface="Calibri" pitchFamily="34" charset="0"/>
                <a:ea typeface="宋体" pitchFamily="2" charset="-122"/>
                <a:sym typeface="Symbol" pitchFamily="18" charset="2"/>
              </a:rPr>
              <a:t>(1)</a:t>
            </a:r>
            <a:r>
              <a:rPr lang="zh-CN" altLang="en-US" sz="2000" dirty="0">
                <a:solidFill>
                  <a:schemeClr val="dk1"/>
                </a:solidFill>
                <a:latin typeface="Calibri" pitchFamily="34" charset="0"/>
                <a:ea typeface="宋体" pitchFamily="2" charset="-122"/>
                <a:sym typeface="Symbol" pitchFamily="18" charset="2"/>
              </a:rPr>
              <a:t>知，带余项的两点公式是</a:t>
            </a:r>
          </a:p>
        </p:txBody>
      </p:sp>
      <p:graphicFrame>
        <p:nvGraphicFramePr>
          <p:cNvPr id="118793" name="Object 15"/>
          <p:cNvGraphicFramePr>
            <a:graphicFrameLocks noChangeAspect="1"/>
          </p:cNvGraphicFramePr>
          <p:nvPr/>
        </p:nvGraphicFramePr>
        <p:xfrm>
          <a:off x="1092200" y="4239260"/>
          <a:ext cx="3276600" cy="571500"/>
        </p:xfrm>
        <a:graphic>
          <a:graphicData uri="http://schemas.openxmlformats.org/presentationml/2006/ole">
            <mc:AlternateContent xmlns:mc="http://schemas.openxmlformats.org/markup-compatibility/2006">
              <mc:Choice xmlns:v="urn:schemas-microsoft-com:vml" Requires="v">
                <p:oleObj spid="_x0000_s118901" name="Equation" r:id="rId17" imgW="3276360" imgH="571320" progId="Equation.DSMT4">
                  <p:embed/>
                </p:oleObj>
              </mc:Choice>
              <mc:Fallback>
                <p:oleObj name="Equation" r:id="rId17" imgW="3276360" imgH="571320" progId="Equation.DSMT4">
                  <p:embed/>
                  <p:pic>
                    <p:nvPicPr>
                      <p:cNvPr id="0" name="Object 15"/>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92200" y="4239260"/>
                        <a:ext cx="32766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8794" name="Object 16"/>
          <p:cNvGraphicFramePr>
            <a:graphicFrameLocks noChangeAspect="1"/>
          </p:cNvGraphicFramePr>
          <p:nvPr/>
        </p:nvGraphicFramePr>
        <p:xfrm>
          <a:off x="4592320" y="4251960"/>
          <a:ext cx="3213100" cy="571500"/>
        </p:xfrm>
        <a:graphic>
          <a:graphicData uri="http://schemas.openxmlformats.org/presentationml/2006/ole">
            <mc:AlternateContent xmlns:mc="http://schemas.openxmlformats.org/markup-compatibility/2006">
              <mc:Choice xmlns:v="urn:schemas-microsoft-com:vml" Requires="v">
                <p:oleObj spid="_x0000_s118902" name="Equation" r:id="rId19" imgW="3213000" imgH="571320" progId="Equation.DSMT4">
                  <p:embed/>
                </p:oleObj>
              </mc:Choice>
              <mc:Fallback>
                <p:oleObj name="Equation" r:id="rId19" imgW="3213000" imgH="571320" progId="Equation.DSMT4">
                  <p:embed/>
                  <p:pic>
                    <p:nvPicPr>
                      <p:cNvPr id="0" name="Object 16"/>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592320" y="4251960"/>
                        <a:ext cx="32131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blinds(horizontal)">
                                      <p:cBhvr>
                                        <p:cTn id="32" dur="500"/>
                                        <p:tgtEl>
                                          <p:spTgt spid="7"/>
                                        </p:tgtEl>
                                      </p:cBhvr>
                                    </p:animEffect>
                                  </p:childTnLst>
                                </p:cTn>
                              </p:par>
                              <p:par>
                                <p:cTn id="33" presetID="3" presetClass="entr" presetSubtype="10" fill="hold" nodeType="withEffect">
                                  <p:stCondLst>
                                    <p:cond delay="0"/>
                                  </p:stCondLst>
                                  <p:childTnLst>
                                    <p:set>
                                      <p:cBhvr>
                                        <p:cTn id="34" dur="1" fill="hold">
                                          <p:stCondLst>
                                            <p:cond delay="0"/>
                                          </p:stCondLst>
                                        </p:cTn>
                                        <p:tgtEl>
                                          <p:spTgt spid="118787"/>
                                        </p:tgtEl>
                                        <p:attrNameLst>
                                          <p:attrName>style.visibility</p:attrName>
                                        </p:attrNameLst>
                                      </p:cBhvr>
                                      <p:to>
                                        <p:strVal val="visible"/>
                                      </p:to>
                                    </p:set>
                                    <p:animEffect transition="in" filter="blinds(horizontal)">
                                      <p:cBhvr>
                                        <p:cTn id="35" dur="500"/>
                                        <p:tgtEl>
                                          <p:spTgt spid="118787"/>
                                        </p:tgtEl>
                                      </p:cBhvr>
                                    </p:animEffect>
                                  </p:childTnLst>
                                </p:cTn>
                              </p:par>
                              <p:par>
                                <p:cTn id="36" presetID="3" presetClass="entr" presetSubtype="10" fill="hold" nodeType="withEffect">
                                  <p:stCondLst>
                                    <p:cond delay="0"/>
                                  </p:stCondLst>
                                  <p:childTnLst>
                                    <p:set>
                                      <p:cBhvr>
                                        <p:cTn id="37" dur="1" fill="hold">
                                          <p:stCondLst>
                                            <p:cond delay="0"/>
                                          </p:stCondLst>
                                        </p:cTn>
                                        <p:tgtEl>
                                          <p:spTgt spid="118788"/>
                                        </p:tgtEl>
                                        <p:attrNameLst>
                                          <p:attrName>style.visibility</p:attrName>
                                        </p:attrNameLst>
                                      </p:cBhvr>
                                      <p:to>
                                        <p:strVal val="visible"/>
                                      </p:to>
                                    </p:set>
                                    <p:animEffect transition="in" filter="blinds(horizontal)">
                                      <p:cBhvr>
                                        <p:cTn id="38" dur="500"/>
                                        <p:tgtEl>
                                          <p:spTgt spid="118788"/>
                                        </p:tgtEl>
                                      </p:cBhvr>
                                    </p:animEffect>
                                  </p:childTnLst>
                                </p:cTn>
                              </p:par>
                              <p:par>
                                <p:cTn id="39" presetID="3" presetClass="entr" presetSubtype="10" fill="hold" nodeType="withEffect">
                                  <p:stCondLst>
                                    <p:cond delay="0"/>
                                  </p:stCondLst>
                                  <p:childTnLst>
                                    <p:set>
                                      <p:cBhvr>
                                        <p:cTn id="40" dur="1" fill="hold">
                                          <p:stCondLst>
                                            <p:cond delay="0"/>
                                          </p:stCondLst>
                                        </p:cTn>
                                        <p:tgtEl>
                                          <p:spTgt spid="118786"/>
                                        </p:tgtEl>
                                        <p:attrNameLst>
                                          <p:attrName>style.visibility</p:attrName>
                                        </p:attrNameLst>
                                      </p:cBhvr>
                                      <p:to>
                                        <p:strVal val="visible"/>
                                      </p:to>
                                    </p:set>
                                    <p:animEffect transition="in" filter="blinds(horizontal)">
                                      <p:cBhvr>
                                        <p:cTn id="41" dur="500"/>
                                        <p:tgtEl>
                                          <p:spTgt spid="118786"/>
                                        </p:tgtEl>
                                      </p:cBhvr>
                                    </p:animEffect>
                                  </p:childTnLst>
                                </p:cTn>
                              </p:par>
                            </p:childTnLst>
                          </p:cTn>
                        </p:par>
                      </p:childTnLst>
                    </p:cTn>
                  </p:par>
                  <p:par>
                    <p:cTn id="42" fill="hold">
                      <p:stCondLst>
                        <p:cond delay="indefinite"/>
                      </p:stCondLst>
                      <p:childTnLst>
                        <p:par>
                          <p:cTn id="43" fill="hold">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11"/>
                                        </p:tgtEl>
                                        <p:attrNameLst>
                                          <p:attrName>style.visibility</p:attrName>
                                        </p:attrNameLst>
                                      </p:cBhvr>
                                      <p:to>
                                        <p:strVal val="visible"/>
                                      </p:to>
                                    </p:set>
                                    <p:animEffect transition="in" filter="blinds(horizontal)">
                                      <p:cBhvr>
                                        <p:cTn id="46" dur="500"/>
                                        <p:tgtEl>
                                          <p:spTgt spid="11"/>
                                        </p:tgtEl>
                                      </p:cBhvr>
                                    </p:animEffect>
                                  </p:childTnLst>
                                </p:cTn>
                              </p:par>
                              <p:par>
                                <p:cTn id="47" presetID="3" presetClass="entr" presetSubtype="10" fill="hold" nodeType="withEffect">
                                  <p:stCondLst>
                                    <p:cond delay="0"/>
                                  </p:stCondLst>
                                  <p:childTnLst>
                                    <p:set>
                                      <p:cBhvr>
                                        <p:cTn id="48" dur="1" fill="hold">
                                          <p:stCondLst>
                                            <p:cond delay="0"/>
                                          </p:stCondLst>
                                        </p:cTn>
                                        <p:tgtEl>
                                          <p:spTgt spid="118789"/>
                                        </p:tgtEl>
                                        <p:attrNameLst>
                                          <p:attrName>style.visibility</p:attrName>
                                        </p:attrNameLst>
                                      </p:cBhvr>
                                      <p:to>
                                        <p:strVal val="visible"/>
                                      </p:to>
                                    </p:set>
                                    <p:animEffect transition="in" filter="blinds(horizontal)">
                                      <p:cBhvr>
                                        <p:cTn id="49" dur="500"/>
                                        <p:tgtEl>
                                          <p:spTgt spid="118789"/>
                                        </p:tgtEl>
                                      </p:cBhvr>
                                    </p:animEffect>
                                  </p:childTnLst>
                                </p:cTn>
                              </p:par>
                              <p:par>
                                <p:cTn id="50" presetID="3" presetClass="entr" presetSubtype="10" fill="hold" nodeType="withEffect">
                                  <p:stCondLst>
                                    <p:cond delay="0"/>
                                  </p:stCondLst>
                                  <p:childTnLst>
                                    <p:set>
                                      <p:cBhvr>
                                        <p:cTn id="51" dur="1" fill="hold">
                                          <p:stCondLst>
                                            <p:cond delay="0"/>
                                          </p:stCondLst>
                                        </p:cTn>
                                        <p:tgtEl>
                                          <p:spTgt spid="118790"/>
                                        </p:tgtEl>
                                        <p:attrNameLst>
                                          <p:attrName>style.visibility</p:attrName>
                                        </p:attrNameLst>
                                      </p:cBhvr>
                                      <p:to>
                                        <p:strVal val="visible"/>
                                      </p:to>
                                    </p:set>
                                    <p:animEffect transition="in" filter="blinds(horizontal)">
                                      <p:cBhvr>
                                        <p:cTn id="52" dur="500"/>
                                        <p:tgtEl>
                                          <p:spTgt spid="118790"/>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17"/>
                                        </p:tgtEl>
                                        <p:attrNameLst>
                                          <p:attrName>style.visibility</p:attrName>
                                        </p:attrNameLst>
                                      </p:cBhvr>
                                      <p:to>
                                        <p:strVal val="visible"/>
                                      </p:to>
                                    </p:set>
                                    <p:animEffect transition="in" filter="blinds(horizontal)">
                                      <p:cBhvr>
                                        <p:cTn id="57" dur="500"/>
                                        <p:tgtEl>
                                          <p:spTgt spid="17"/>
                                        </p:tgtEl>
                                      </p:cBhvr>
                                    </p:animEffect>
                                  </p:childTnLst>
                                </p:cTn>
                              </p:par>
                              <p:par>
                                <p:cTn id="58" presetID="3" presetClass="entr" presetSubtype="10" fill="hold" nodeType="withEffect">
                                  <p:stCondLst>
                                    <p:cond delay="0"/>
                                  </p:stCondLst>
                                  <p:childTnLst>
                                    <p:set>
                                      <p:cBhvr>
                                        <p:cTn id="59" dur="1" fill="hold">
                                          <p:stCondLst>
                                            <p:cond delay="0"/>
                                          </p:stCondLst>
                                        </p:cTn>
                                        <p:tgtEl>
                                          <p:spTgt spid="118791"/>
                                        </p:tgtEl>
                                        <p:attrNameLst>
                                          <p:attrName>style.visibility</p:attrName>
                                        </p:attrNameLst>
                                      </p:cBhvr>
                                      <p:to>
                                        <p:strVal val="visible"/>
                                      </p:to>
                                    </p:set>
                                    <p:animEffect transition="in" filter="blinds(horizontal)">
                                      <p:cBhvr>
                                        <p:cTn id="60" dur="500"/>
                                        <p:tgtEl>
                                          <p:spTgt spid="118791"/>
                                        </p:tgtEl>
                                      </p:cBhvr>
                                    </p:animEffect>
                                  </p:childTnLst>
                                </p:cTn>
                              </p:par>
                              <p:par>
                                <p:cTn id="61" presetID="3" presetClass="entr" presetSubtype="10" fill="hold" nodeType="withEffect">
                                  <p:stCondLst>
                                    <p:cond delay="0"/>
                                  </p:stCondLst>
                                  <p:childTnLst>
                                    <p:set>
                                      <p:cBhvr>
                                        <p:cTn id="62" dur="1" fill="hold">
                                          <p:stCondLst>
                                            <p:cond delay="0"/>
                                          </p:stCondLst>
                                        </p:cTn>
                                        <p:tgtEl>
                                          <p:spTgt spid="118792"/>
                                        </p:tgtEl>
                                        <p:attrNameLst>
                                          <p:attrName>style.visibility</p:attrName>
                                        </p:attrNameLst>
                                      </p:cBhvr>
                                      <p:to>
                                        <p:strVal val="visible"/>
                                      </p:to>
                                    </p:set>
                                    <p:animEffect transition="in" filter="blinds(horizontal)">
                                      <p:cBhvr>
                                        <p:cTn id="63" dur="500"/>
                                        <p:tgtEl>
                                          <p:spTgt spid="118792"/>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18"/>
                                        </p:tgtEl>
                                        <p:attrNameLst>
                                          <p:attrName>style.visibility</p:attrName>
                                        </p:attrNameLst>
                                      </p:cBhvr>
                                      <p:to>
                                        <p:strVal val="visible"/>
                                      </p:to>
                                    </p:set>
                                    <p:animEffect transition="in" filter="blinds(horizontal)">
                                      <p:cBhvr>
                                        <p:cTn id="68" dur="500"/>
                                        <p:tgtEl>
                                          <p:spTgt spid="18"/>
                                        </p:tgtEl>
                                      </p:cBhvr>
                                    </p:animEffect>
                                  </p:childTnLst>
                                </p:cTn>
                              </p:par>
                              <p:par>
                                <p:cTn id="69" presetID="3" presetClass="entr" presetSubtype="10" fill="hold" nodeType="withEffect">
                                  <p:stCondLst>
                                    <p:cond delay="0"/>
                                  </p:stCondLst>
                                  <p:childTnLst>
                                    <p:set>
                                      <p:cBhvr>
                                        <p:cTn id="70" dur="1" fill="hold">
                                          <p:stCondLst>
                                            <p:cond delay="0"/>
                                          </p:stCondLst>
                                        </p:cTn>
                                        <p:tgtEl>
                                          <p:spTgt spid="118793"/>
                                        </p:tgtEl>
                                        <p:attrNameLst>
                                          <p:attrName>style.visibility</p:attrName>
                                        </p:attrNameLst>
                                      </p:cBhvr>
                                      <p:to>
                                        <p:strVal val="visible"/>
                                      </p:to>
                                    </p:set>
                                    <p:animEffect transition="in" filter="blinds(horizontal)">
                                      <p:cBhvr>
                                        <p:cTn id="71" dur="500"/>
                                        <p:tgtEl>
                                          <p:spTgt spid="118793"/>
                                        </p:tgtEl>
                                      </p:cBhvr>
                                    </p:animEffect>
                                  </p:childTnLst>
                                </p:cTn>
                              </p:par>
                              <p:par>
                                <p:cTn id="72" presetID="3" presetClass="entr" presetSubtype="10" fill="hold" nodeType="withEffect">
                                  <p:stCondLst>
                                    <p:cond delay="0"/>
                                  </p:stCondLst>
                                  <p:childTnLst>
                                    <p:set>
                                      <p:cBhvr>
                                        <p:cTn id="73" dur="1" fill="hold">
                                          <p:stCondLst>
                                            <p:cond delay="0"/>
                                          </p:stCondLst>
                                        </p:cTn>
                                        <p:tgtEl>
                                          <p:spTgt spid="118794"/>
                                        </p:tgtEl>
                                        <p:attrNameLst>
                                          <p:attrName>style.visibility</p:attrName>
                                        </p:attrNameLst>
                                      </p:cBhvr>
                                      <p:to>
                                        <p:strVal val="visible"/>
                                      </p:to>
                                    </p:set>
                                    <p:animEffect transition="in" filter="blinds(horizontal)">
                                      <p:cBhvr>
                                        <p:cTn id="74" dur="500"/>
                                        <p:tgtEl>
                                          <p:spTgt spid="118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animBg="1"/>
      <p:bldP spid="7" grpId="0"/>
      <p:bldP spid="11" grpId="0"/>
      <p:bldP spid="17" grpId="0"/>
      <p:bldP spid="18" grpId="0"/>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插值型数值微分</a:t>
            </a:r>
            <a:endParaRPr lang="zh-CN" altLang="en-US" sz="2000" b="1" dirty="0">
              <a:solidFill>
                <a:srgbClr val="314865"/>
              </a:solidFill>
              <a:latin typeface="+mj-ea"/>
            </a:endParaRPr>
          </a:p>
        </p:txBody>
      </p:sp>
      <p:sp>
        <p:nvSpPr>
          <p:cNvPr id="5" name="Text Box 3"/>
          <p:cNvSpPr txBox="1">
            <a:spLocks noChangeArrowheads="1"/>
          </p:cNvSpPr>
          <p:nvPr/>
        </p:nvSpPr>
        <p:spPr bwMode="auto">
          <a:xfrm>
            <a:off x="345440" y="574040"/>
            <a:ext cx="1229360" cy="400110"/>
          </a:xfrm>
          <a:prstGeom prst="rect">
            <a:avLst/>
          </a:prstGeom>
          <a:ln>
            <a:headEnd/>
            <a:tailEnd/>
          </a:ln>
        </p:spPr>
        <p:style>
          <a:lnRef idx="2">
            <a:schemeClr val="accent6">
              <a:shade val="50000"/>
            </a:schemeClr>
          </a:lnRef>
          <a:fillRef idx="1">
            <a:schemeClr val="accent6"/>
          </a:fillRef>
          <a:effectRef idx="0">
            <a:schemeClr val="accent6"/>
          </a:effectRef>
          <a:fontRef idx="minor">
            <a:schemeClr val="lt1"/>
          </a:fontRef>
        </p:style>
        <p:txBody>
          <a:bodyPr wrap="square">
            <a:spAutoFit/>
          </a:bodyPr>
          <a:lstStyle/>
          <a:p>
            <a:pPr algn="l"/>
            <a:r>
              <a:rPr lang="zh-CN" altLang="en-US" sz="2000" dirty="0" smtClean="0">
                <a:solidFill>
                  <a:schemeClr val="dk1"/>
                </a:solidFill>
                <a:latin typeface="Calibri" pitchFamily="34" charset="0"/>
                <a:ea typeface="宋体" pitchFamily="2" charset="-122"/>
                <a:sym typeface="Symbol" pitchFamily="18" charset="2"/>
              </a:rPr>
              <a:t>三点</a:t>
            </a:r>
            <a:r>
              <a:rPr lang="zh-CN" altLang="en-US" sz="2000" dirty="0">
                <a:solidFill>
                  <a:schemeClr val="dk1"/>
                </a:solidFill>
                <a:latin typeface="Calibri" pitchFamily="34" charset="0"/>
                <a:ea typeface="宋体" pitchFamily="2" charset="-122"/>
                <a:sym typeface="Symbol" pitchFamily="18" charset="2"/>
              </a:rPr>
              <a:t>公式</a:t>
            </a:r>
          </a:p>
        </p:txBody>
      </p:sp>
      <p:sp>
        <p:nvSpPr>
          <p:cNvPr id="6" name="Text Box 9"/>
          <p:cNvSpPr txBox="1">
            <a:spLocks noChangeArrowheads="1"/>
          </p:cNvSpPr>
          <p:nvPr/>
        </p:nvSpPr>
        <p:spPr bwMode="auto">
          <a:xfrm>
            <a:off x="279400" y="1101760"/>
            <a:ext cx="8173720" cy="1015663"/>
          </a:xfrm>
          <a:prstGeom prst="rect">
            <a:avLst/>
          </a:prstGeom>
          <a:noFill/>
          <a:ln w="9525">
            <a:noFill/>
            <a:miter lim="800000"/>
            <a:headEnd/>
            <a:tailEnd/>
          </a:ln>
        </p:spPr>
        <p:txBody>
          <a:bodyPr wrap="square">
            <a:spAutoFit/>
          </a:bodyPr>
          <a:lstStyle/>
          <a:p>
            <a:pPr algn="l">
              <a:lnSpc>
                <a:spcPct val="150000"/>
              </a:lnSpc>
            </a:pPr>
            <a:r>
              <a:rPr lang="zh-CN" altLang="en-US" sz="2000" dirty="0">
                <a:solidFill>
                  <a:schemeClr val="dk1"/>
                </a:solidFill>
                <a:latin typeface="Calibri" pitchFamily="34" charset="0"/>
                <a:ea typeface="宋体" pitchFamily="2" charset="-122"/>
                <a:sym typeface="Symbol" pitchFamily="18" charset="2"/>
              </a:rPr>
              <a:t>设已给出的三个</a:t>
            </a:r>
            <a:r>
              <a:rPr lang="zh-CN" altLang="en-US" sz="2000" dirty="0" smtClean="0">
                <a:solidFill>
                  <a:schemeClr val="dk1"/>
                </a:solidFill>
                <a:latin typeface="Calibri" pitchFamily="34" charset="0"/>
                <a:ea typeface="宋体" pitchFamily="2" charset="-122"/>
                <a:sym typeface="Symbol" pitchFamily="18" charset="2"/>
              </a:rPr>
              <a:t>节点                                         上</a:t>
            </a:r>
            <a:r>
              <a:rPr lang="zh-CN" altLang="en-US" sz="2000" dirty="0">
                <a:solidFill>
                  <a:schemeClr val="dk1"/>
                </a:solidFill>
                <a:latin typeface="Calibri" pitchFamily="34" charset="0"/>
                <a:ea typeface="宋体" pitchFamily="2" charset="-122"/>
                <a:sym typeface="Symbol" pitchFamily="18" charset="2"/>
              </a:rPr>
              <a:t>的</a:t>
            </a:r>
            <a:r>
              <a:rPr lang="zh-CN" altLang="en-US" sz="2000" dirty="0" smtClean="0">
                <a:solidFill>
                  <a:schemeClr val="dk1"/>
                </a:solidFill>
                <a:latin typeface="Calibri" pitchFamily="34" charset="0"/>
                <a:ea typeface="宋体" pitchFamily="2" charset="-122"/>
                <a:sym typeface="Symbol" pitchFamily="18" charset="2"/>
              </a:rPr>
              <a:t>函数值                             ，</a:t>
            </a:r>
            <a:r>
              <a:rPr lang="zh-CN" altLang="en-US" sz="2000" dirty="0">
                <a:solidFill>
                  <a:schemeClr val="dk1"/>
                </a:solidFill>
                <a:latin typeface="Calibri" pitchFamily="34" charset="0"/>
                <a:ea typeface="宋体" pitchFamily="2" charset="-122"/>
                <a:sym typeface="Symbol" pitchFamily="18" charset="2"/>
              </a:rPr>
              <a:t>做二次插值</a:t>
            </a:r>
          </a:p>
        </p:txBody>
      </p:sp>
      <p:graphicFrame>
        <p:nvGraphicFramePr>
          <p:cNvPr id="119810" name="Object 2"/>
          <p:cNvGraphicFramePr>
            <a:graphicFrameLocks noChangeAspect="1"/>
          </p:cNvGraphicFramePr>
          <p:nvPr/>
        </p:nvGraphicFramePr>
        <p:xfrm>
          <a:off x="2669540" y="1271588"/>
          <a:ext cx="2366963" cy="330200"/>
        </p:xfrm>
        <a:graphic>
          <a:graphicData uri="http://schemas.openxmlformats.org/presentationml/2006/ole">
            <mc:AlternateContent xmlns:mc="http://schemas.openxmlformats.org/markup-compatibility/2006">
              <mc:Choice xmlns:v="urn:schemas-microsoft-com:vml" Requires="v">
                <p:oleObj spid="_x0000_s119894" name="Equation" r:id="rId3" imgW="1625400" imgH="228600" progId="Equation.DSMT4">
                  <p:embed/>
                </p:oleObj>
              </mc:Choice>
              <mc:Fallback>
                <p:oleObj name="Equation" r:id="rId3" imgW="1625400" imgH="2286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9540" y="1271588"/>
                        <a:ext cx="2366963"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1" name="Object 12"/>
          <p:cNvGraphicFramePr>
            <a:graphicFrameLocks noChangeAspect="1"/>
          </p:cNvGraphicFramePr>
          <p:nvPr/>
        </p:nvGraphicFramePr>
        <p:xfrm>
          <a:off x="6278880" y="1263968"/>
          <a:ext cx="1652588" cy="284162"/>
        </p:xfrm>
        <a:graphic>
          <a:graphicData uri="http://schemas.openxmlformats.org/presentationml/2006/ole">
            <mc:AlternateContent xmlns:mc="http://schemas.openxmlformats.org/markup-compatibility/2006">
              <mc:Choice xmlns:v="urn:schemas-microsoft-com:vml" Requires="v">
                <p:oleObj spid="_x0000_s119895" name="Equation" r:id="rId5" imgW="1930320" imgH="330120" progId="Equation.DSMT4">
                  <p:embed/>
                </p:oleObj>
              </mc:Choice>
              <mc:Fallback>
                <p:oleObj name="Equation" r:id="rId5" imgW="1930320" imgH="330120" progId="Equation.DSMT4">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78880" y="1263968"/>
                        <a:ext cx="1652588" cy="284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2" name="Object 3"/>
          <p:cNvGraphicFramePr>
            <a:graphicFrameLocks noChangeAspect="1"/>
          </p:cNvGraphicFramePr>
          <p:nvPr/>
        </p:nvGraphicFramePr>
        <p:xfrm>
          <a:off x="642981" y="2052429"/>
          <a:ext cx="7981950" cy="647700"/>
        </p:xfrm>
        <a:graphic>
          <a:graphicData uri="http://schemas.openxmlformats.org/presentationml/2006/ole">
            <mc:AlternateContent xmlns:mc="http://schemas.openxmlformats.org/markup-compatibility/2006">
              <mc:Choice xmlns:v="urn:schemas-microsoft-com:vml" Requires="v">
                <p:oleObj spid="_x0000_s119896" name="Equation" r:id="rId7" imgW="7365960" imgH="622080" progId="Equation.DSMT4">
                  <p:embed/>
                </p:oleObj>
              </mc:Choice>
              <mc:Fallback>
                <p:oleObj name="Equation" r:id="rId7" imgW="7365960" imgH="62208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2981" y="2052429"/>
                        <a:ext cx="7981950" cy="647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0"/>
          <p:cNvSpPr txBox="1">
            <a:spLocks noChangeArrowheads="1"/>
          </p:cNvSpPr>
          <p:nvPr/>
        </p:nvSpPr>
        <p:spPr bwMode="auto">
          <a:xfrm>
            <a:off x="395288" y="2781300"/>
            <a:ext cx="5638800" cy="400110"/>
          </a:xfrm>
          <a:prstGeom prst="rect">
            <a:avLst/>
          </a:prstGeom>
          <a:noFill/>
          <a:ln w="9525">
            <a:noFill/>
            <a:miter lim="800000"/>
            <a:headEnd/>
            <a:tailEnd/>
          </a:ln>
        </p:spPr>
        <p:txBody>
          <a:bodyPr>
            <a:spAutoFit/>
          </a:bodyPr>
          <a:lstStyle/>
          <a:p>
            <a:pPr algn="l"/>
            <a:r>
              <a:rPr lang="zh-CN" altLang="en-US" sz="2000" dirty="0" smtClean="0">
                <a:solidFill>
                  <a:schemeClr val="dk1"/>
                </a:solidFill>
                <a:latin typeface="Calibri" pitchFamily="34" charset="0"/>
                <a:ea typeface="宋体" pitchFamily="2" charset="-122"/>
                <a:sym typeface="Symbol" pitchFamily="18" charset="2"/>
              </a:rPr>
              <a:t>令                     ，上</a:t>
            </a:r>
            <a:r>
              <a:rPr lang="zh-CN" altLang="en-US" sz="2000" dirty="0">
                <a:solidFill>
                  <a:schemeClr val="dk1"/>
                </a:solidFill>
                <a:latin typeface="Calibri" pitchFamily="34" charset="0"/>
                <a:ea typeface="宋体" pitchFamily="2" charset="-122"/>
                <a:sym typeface="Symbol" pitchFamily="18" charset="2"/>
              </a:rPr>
              <a:t>式可表示为</a:t>
            </a:r>
          </a:p>
        </p:txBody>
      </p:sp>
      <p:graphicFrame>
        <p:nvGraphicFramePr>
          <p:cNvPr id="119813" name="Object 4"/>
          <p:cNvGraphicFramePr>
            <a:graphicFrameLocks noChangeAspect="1"/>
          </p:cNvGraphicFramePr>
          <p:nvPr/>
        </p:nvGraphicFramePr>
        <p:xfrm>
          <a:off x="730568" y="2817813"/>
          <a:ext cx="1165225" cy="357187"/>
        </p:xfrm>
        <a:graphic>
          <a:graphicData uri="http://schemas.openxmlformats.org/presentationml/2006/ole">
            <mc:AlternateContent xmlns:mc="http://schemas.openxmlformats.org/markup-compatibility/2006">
              <mc:Choice xmlns:v="urn:schemas-microsoft-com:vml" Requires="v">
                <p:oleObj spid="_x0000_s119897" name="Equation" r:id="rId9" imgW="761760" imgH="241200" progId="Equation.DSMT4">
                  <p:embed/>
                </p:oleObj>
              </mc:Choice>
              <mc:Fallback>
                <p:oleObj name="Equation" r:id="rId9" imgW="761760" imgH="24120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30568" y="2817813"/>
                        <a:ext cx="1165225" cy="357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4" name="Object 5"/>
          <p:cNvGraphicFramePr>
            <a:graphicFrameLocks noChangeAspect="1"/>
          </p:cNvGraphicFramePr>
          <p:nvPr/>
        </p:nvGraphicFramePr>
        <p:xfrm>
          <a:off x="558800" y="3201988"/>
          <a:ext cx="6999288" cy="639762"/>
        </p:xfrm>
        <a:graphic>
          <a:graphicData uri="http://schemas.openxmlformats.org/presentationml/2006/ole">
            <mc:AlternateContent xmlns:mc="http://schemas.openxmlformats.org/markup-compatibility/2006">
              <mc:Choice xmlns:v="urn:schemas-microsoft-com:vml" Requires="v">
                <p:oleObj spid="_x0000_s119898" name="Equation" r:id="rId11" imgW="5549760" imgH="507960" progId="Equation.DSMT4">
                  <p:embed/>
                </p:oleObj>
              </mc:Choice>
              <mc:Fallback>
                <p:oleObj name="Equation" r:id="rId11" imgW="5549760" imgH="50796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8800" y="3201988"/>
                        <a:ext cx="6999288" cy="639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Text Box 11"/>
          <p:cNvSpPr txBox="1">
            <a:spLocks noChangeArrowheads="1"/>
          </p:cNvSpPr>
          <p:nvPr/>
        </p:nvSpPr>
        <p:spPr bwMode="auto">
          <a:xfrm>
            <a:off x="549593" y="3774123"/>
            <a:ext cx="3240087"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两端对    求导，有</a:t>
            </a:r>
          </a:p>
        </p:txBody>
      </p:sp>
      <p:graphicFrame>
        <p:nvGraphicFramePr>
          <p:cNvPr id="119815" name="Object 8"/>
          <p:cNvGraphicFramePr>
            <a:graphicFrameLocks noChangeAspect="1"/>
          </p:cNvGraphicFramePr>
          <p:nvPr/>
        </p:nvGraphicFramePr>
        <p:xfrm>
          <a:off x="1408430" y="3886200"/>
          <a:ext cx="177800" cy="190500"/>
        </p:xfrm>
        <a:graphic>
          <a:graphicData uri="http://schemas.openxmlformats.org/presentationml/2006/ole">
            <mc:AlternateContent xmlns:mc="http://schemas.openxmlformats.org/markup-compatibility/2006">
              <mc:Choice xmlns:v="urn:schemas-microsoft-com:vml" Requires="v">
                <p:oleObj spid="_x0000_s119899" name="Equation" r:id="rId13" imgW="177480" imgH="190440" progId="Equation.DSMT4">
                  <p:embed/>
                </p:oleObj>
              </mc:Choice>
              <mc:Fallback>
                <p:oleObj name="Equation" r:id="rId13" imgW="177480" imgH="190440" progId="Equation.DSMT4">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408430" y="3886200"/>
                        <a:ext cx="177800" cy="190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9816" name="Object 7"/>
          <p:cNvGraphicFramePr>
            <a:graphicFrameLocks noChangeAspect="1"/>
          </p:cNvGraphicFramePr>
          <p:nvPr/>
        </p:nvGraphicFramePr>
        <p:xfrm>
          <a:off x="636588" y="4161790"/>
          <a:ext cx="6565900" cy="690563"/>
        </p:xfrm>
        <a:graphic>
          <a:graphicData uri="http://schemas.openxmlformats.org/presentationml/2006/ole">
            <mc:AlternateContent xmlns:mc="http://schemas.openxmlformats.org/markup-compatibility/2006">
              <mc:Choice xmlns:v="urn:schemas-microsoft-com:vml" Requires="v">
                <p:oleObj spid="_x0000_s119900" name="Equation" r:id="rId15" imgW="4343400" imgH="457200" progId="Equation.DSMT4">
                  <p:embed/>
                </p:oleObj>
              </mc:Choice>
              <mc:Fallback>
                <p:oleObj name="Equation" r:id="rId15" imgW="4343400" imgH="457200" progId="Equation.DSMT4">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36588" y="4161790"/>
                        <a:ext cx="6565900" cy="690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 calcmode="lin" valueType="num">
                                      <p:cBhvr additive="base">
                                        <p:cTn id="22" dur="500" fill="hold"/>
                                        <p:tgtEl>
                                          <p:spTgt spid="5"/>
                                        </p:tgtEl>
                                        <p:attrNameLst>
                                          <p:attrName>ppt_x</p:attrName>
                                        </p:attrNameLst>
                                      </p:cBhvr>
                                      <p:tavLst>
                                        <p:tav tm="0">
                                          <p:val>
                                            <p:strVal val="#ppt_x"/>
                                          </p:val>
                                        </p:tav>
                                        <p:tav tm="100000">
                                          <p:val>
                                            <p:strVal val="#ppt_x"/>
                                          </p:val>
                                        </p:tav>
                                      </p:tavLst>
                                    </p:anim>
                                    <p:anim calcmode="lin" valueType="num">
                                      <p:cBhvr additive="base">
                                        <p:cTn id="23"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linds(horizontal)">
                                      <p:cBhvr>
                                        <p:cTn id="28" dur="500"/>
                                        <p:tgtEl>
                                          <p:spTgt spid="6"/>
                                        </p:tgtEl>
                                      </p:cBhvr>
                                    </p:animEffect>
                                  </p:childTnLst>
                                </p:cTn>
                              </p:par>
                              <p:par>
                                <p:cTn id="29" presetID="3" presetClass="entr" presetSubtype="10" fill="hold" nodeType="withEffect">
                                  <p:stCondLst>
                                    <p:cond delay="0"/>
                                  </p:stCondLst>
                                  <p:childTnLst>
                                    <p:set>
                                      <p:cBhvr>
                                        <p:cTn id="30" dur="1" fill="hold">
                                          <p:stCondLst>
                                            <p:cond delay="0"/>
                                          </p:stCondLst>
                                        </p:cTn>
                                        <p:tgtEl>
                                          <p:spTgt spid="119810"/>
                                        </p:tgtEl>
                                        <p:attrNameLst>
                                          <p:attrName>style.visibility</p:attrName>
                                        </p:attrNameLst>
                                      </p:cBhvr>
                                      <p:to>
                                        <p:strVal val="visible"/>
                                      </p:to>
                                    </p:set>
                                    <p:animEffect transition="in" filter="blinds(horizontal)">
                                      <p:cBhvr>
                                        <p:cTn id="31" dur="500"/>
                                        <p:tgtEl>
                                          <p:spTgt spid="119810"/>
                                        </p:tgtEl>
                                      </p:cBhvr>
                                    </p:animEffect>
                                  </p:childTnLst>
                                </p:cTn>
                              </p:par>
                              <p:par>
                                <p:cTn id="32" presetID="3" presetClass="entr" presetSubtype="10" fill="hold" nodeType="withEffect">
                                  <p:stCondLst>
                                    <p:cond delay="0"/>
                                  </p:stCondLst>
                                  <p:childTnLst>
                                    <p:set>
                                      <p:cBhvr>
                                        <p:cTn id="33" dur="1" fill="hold">
                                          <p:stCondLst>
                                            <p:cond delay="0"/>
                                          </p:stCondLst>
                                        </p:cTn>
                                        <p:tgtEl>
                                          <p:spTgt spid="119811"/>
                                        </p:tgtEl>
                                        <p:attrNameLst>
                                          <p:attrName>style.visibility</p:attrName>
                                        </p:attrNameLst>
                                      </p:cBhvr>
                                      <p:to>
                                        <p:strVal val="visible"/>
                                      </p:to>
                                    </p:set>
                                    <p:animEffect transition="in" filter="blinds(horizontal)">
                                      <p:cBhvr>
                                        <p:cTn id="34" dur="500"/>
                                        <p:tgtEl>
                                          <p:spTgt spid="119811"/>
                                        </p:tgtEl>
                                      </p:cBhvr>
                                    </p:animEffect>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19812"/>
                                        </p:tgtEl>
                                        <p:attrNameLst>
                                          <p:attrName>style.visibility</p:attrName>
                                        </p:attrNameLst>
                                      </p:cBhvr>
                                      <p:to>
                                        <p:strVal val="visible"/>
                                      </p:to>
                                    </p:set>
                                    <p:anim calcmode="lin" valueType="num">
                                      <p:cBhvr additive="base">
                                        <p:cTn id="39" dur="500" fill="hold"/>
                                        <p:tgtEl>
                                          <p:spTgt spid="119812"/>
                                        </p:tgtEl>
                                        <p:attrNameLst>
                                          <p:attrName>ppt_x</p:attrName>
                                        </p:attrNameLst>
                                      </p:cBhvr>
                                      <p:tavLst>
                                        <p:tav tm="0">
                                          <p:val>
                                            <p:strVal val="#ppt_x"/>
                                          </p:val>
                                        </p:tav>
                                        <p:tav tm="100000">
                                          <p:val>
                                            <p:strVal val="#ppt_x"/>
                                          </p:val>
                                        </p:tav>
                                      </p:tavLst>
                                    </p:anim>
                                    <p:anim calcmode="lin" valueType="num">
                                      <p:cBhvr additive="base">
                                        <p:cTn id="40" dur="500" fill="hold"/>
                                        <p:tgtEl>
                                          <p:spTgt spid="119812"/>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
                                        </p:tgtEl>
                                        <p:attrNameLst>
                                          <p:attrName>style.visibility</p:attrName>
                                        </p:attrNameLst>
                                      </p:cBhvr>
                                      <p:to>
                                        <p:strVal val="visible"/>
                                      </p:to>
                                    </p:set>
                                    <p:animEffect transition="in" filter="blinds(horizontal)">
                                      <p:cBhvr>
                                        <p:cTn id="45" dur="500"/>
                                        <p:tgtEl>
                                          <p:spTgt spid="10"/>
                                        </p:tgtEl>
                                      </p:cBhvr>
                                    </p:animEffect>
                                  </p:childTnLst>
                                </p:cTn>
                              </p:par>
                              <p:par>
                                <p:cTn id="46" presetID="3" presetClass="entr" presetSubtype="10" fill="hold" nodeType="withEffect">
                                  <p:stCondLst>
                                    <p:cond delay="0"/>
                                  </p:stCondLst>
                                  <p:childTnLst>
                                    <p:set>
                                      <p:cBhvr>
                                        <p:cTn id="47" dur="1" fill="hold">
                                          <p:stCondLst>
                                            <p:cond delay="0"/>
                                          </p:stCondLst>
                                        </p:cTn>
                                        <p:tgtEl>
                                          <p:spTgt spid="119813"/>
                                        </p:tgtEl>
                                        <p:attrNameLst>
                                          <p:attrName>style.visibility</p:attrName>
                                        </p:attrNameLst>
                                      </p:cBhvr>
                                      <p:to>
                                        <p:strVal val="visible"/>
                                      </p:to>
                                    </p:set>
                                    <p:animEffect transition="in" filter="blinds(horizontal)">
                                      <p:cBhvr>
                                        <p:cTn id="48" dur="500"/>
                                        <p:tgtEl>
                                          <p:spTgt spid="119813"/>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19814"/>
                                        </p:tgtEl>
                                        <p:attrNameLst>
                                          <p:attrName>style.visibility</p:attrName>
                                        </p:attrNameLst>
                                      </p:cBhvr>
                                      <p:to>
                                        <p:strVal val="visible"/>
                                      </p:to>
                                    </p:set>
                                    <p:anim calcmode="lin" valueType="num">
                                      <p:cBhvr additive="base">
                                        <p:cTn id="53" dur="500" fill="hold"/>
                                        <p:tgtEl>
                                          <p:spTgt spid="119814"/>
                                        </p:tgtEl>
                                        <p:attrNameLst>
                                          <p:attrName>ppt_x</p:attrName>
                                        </p:attrNameLst>
                                      </p:cBhvr>
                                      <p:tavLst>
                                        <p:tav tm="0">
                                          <p:val>
                                            <p:strVal val="#ppt_x"/>
                                          </p:val>
                                        </p:tav>
                                        <p:tav tm="100000">
                                          <p:val>
                                            <p:strVal val="#ppt_x"/>
                                          </p:val>
                                        </p:tav>
                                      </p:tavLst>
                                    </p:anim>
                                    <p:anim calcmode="lin" valueType="num">
                                      <p:cBhvr additive="base">
                                        <p:cTn id="54" dur="500" fill="hold"/>
                                        <p:tgtEl>
                                          <p:spTgt spid="119814"/>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13"/>
                                        </p:tgtEl>
                                        <p:attrNameLst>
                                          <p:attrName>style.visibility</p:attrName>
                                        </p:attrNameLst>
                                      </p:cBhvr>
                                      <p:to>
                                        <p:strVal val="visible"/>
                                      </p:to>
                                    </p:set>
                                    <p:animEffect transition="in" filter="blinds(horizontal)">
                                      <p:cBhvr>
                                        <p:cTn id="59" dur="500"/>
                                        <p:tgtEl>
                                          <p:spTgt spid="13"/>
                                        </p:tgtEl>
                                      </p:cBhvr>
                                    </p:animEffect>
                                  </p:childTnLst>
                                </p:cTn>
                              </p:par>
                              <p:par>
                                <p:cTn id="60" presetID="3" presetClass="entr" presetSubtype="10" fill="hold" nodeType="withEffect">
                                  <p:stCondLst>
                                    <p:cond delay="0"/>
                                  </p:stCondLst>
                                  <p:childTnLst>
                                    <p:set>
                                      <p:cBhvr>
                                        <p:cTn id="61" dur="1" fill="hold">
                                          <p:stCondLst>
                                            <p:cond delay="0"/>
                                          </p:stCondLst>
                                        </p:cTn>
                                        <p:tgtEl>
                                          <p:spTgt spid="119815"/>
                                        </p:tgtEl>
                                        <p:attrNameLst>
                                          <p:attrName>style.visibility</p:attrName>
                                        </p:attrNameLst>
                                      </p:cBhvr>
                                      <p:to>
                                        <p:strVal val="visible"/>
                                      </p:to>
                                    </p:set>
                                    <p:animEffect transition="in" filter="blinds(horizontal)">
                                      <p:cBhvr>
                                        <p:cTn id="62" dur="500"/>
                                        <p:tgtEl>
                                          <p:spTgt spid="119815"/>
                                        </p:tgtEl>
                                      </p:cBhvr>
                                    </p:animEffect>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119816"/>
                                        </p:tgtEl>
                                        <p:attrNameLst>
                                          <p:attrName>style.visibility</p:attrName>
                                        </p:attrNameLst>
                                      </p:cBhvr>
                                      <p:to>
                                        <p:strVal val="visible"/>
                                      </p:to>
                                    </p:set>
                                    <p:anim calcmode="lin" valueType="num">
                                      <p:cBhvr additive="base">
                                        <p:cTn id="67" dur="500" fill="hold"/>
                                        <p:tgtEl>
                                          <p:spTgt spid="119816"/>
                                        </p:tgtEl>
                                        <p:attrNameLst>
                                          <p:attrName>ppt_x</p:attrName>
                                        </p:attrNameLst>
                                      </p:cBhvr>
                                      <p:tavLst>
                                        <p:tav tm="0">
                                          <p:val>
                                            <p:strVal val="#ppt_x"/>
                                          </p:val>
                                        </p:tav>
                                        <p:tav tm="100000">
                                          <p:val>
                                            <p:strVal val="#ppt_x"/>
                                          </p:val>
                                        </p:tav>
                                      </p:tavLst>
                                    </p:anim>
                                    <p:anim calcmode="lin" valueType="num">
                                      <p:cBhvr additive="base">
                                        <p:cTn id="68" dur="500" fill="hold"/>
                                        <p:tgtEl>
                                          <p:spTgt spid="1198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animBg="1"/>
      <p:bldP spid="6" grpId="0"/>
      <p:bldP spid="10" grpId="0"/>
      <p:bldP spid="13"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插值型数值微分</a:t>
            </a:r>
            <a:endParaRPr lang="zh-CN" altLang="en-US" sz="2000" b="1" dirty="0">
              <a:solidFill>
                <a:srgbClr val="314865"/>
              </a:solidFill>
              <a:latin typeface="+mj-ea"/>
            </a:endParaRPr>
          </a:p>
        </p:txBody>
      </p:sp>
      <p:sp>
        <p:nvSpPr>
          <p:cNvPr id="5" name="Text Box 10"/>
          <p:cNvSpPr txBox="1">
            <a:spLocks noChangeArrowheads="1"/>
          </p:cNvSpPr>
          <p:nvPr/>
        </p:nvSpPr>
        <p:spPr bwMode="auto">
          <a:xfrm>
            <a:off x="457200" y="685800"/>
            <a:ext cx="6248400"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分别取               得到三种三点公式</a:t>
            </a:r>
          </a:p>
        </p:txBody>
      </p:sp>
      <p:graphicFrame>
        <p:nvGraphicFramePr>
          <p:cNvPr id="120834" name="Object 2"/>
          <p:cNvGraphicFramePr>
            <a:graphicFrameLocks noChangeAspect="1"/>
          </p:cNvGraphicFramePr>
          <p:nvPr/>
        </p:nvGraphicFramePr>
        <p:xfrm>
          <a:off x="1295400" y="762000"/>
          <a:ext cx="838200" cy="266700"/>
        </p:xfrm>
        <a:graphic>
          <a:graphicData uri="http://schemas.openxmlformats.org/presentationml/2006/ole">
            <mc:AlternateContent xmlns:mc="http://schemas.openxmlformats.org/markup-compatibility/2006">
              <mc:Choice xmlns:v="urn:schemas-microsoft-com:vml" Requires="v">
                <p:oleObj spid="_x0000_s120918" name="Equation" r:id="rId3" imgW="838080" imgH="266400" progId="Equation.DSMT4">
                  <p:embed/>
                </p:oleObj>
              </mc:Choice>
              <mc:Fallback>
                <p:oleObj name="Equation" r:id="rId3" imgW="838080" imgH="266400" progId="Equation.DSMT4">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5400" y="762000"/>
                        <a:ext cx="83820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35" name="Object 4"/>
          <p:cNvGraphicFramePr>
            <a:graphicFrameLocks noChangeAspect="1"/>
          </p:cNvGraphicFramePr>
          <p:nvPr/>
        </p:nvGraphicFramePr>
        <p:xfrm>
          <a:off x="1102360" y="975360"/>
          <a:ext cx="3581400" cy="571500"/>
        </p:xfrm>
        <a:graphic>
          <a:graphicData uri="http://schemas.openxmlformats.org/presentationml/2006/ole">
            <mc:AlternateContent xmlns:mc="http://schemas.openxmlformats.org/markup-compatibility/2006">
              <mc:Choice xmlns:v="urn:schemas-microsoft-com:vml" Requires="v">
                <p:oleObj spid="_x0000_s120919" name="Equation" r:id="rId5" imgW="3581280" imgH="571320" progId="Equation.DSMT4">
                  <p:embed/>
                </p:oleObj>
              </mc:Choice>
              <mc:Fallback>
                <p:oleObj name="Equation" r:id="rId5" imgW="3581280" imgH="571320" progId="Equation.DSMT4">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02360" y="975360"/>
                        <a:ext cx="35814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36" name="Object 5"/>
          <p:cNvGraphicFramePr>
            <a:graphicFrameLocks noChangeAspect="1"/>
          </p:cNvGraphicFramePr>
          <p:nvPr/>
        </p:nvGraphicFramePr>
        <p:xfrm>
          <a:off x="1093788" y="1484630"/>
          <a:ext cx="2614612" cy="542925"/>
        </p:xfrm>
        <a:graphic>
          <a:graphicData uri="http://schemas.openxmlformats.org/presentationml/2006/ole">
            <mc:AlternateContent xmlns:mc="http://schemas.openxmlformats.org/markup-compatibility/2006">
              <mc:Choice xmlns:v="urn:schemas-microsoft-com:vml" Requires="v">
                <p:oleObj spid="_x0000_s120920" name="Equation" r:id="rId7" imgW="2768400" imgH="596880" progId="Equation.DSMT4">
                  <p:embed/>
                </p:oleObj>
              </mc:Choice>
              <mc:Fallback>
                <p:oleObj name="Equation" r:id="rId7" imgW="2768400" imgH="596880" progId="Equation.DSMT4">
                  <p:embed/>
                  <p:pic>
                    <p:nvPicPr>
                      <p:cNvPr id="0" name="Object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3788" y="1484630"/>
                        <a:ext cx="2614612" cy="542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37" name="Object 6"/>
          <p:cNvGraphicFramePr>
            <a:graphicFrameLocks noChangeAspect="1"/>
          </p:cNvGraphicFramePr>
          <p:nvPr/>
        </p:nvGraphicFramePr>
        <p:xfrm>
          <a:off x="1108710" y="2001520"/>
          <a:ext cx="3441700" cy="571500"/>
        </p:xfrm>
        <a:graphic>
          <a:graphicData uri="http://schemas.openxmlformats.org/presentationml/2006/ole">
            <mc:AlternateContent xmlns:mc="http://schemas.openxmlformats.org/markup-compatibility/2006">
              <mc:Choice xmlns:v="urn:schemas-microsoft-com:vml" Requires="v">
                <p:oleObj spid="_x0000_s120921" name="Equation" r:id="rId9" imgW="3441600" imgH="571320" progId="Equation.DSMT4">
                  <p:embed/>
                </p:oleObj>
              </mc:Choice>
              <mc:Fallback>
                <p:oleObj name="Equation" r:id="rId9" imgW="3441600" imgH="571320" progId="Equation.DSMT4">
                  <p:embed/>
                  <p:pic>
                    <p:nvPicPr>
                      <p:cNvPr id="0" name="Object 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08710" y="2001520"/>
                        <a:ext cx="34417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ext Box 11"/>
          <p:cNvSpPr txBox="1">
            <a:spLocks noChangeArrowheads="1"/>
          </p:cNvSpPr>
          <p:nvPr/>
        </p:nvSpPr>
        <p:spPr bwMode="auto">
          <a:xfrm>
            <a:off x="477520" y="2590800"/>
            <a:ext cx="4495800"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而带余项的三点求导公式如下</a:t>
            </a:r>
          </a:p>
        </p:txBody>
      </p:sp>
      <p:graphicFrame>
        <p:nvGraphicFramePr>
          <p:cNvPr id="120838" name="Object 3"/>
          <p:cNvGraphicFramePr>
            <a:graphicFrameLocks noChangeAspect="1"/>
          </p:cNvGraphicFramePr>
          <p:nvPr/>
        </p:nvGraphicFramePr>
        <p:xfrm>
          <a:off x="1104900" y="2951163"/>
          <a:ext cx="4019550" cy="495300"/>
        </p:xfrm>
        <a:graphic>
          <a:graphicData uri="http://schemas.openxmlformats.org/presentationml/2006/ole">
            <mc:AlternateContent xmlns:mc="http://schemas.openxmlformats.org/markup-compatibility/2006">
              <mc:Choice xmlns:v="urn:schemas-microsoft-com:vml" Requires="v">
                <p:oleObj spid="_x0000_s120922" name="Equation" r:id="rId11" imgW="4863960" imgH="622080" progId="Equation.DSMT4">
                  <p:embed/>
                </p:oleObj>
              </mc:Choice>
              <mc:Fallback>
                <p:oleObj name="Equation" r:id="rId11" imgW="4863960" imgH="62208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04900" y="2951163"/>
                        <a:ext cx="401955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39" name="Object 7"/>
          <p:cNvGraphicFramePr>
            <a:graphicFrameLocks noChangeAspect="1"/>
          </p:cNvGraphicFramePr>
          <p:nvPr/>
        </p:nvGraphicFramePr>
        <p:xfrm>
          <a:off x="1125220" y="3539808"/>
          <a:ext cx="3378200" cy="544512"/>
        </p:xfrm>
        <a:graphic>
          <a:graphicData uri="http://schemas.openxmlformats.org/presentationml/2006/ole">
            <mc:AlternateContent xmlns:mc="http://schemas.openxmlformats.org/markup-compatibility/2006">
              <mc:Choice xmlns:v="urn:schemas-microsoft-com:vml" Requires="v">
                <p:oleObj spid="_x0000_s120923" name="Equation" r:id="rId13" imgW="3860640" imgH="622080" progId="Equation.DSMT4">
                  <p:embed/>
                </p:oleObj>
              </mc:Choice>
              <mc:Fallback>
                <p:oleObj name="Equation" r:id="rId13" imgW="3860640" imgH="622080" progId="Equation.DSMT4">
                  <p:embed/>
                  <p:pic>
                    <p:nvPicPr>
                      <p:cNvPr id="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25220" y="3539808"/>
                        <a:ext cx="3378200" cy="544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0840" name="Object 8"/>
          <p:cNvGraphicFramePr>
            <a:graphicFrameLocks noChangeAspect="1"/>
          </p:cNvGraphicFramePr>
          <p:nvPr/>
        </p:nvGraphicFramePr>
        <p:xfrm>
          <a:off x="1139825" y="4251008"/>
          <a:ext cx="4133850" cy="544512"/>
        </p:xfrm>
        <a:graphic>
          <a:graphicData uri="http://schemas.openxmlformats.org/presentationml/2006/ole">
            <mc:AlternateContent xmlns:mc="http://schemas.openxmlformats.org/markup-compatibility/2006">
              <mc:Choice xmlns:v="urn:schemas-microsoft-com:vml" Requires="v">
                <p:oleObj spid="_x0000_s120924" name="Equation" r:id="rId15" imgW="4724280" imgH="622080" progId="Equation.DSMT4">
                  <p:embed/>
                </p:oleObj>
              </mc:Choice>
              <mc:Fallback>
                <p:oleObj name="Equation" r:id="rId15" imgW="4724280" imgH="622080" progId="Equation.DSMT4">
                  <p:embed/>
                  <p:pic>
                    <p:nvPicPr>
                      <p:cNvPr id="0"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139825" y="4251008"/>
                        <a:ext cx="4133850" cy="544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120834"/>
                                        </p:tgtEl>
                                        <p:attrNameLst>
                                          <p:attrName>style.visibility</p:attrName>
                                        </p:attrNameLst>
                                      </p:cBhvr>
                                      <p:to>
                                        <p:strVal val="visible"/>
                                      </p:to>
                                    </p:set>
                                    <p:animEffect transition="in" filter="blinds(horizontal)">
                                      <p:cBhvr>
                                        <p:cTn id="25" dur="500"/>
                                        <p:tgtEl>
                                          <p:spTgt spid="120834"/>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nodeType="clickEffect">
                                  <p:stCondLst>
                                    <p:cond delay="0"/>
                                  </p:stCondLst>
                                  <p:childTnLst>
                                    <p:set>
                                      <p:cBhvr>
                                        <p:cTn id="29" dur="1" fill="hold">
                                          <p:stCondLst>
                                            <p:cond delay="0"/>
                                          </p:stCondLst>
                                        </p:cTn>
                                        <p:tgtEl>
                                          <p:spTgt spid="120835"/>
                                        </p:tgtEl>
                                        <p:attrNameLst>
                                          <p:attrName>style.visibility</p:attrName>
                                        </p:attrNameLst>
                                      </p:cBhvr>
                                      <p:to>
                                        <p:strVal val="visible"/>
                                      </p:to>
                                    </p:set>
                                    <p:anim calcmode="lin" valueType="num">
                                      <p:cBhvr additive="base">
                                        <p:cTn id="30" dur="500" fill="hold"/>
                                        <p:tgtEl>
                                          <p:spTgt spid="120835"/>
                                        </p:tgtEl>
                                        <p:attrNameLst>
                                          <p:attrName>ppt_x</p:attrName>
                                        </p:attrNameLst>
                                      </p:cBhvr>
                                      <p:tavLst>
                                        <p:tav tm="0">
                                          <p:val>
                                            <p:strVal val="#ppt_x"/>
                                          </p:val>
                                        </p:tav>
                                        <p:tav tm="100000">
                                          <p:val>
                                            <p:strVal val="#ppt_x"/>
                                          </p:val>
                                        </p:tav>
                                      </p:tavLst>
                                    </p:anim>
                                    <p:anim calcmode="lin" valueType="num">
                                      <p:cBhvr additive="base">
                                        <p:cTn id="31" dur="500" fill="hold"/>
                                        <p:tgtEl>
                                          <p:spTgt spid="120835"/>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20836"/>
                                        </p:tgtEl>
                                        <p:attrNameLst>
                                          <p:attrName>style.visibility</p:attrName>
                                        </p:attrNameLst>
                                      </p:cBhvr>
                                      <p:to>
                                        <p:strVal val="visible"/>
                                      </p:to>
                                    </p:set>
                                    <p:anim calcmode="lin" valueType="num">
                                      <p:cBhvr additive="base">
                                        <p:cTn id="36" dur="500" fill="hold"/>
                                        <p:tgtEl>
                                          <p:spTgt spid="120836"/>
                                        </p:tgtEl>
                                        <p:attrNameLst>
                                          <p:attrName>ppt_x</p:attrName>
                                        </p:attrNameLst>
                                      </p:cBhvr>
                                      <p:tavLst>
                                        <p:tav tm="0">
                                          <p:val>
                                            <p:strVal val="#ppt_x"/>
                                          </p:val>
                                        </p:tav>
                                        <p:tav tm="100000">
                                          <p:val>
                                            <p:strVal val="#ppt_x"/>
                                          </p:val>
                                        </p:tav>
                                      </p:tavLst>
                                    </p:anim>
                                    <p:anim calcmode="lin" valueType="num">
                                      <p:cBhvr additive="base">
                                        <p:cTn id="37" dur="500" fill="hold"/>
                                        <p:tgtEl>
                                          <p:spTgt spid="120836"/>
                                        </p:tgtEl>
                                        <p:attrNameLst>
                                          <p:attrName>ppt_y</p:attrName>
                                        </p:attrNameLst>
                                      </p:cBhvr>
                                      <p:tavLst>
                                        <p:tav tm="0">
                                          <p:val>
                                            <p:strVal val="1+#ppt_h/2"/>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nodeType="clickEffect">
                                  <p:stCondLst>
                                    <p:cond delay="0"/>
                                  </p:stCondLst>
                                  <p:childTnLst>
                                    <p:set>
                                      <p:cBhvr>
                                        <p:cTn id="41" dur="1" fill="hold">
                                          <p:stCondLst>
                                            <p:cond delay="0"/>
                                          </p:stCondLst>
                                        </p:cTn>
                                        <p:tgtEl>
                                          <p:spTgt spid="120837"/>
                                        </p:tgtEl>
                                        <p:attrNameLst>
                                          <p:attrName>style.visibility</p:attrName>
                                        </p:attrNameLst>
                                      </p:cBhvr>
                                      <p:to>
                                        <p:strVal val="visible"/>
                                      </p:to>
                                    </p:set>
                                    <p:anim calcmode="lin" valueType="num">
                                      <p:cBhvr additive="base">
                                        <p:cTn id="42" dur="500" fill="hold"/>
                                        <p:tgtEl>
                                          <p:spTgt spid="120837"/>
                                        </p:tgtEl>
                                        <p:attrNameLst>
                                          <p:attrName>ppt_x</p:attrName>
                                        </p:attrNameLst>
                                      </p:cBhvr>
                                      <p:tavLst>
                                        <p:tav tm="0">
                                          <p:val>
                                            <p:strVal val="#ppt_x"/>
                                          </p:val>
                                        </p:tav>
                                        <p:tav tm="100000">
                                          <p:val>
                                            <p:strVal val="#ppt_x"/>
                                          </p:val>
                                        </p:tav>
                                      </p:tavLst>
                                    </p:anim>
                                    <p:anim calcmode="lin" valueType="num">
                                      <p:cBhvr additive="base">
                                        <p:cTn id="43" dur="500" fill="hold"/>
                                        <p:tgtEl>
                                          <p:spTgt spid="120837"/>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 presetClass="entr" presetSubtype="4" fill="hold" grpId="0" nodeType="clickEffect">
                                  <p:stCondLst>
                                    <p:cond delay="0"/>
                                  </p:stCondLst>
                                  <p:childTnLst>
                                    <p:set>
                                      <p:cBhvr>
                                        <p:cTn id="47" dur="1" fill="hold">
                                          <p:stCondLst>
                                            <p:cond delay="0"/>
                                          </p:stCondLst>
                                        </p:cTn>
                                        <p:tgtEl>
                                          <p:spTgt spid="10"/>
                                        </p:tgtEl>
                                        <p:attrNameLst>
                                          <p:attrName>style.visibility</p:attrName>
                                        </p:attrNameLst>
                                      </p:cBhvr>
                                      <p:to>
                                        <p:strVal val="visible"/>
                                      </p:to>
                                    </p:set>
                                    <p:anim calcmode="lin" valueType="num">
                                      <p:cBhvr additive="base">
                                        <p:cTn id="48" dur="500" fill="hold"/>
                                        <p:tgtEl>
                                          <p:spTgt spid="10"/>
                                        </p:tgtEl>
                                        <p:attrNameLst>
                                          <p:attrName>ppt_x</p:attrName>
                                        </p:attrNameLst>
                                      </p:cBhvr>
                                      <p:tavLst>
                                        <p:tav tm="0">
                                          <p:val>
                                            <p:strVal val="#ppt_x"/>
                                          </p:val>
                                        </p:tav>
                                        <p:tav tm="100000">
                                          <p:val>
                                            <p:strVal val="#ppt_x"/>
                                          </p:val>
                                        </p:tav>
                                      </p:tavLst>
                                    </p:anim>
                                    <p:anim calcmode="lin" valueType="num">
                                      <p:cBhvr additive="base">
                                        <p:cTn id="49"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10" fill="hold" nodeType="clickEffect">
                                  <p:stCondLst>
                                    <p:cond delay="0"/>
                                  </p:stCondLst>
                                  <p:childTnLst>
                                    <p:set>
                                      <p:cBhvr>
                                        <p:cTn id="53" dur="1" fill="hold">
                                          <p:stCondLst>
                                            <p:cond delay="0"/>
                                          </p:stCondLst>
                                        </p:cTn>
                                        <p:tgtEl>
                                          <p:spTgt spid="120838"/>
                                        </p:tgtEl>
                                        <p:attrNameLst>
                                          <p:attrName>style.visibility</p:attrName>
                                        </p:attrNameLst>
                                      </p:cBhvr>
                                      <p:to>
                                        <p:strVal val="visible"/>
                                      </p:to>
                                    </p:set>
                                    <p:animEffect transition="in" filter="blinds(horizontal)">
                                      <p:cBhvr>
                                        <p:cTn id="54" dur="500"/>
                                        <p:tgtEl>
                                          <p:spTgt spid="12083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10" fill="hold" nodeType="clickEffect">
                                  <p:stCondLst>
                                    <p:cond delay="0"/>
                                  </p:stCondLst>
                                  <p:childTnLst>
                                    <p:set>
                                      <p:cBhvr>
                                        <p:cTn id="58" dur="1" fill="hold">
                                          <p:stCondLst>
                                            <p:cond delay="0"/>
                                          </p:stCondLst>
                                        </p:cTn>
                                        <p:tgtEl>
                                          <p:spTgt spid="120839"/>
                                        </p:tgtEl>
                                        <p:attrNameLst>
                                          <p:attrName>style.visibility</p:attrName>
                                        </p:attrNameLst>
                                      </p:cBhvr>
                                      <p:to>
                                        <p:strVal val="visible"/>
                                      </p:to>
                                    </p:set>
                                    <p:animEffect transition="in" filter="blinds(horizontal)">
                                      <p:cBhvr>
                                        <p:cTn id="59" dur="500"/>
                                        <p:tgtEl>
                                          <p:spTgt spid="120839"/>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120840"/>
                                        </p:tgtEl>
                                        <p:attrNameLst>
                                          <p:attrName>style.visibility</p:attrName>
                                        </p:attrNameLst>
                                      </p:cBhvr>
                                      <p:to>
                                        <p:strVal val="visible"/>
                                      </p:to>
                                    </p:set>
                                    <p:animEffect transition="in" filter="blinds(horizontal)">
                                      <p:cBhvr>
                                        <p:cTn id="64" dur="500"/>
                                        <p:tgtEl>
                                          <p:spTgt spid="1208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10" grpId="0"/>
    </p:bld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4" name="直接连接符 13"/>
          <p:cNvCxnSpPr>
            <a:endCxn id="16" idx="1"/>
          </p:cNvCxnSpPr>
          <p:nvPr/>
        </p:nvCxnSpPr>
        <p:spPr>
          <a:xfrm>
            <a:off x="0" y="381002"/>
            <a:ext cx="3515360" cy="13998"/>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a:stCxn id="16" idx="3"/>
          </p:cNvCxnSpPr>
          <p:nvPr/>
        </p:nvCxnSpPr>
        <p:spPr>
          <a:xfrm flipV="1">
            <a:off x="5588000" y="386080"/>
            <a:ext cx="3403600" cy="8920"/>
          </a:xfrm>
          <a:prstGeom prst="line">
            <a:avLst/>
          </a:prstGeom>
          <a:ln w="25400">
            <a:solidFill>
              <a:srgbClr val="314865"/>
            </a:solidFill>
          </a:ln>
        </p:spPr>
        <p:style>
          <a:lnRef idx="1">
            <a:schemeClr val="accent1"/>
          </a:lnRef>
          <a:fillRef idx="0">
            <a:schemeClr val="accent1"/>
          </a:fillRef>
          <a:effectRef idx="0">
            <a:schemeClr val="accent1"/>
          </a:effectRef>
          <a:fontRef idx="minor">
            <a:schemeClr val="tx1"/>
          </a:fontRef>
        </p:style>
      </p:cxnSp>
      <p:sp>
        <p:nvSpPr>
          <p:cNvPr id="16" name="TextBox 500"/>
          <p:cNvSpPr txBox="1"/>
          <p:nvPr/>
        </p:nvSpPr>
        <p:spPr>
          <a:xfrm>
            <a:off x="3515360" y="194945"/>
            <a:ext cx="2072640" cy="400110"/>
          </a:xfrm>
          <a:prstGeom prst="rect">
            <a:avLst/>
          </a:prstGeom>
          <a:noFill/>
        </p:spPr>
        <p:txBody>
          <a:bodyPr wrap="square">
            <a:spAutoFit/>
          </a:bodyPr>
          <a:lstStyle/>
          <a:p>
            <a:pPr algn="ctr" fontAlgn="auto">
              <a:spcBef>
                <a:spcPts val="0"/>
              </a:spcBef>
              <a:spcAft>
                <a:spcPts val="0"/>
              </a:spcAft>
              <a:defRPr/>
            </a:pPr>
            <a:r>
              <a:rPr lang="zh-CN" altLang="en-US" sz="2000" b="1" dirty="0" smtClean="0">
                <a:solidFill>
                  <a:srgbClr val="314865"/>
                </a:solidFill>
                <a:latin typeface="+mj-ea"/>
              </a:rPr>
              <a:t>插值型数值微分</a:t>
            </a:r>
            <a:endParaRPr lang="zh-CN" altLang="en-US" sz="2000" b="1" dirty="0">
              <a:solidFill>
                <a:srgbClr val="314865"/>
              </a:solidFill>
              <a:latin typeface="+mj-ea"/>
            </a:endParaRPr>
          </a:p>
        </p:txBody>
      </p:sp>
      <p:sp>
        <p:nvSpPr>
          <p:cNvPr id="5" name="Text Box 7"/>
          <p:cNvSpPr txBox="1">
            <a:spLocks noChangeArrowheads="1"/>
          </p:cNvSpPr>
          <p:nvPr/>
        </p:nvSpPr>
        <p:spPr bwMode="auto">
          <a:xfrm>
            <a:off x="406400" y="713423"/>
            <a:ext cx="8229600" cy="400110"/>
          </a:xfrm>
          <a:prstGeom prst="rect">
            <a:avLst/>
          </a:prstGeom>
          <a:noFill/>
          <a:ln w="9525">
            <a:noFill/>
            <a:miter lim="800000"/>
            <a:headEnd/>
            <a:tailEnd/>
          </a:ln>
        </p:spPr>
        <p:txBody>
          <a:bodyPr wrap="square">
            <a:spAutoFit/>
          </a:bodyPr>
          <a:lstStyle/>
          <a:p>
            <a:pPr algn="l"/>
            <a:r>
              <a:rPr lang="zh-CN" altLang="en-US" sz="2000" dirty="0">
                <a:solidFill>
                  <a:schemeClr val="dk1"/>
                </a:solidFill>
                <a:latin typeface="Calibri" pitchFamily="34" charset="0"/>
                <a:ea typeface="宋体" pitchFamily="2" charset="-122"/>
                <a:sym typeface="Symbol" pitchFamily="18" charset="2"/>
              </a:rPr>
              <a:t>用插值多项式       </a:t>
            </a:r>
            <a:r>
              <a:rPr lang="zh-CN" altLang="en-US" sz="2000" dirty="0" smtClean="0">
                <a:solidFill>
                  <a:schemeClr val="dk1"/>
                </a:solidFill>
                <a:latin typeface="Calibri" pitchFamily="34" charset="0"/>
                <a:ea typeface="宋体" pitchFamily="2" charset="-122"/>
                <a:sym typeface="Symbol" pitchFamily="18" charset="2"/>
              </a:rPr>
              <a:t>  作为         </a:t>
            </a:r>
            <a:r>
              <a:rPr lang="zh-CN" altLang="en-US" sz="2000" dirty="0">
                <a:solidFill>
                  <a:schemeClr val="dk1"/>
                </a:solidFill>
                <a:latin typeface="Calibri" pitchFamily="34" charset="0"/>
                <a:ea typeface="宋体" pitchFamily="2" charset="-122"/>
                <a:sym typeface="Symbol" pitchFamily="18" charset="2"/>
              </a:rPr>
              <a:t>的近似函数，还可以建立高阶数值微分公式</a:t>
            </a:r>
          </a:p>
        </p:txBody>
      </p:sp>
      <p:graphicFrame>
        <p:nvGraphicFramePr>
          <p:cNvPr id="121858" name="Object 8"/>
          <p:cNvGraphicFramePr>
            <a:graphicFrameLocks noChangeAspect="1"/>
          </p:cNvGraphicFramePr>
          <p:nvPr/>
        </p:nvGraphicFramePr>
        <p:xfrm>
          <a:off x="2026920" y="767080"/>
          <a:ext cx="533400" cy="292100"/>
        </p:xfrm>
        <a:graphic>
          <a:graphicData uri="http://schemas.openxmlformats.org/presentationml/2006/ole">
            <mc:AlternateContent xmlns:mc="http://schemas.openxmlformats.org/markup-compatibility/2006">
              <mc:Choice xmlns:v="urn:schemas-microsoft-com:vml" Requires="v">
                <p:oleObj spid="_x0000_s121954" name="Equation" r:id="rId3" imgW="533160" imgH="291960" progId="Equation.DSMT4">
                  <p:embed/>
                </p:oleObj>
              </mc:Choice>
              <mc:Fallback>
                <p:oleObj name="Equation" r:id="rId3" imgW="533160" imgH="291960" progId="Equation.DSMT4">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26920" y="767080"/>
                        <a:ext cx="533400" cy="292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59" name="Object 9"/>
          <p:cNvGraphicFramePr>
            <a:graphicFrameLocks noChangeAspect="1"/>
          </p:cNvGraphicFramePr>
          <p:nvPr/>
        </p:nvGraphicFramePr>
        <p:xfrm>
          <a:off x="3063240" y="772795"/>
          <a:ext cx="482600" cy="266700"/>
        </p:xfrm>
        <a:graphic>
          <a:graphicData uri="http://schemas.openxmlformats.org/presentationml/2006/ole">
            <mc:AlternateContent xmlns:mc="http://schemas.openxmlformats.org/markup-compatibility/2006">
              <mc:Choice xmlns:v="urn:schemas-microsoft-com:vml" Requires="v">
                <p:oleObj spid="_x0000_s121955" name="Equation" r:id="rId5" imgW="482400" imgH="266400" progId="Equation.DSMT4">
                  <p:embed/>
                </p:oleObj>
              </mc:Choice>
              <mc:Fallback>
                <p:oleObj name="Equation" r:id="rId5" imgW="482400" imgH="266400" progId="Equation.DSMT4">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3240" y="772795"/>
                        <a:ext cx="482600" cy="26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60" name="Object 2"/>
          <p:cNvGraphicFramePr>
            <a:graphicFrameLocks noChangeAspect="1"/>
          </p:cNvGraphicFramePr>
          <p:nvPr/>
        </p:nvGraphicFramePr>
        <p:xfrm>
          <a:off x="2133600" y="1066800"/>
          <a:ext cx="3200400" cy="407988"/>
        </p:xfrm>
        <a:graphic>
          <a:graphicData uri="http://schemas.openxmlformats.org/presentationml/2006/ole">
            <mc:AlternateContent xmlns:mc="http://schemas.openxmlformats.org/markup-compatibility/2006">
              <mc:Choice xmlns:v="urn:schemas-microsoft-com:vml" Requires="v">
                <p:oleObj spid="_x0000_s121956" name="Equation" r:id="rId7" imgW="2590560" imgH="330120" progId="Equation.DSMT4">
                  <p:embed/>
                </p:oleObj>
              </mc:Choice>
              <mc:Fallback>
                <p:oleObj name="Equation" r:id="rId7" imgW="2590560" imgH="330120" progId="Equation.DSMT4">
                  <p:embed/>
                  <p:pic>
                    <p:nvPicPr>
                      <p:cNvPr id="0" name="Object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33600" y="1066800"/>
                        <a:ext cx="3200400" cy="40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Text Box 10"/>
          <p:cNvSpPr txBox="1">
            <a:spLocks noChangeArrowheads="1"/>
          </p:cNvSpPr>
          <p:nvPr/>
        </p:nvSpPr>
        <p:spPr bwMode="auto">
          <a:xfrm>
            <a:off x="441960" y="1468438"/>
            <a:ext cx="6096000"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例如将</a:t>
            </a:r>
            <a:r>
              <a:rPr lang="en-US" altLang="zh-CN" sz="2000" dirty="0" smtClean="0">
                <a:solidFill>
                  <a:schemeClr val="dk1"/>
                </a:solidFill>
                <a:latin typeface="Calibri" pitchFamily="34" charset="0"/>
                <a:ea typeface="宋体" pitchFamily="2" charset="-122"/>
                <a:sym typeface="Symbol" pitchFamily="18" charset="2"/>
              </a:rPr>
              <a:t>(2)</a:t>
            </a:r>
            <a:r>
              <a:rPr lang="zh-CN" altLang="en-US" sz="2000" dirty="0">
                <a:solidFill>
                  <a:schemeClr val="dk1"/>
                </a:solidFill>
                <a:latin typeface="Calibri" pitchFamily="34" charset="0"/>
                <a:ea typeface="宋体" pitchFamily="2" charset="-122"/>
                <a:sym typeface="Symbol" pitchFamily="18" charset="2"/>
              </a:rPr>
              <a:t>再对   求导一次，有</a:t>
            </a:r>
          </a:p>
        </p:txBody>
      </p:sp>
      <p:graphicFrame>
        <p:nvGraphicFramePr>
          <p:cNvPr id="121861" name="Object 3"/>
          <p:cNvGraphicFramePr>
            <a:graphicFrameLocks noChangeAspect="1"/>
          </p:cNvGraphicFramePr>
          <p:nvPr/>
        </p:nvGraphicFramePr>
        <p:xfrm>
          <a:off x="2180590" y="1707198"/>
          <a:ext cx="4486275" cy="661987"/>
        </p:xfrm>
        <a:graphic>
          <a:graphicData uri="http://schemas.openxmlformats.org/presentationml/2006/ole">
            <mc:AlternateContent xmlns:mc="http://schemas.openxmlformats.org/markup-compatibility/2006">
              <mc:Choice xmlns:v="urn:schemas-microsoft-com:vml" Requires="v">
                <p:oleObj spid="_x0000_s121957" name="Equation" r:id="rId9" imgW="3314520" imgH="507960" progId="Equation.DSMT4">
                  <p:embed/>
                </p:oleObj>
              </mc:Choice>
              <mc:Fallback>
                <p:oleObj name="Equation" r:id="rId9" imgW="3314520" imgH="507960" progId="Equation.DSMT4">
                  <p:embed/>
                  <p:pic>
                    <p:nvPicPr>
                      <p:cNvPr id="0"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80590" y="1707198"/>
                        <a:ext cx="4486275" cy="661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 Box 12"/>
          <p:cNvSpPr txBox="1">
            <a:spLocks noChangeArrowheads="1"/>
          </p:cNvSpPr>
          <p:nvPr/>
        </p:nvSpPr>
        <p:spPr bwMode="auto">
          <a:xfrm>
            <a:off x="553720" y="2362200"/>
            <a:ext cx="6172200" cy="400110"/>
          </a:xfrm>
          <a:prstGeom prst="rect">
            <a:avLst/>
          </a:prstGeom>
          <a:noFill/>
          <a:ln w="9525">
            <a:noFill/>
            <a:miter lim="800000"/>
            <a:headEnd/>
            <a:tailEnd/>
          </a:ln>
        </p:spPr>
        <p:txBody>
          <a:bodyPr>
            <a:spAutoFit/>
          </a:bodyPr>
          <a:lstStyle/>
          <a:p>
            <a:pPr algn="l"/>
            <a:r>
              <a:rPr lang="zh-CN" altLang="en-US" sz="2000" dirty="0">
                <a:solidFill>
                  <a:schemeClr val="dk1"/>
                </a:solidFill>
                <a:latin typeface="Calibri" pitchFamily="34" charset="0"/>
                <a:ea typeface="宋体" pitchFamily="2" charset="-122"/>
                <a:sym typeface="Symbol" pitchFamily="18" charset="2"/>
              </a:rPr>
              <a:t>于是，带余项的二阶导数的三点公式如下</a:t>
            </a:r>
          </a:p>
        </p:txBody>
      </p:sp>
      <p:graphicFrame>
        <p:nvGraphicFramePr>
          <p:cNvPr id="94228" name="Object 20"/>
          <p:cNvGraphicFramePr>
            <a:graphicFrameLocks noChangeAspect="1"/>
          </p:cNvGraphicFramePr>
          <p:nvPr/>
        </p:nvGraphicFramePr>
        <p:xfrm>
          <a:off x="1673225" y="2730500"/>
          <a:ext cx="5994400" cy="622300"/>
        </p:xfrm>
        <a:graphic>
          <a:graphicData uri="http://schemas.openxmlformats.org/presentationml/2006/ole">
            <mc:AlternateContent xmlns:mc="http://schemas.openxmlformats.org/markup-compatibility/2006">
              <mc:Choice xmlns:v="urn:schemas-microsoft-com:vml" Requires="v">
                <p:oleObj spid="_x0000_s121958" name="Equation" r:id="rId11" imgW="5994360" imgH="622080" progId="Equation.DSMT4">
                  <p:embed/>
                </p:oleObj>
              </mc:Choice>
              <mc:Fallback>
                <p:oleObj name="Equation" r:id="rId11" imgW="5994360" imgH="622080" progId="Equation.DSMT4">
                  <p:embed/>
                  <p:pic>
                    <p:nvPicPr>
                      <p:cNvPr id="0" name="Object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673225" y="2730500"/>
                        <a:ext cx="5994400"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1863" name="Object 2"/>
          <p:cNvGraphicFramePr>
            <a:graphicFrameLocks noChangeAspect="1"/>
          </p:cNvGraphicFramePr>
          <p:nvPr/>
        </p:nvGraphicFramePr>
        <p:xfrm>
          <a:off x="2068513" y="1577975"/>
          <a:ext cx="165100" cy="177800"/>
        </p:xfrm>
        <a:graphic>
          <a:graphicData uri="http://schemas.openxmlformats.org/presentationml/2006/ole">
            <mc:AlternateContent xmlns:mc="http://schemas.openxmlformats.org/markup-compatibility/2006">
              <mc:Choice xmlns:v="urn:schemas-microsoft-com:vml" Requires="v">
                <p:oleObj spid="_x0000_s121959" name="Equation" r:id="rId13" imgW="164880" imgH="177480" progId="Equation.DSMT4">
                  <p:embed/>
                </p:oleObj>
              </mc:Choice>
              <mc:Fallback>
                <p:oleObj name="Equation" r:id="rId13" imgW="164880" imgH="177480" progId="Equation.DSMT4">
                  <p:embed/>
                  <p:pic>
                    <p:nvPicPr>
                      <p:cNvPr id="0"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068513" y="1577975"/>
                        <a:ext cx="165100" cy="177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29" name="Object 21"/>
          <p:cNvGraphicFramePr>
            <a:graphicFrameLocks noChangeAspect="1"/>
          </p:cNvGraphicFramePr>
          <p:nvPr/>
        </p:nvGraphicFramePr>
        <p:xfrm>
          <a:off x="1709103" y="3328353"/>
          <a:ext cx="5613400" cy="665162"/>
        </p:xfrm>
        <a:graphic>
          <a:graphicData uri="http://schemas.openxmlformats.org/presentationml/2006/ole">
            <mc:AlternateContent xmlns:mc="http://schemas.openxmlformats.org/markup-compatibility/2006">
              <mc:Choice xmlns:v="urn:schemas-microsoft-com:vml" Requires="v">
                <p:oleObj spid="_x0000_s121960" name="Equation" r:id="rId15" imgW="5676840" imgH="698400" progId="Equation.3">
                  <p:embed/>
                </p:oleObj>
              </mc:Choice>
              <mc:Fallback>
                <p:oleObj name="Equation" r:id="rId15" imgW="5676840" imgH="698400" progId="Equation.3">
                  <p:embed/>
                  <p:pic>
                    <p:nvPicPr>
                      <p:cNvPr id="0" name="Object 2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09103" y="3328353"/>
                        <a:ext cx="5613400" cy="665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30" name="Object 22"/>
          <p:cNvGraphicFramePr>
            <a:graphicFrameLocks noChangeAspect="1"/>
          </p:cNvGraphicFramePr>
          <p:nvPr/>
        </p:nvGraphicFramePr>
        <p:xfrm>
          <a:off x="1683385" y="4023995"/>
          <a:ext cx="6400800" cy="681038"/>
        </p:xfrm>
        <a:graphic>
          <a:graphicData uri="http://schemas.openxmlformats.org/presentationml/2006/ole">
            <mc:AlternateContent xmlns:mc="http://schemas.openxmlformats.org/markup-compatibility/2006">
              <mc:Choice xmlns:v="urn:schemas-microsoft-com:vml" Requires="v">
                <p:oleObj spid="_x0000_s121961" name="Equation" r:id="rId17" imgW="4660560" imgH="495000" progId="Equation.DSMT4">
                  <p:embed/>
                </p:oleObj>
              </mc:Choice>
              <mc:Fallback>
                <p:oleObj name="Equation" r:id="rId17" imgW="4660560" imgH="495000" progId="Equation.DSMT4">
                  <p:embed/>
                  <p:pic>
                    <p:nvPicPr>
                      <p:cNvPr id="0" name="Object 2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683385" y="4023995"/>
                        <a:ext cx="6400800" cy="681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0-#ppt_w/2"/>
                                          </p:val>
                                        </p:tav>
                                        <p:tav tm="100000">
                                          <p:val>
                                            <p:strVal val="#ppt_x"/>
                                          </p:val>
                                        </p:tav>
                                      </p:tavLst>
                                    </p:anim>
                                    <p:anim calcmode="lin" valueType="num">
                                      <p:cBhvr additive="base">
                                        <p:cTn id="8" dur="500" fill="hold"/>
                                        <p:tgtEl>
                                          <p:spTgt spid="14"/>
                                        </p:tgtEl>
                                        <p:attrNameLst>
                                          <p:attrName>ppt_y</p:attrName>
                                        </p:attrNameLst>
                                      </p:cBhvr>
                                      <p:tavLst>
                                        <p:tav tm="0">
                                          <p:val>
                                            <p:strVal val="#ppt_y"/>
                                          </p:val>
                                        </p:tav>
                                        <p:tav tm="100000">
                                          <p:val>
                                            <p:strVal val="#ppt_y"/>
                                          </p:val>
                                        </p:tav>
                                      </p:tavLst>
                                    </p:anim>
                                  </p:childTnLst>
                                </p:cTn>
                              </p:par>
                              <p:par>
                                <p:cTn id="9" presetID="2" presetClass="entr" presetSubtype="2" fill="hold" nodeType="with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1+#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 presetClass="entr" presetSubtype="1" fill="hold" grpId="0" nodeType="after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additive="base">
                                        <p:cTn id="16" dur="500" fill="hold"/>
                                        <p:tgtEl>
                                          <p:spTgt spid="16"/>
                                        </p:tgtEl>
                                        <p:attrNameLst>
                                          <p:attrName>ppt_x</p:attrName>
                                        </p:attrNameLst>
                                      </p:cBhvr>
                                      <p:tavLst>
                                        <p:tav tm="0">
                                          <p:val>
                                            <p:strVal val="#ppt_x"/>
                                          </p:val>
                                        </p:tav>
                                        <p:tav tm="100000">
                                          <p:val>
                                            <p:strVal val="#ppt_x"/>
                                          </p:val>
                                        </p:tav>
                                      </p:tavLst>
                                    </p:anim>
                                    <p:anim calcmode="lin" valueType="num">
                                      <p:cBhvr additive="base">
                                        <p:cTn id="17"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par>
                                <p:cTn id="23" presetID="3" presetClass="entr" presetSubtype="10" fill="hold" nodeType="withEffect">
                                  <p:stCondLst>
                                    <p:cond delay="0"/>
                                  </p:stCondLst>
                                  <p:childTnLst>
                                    <p:set>
                                      <p:cBhvr>
                                        <p:cTn id="24" dur="1" fill="hold">
                                          <p:stCondLst>
                                            <p:cond delay="0"/>
                                          </p:stCondLst>
                                        </p:cTn>
                                        <p:tgtEl>
                                          <p:spTgt spid="121858"/>
                                        </p:tgtEl>
                                        <p:attrNameLst>
                                          <p:attrName>style.visibility</p:attrName>
                                        </p:attrNameLst>
                                      </p:cBhvr>
                                      <p:to>
                                        <p:strVal val="visible"/>
                                      </p:to>
                                    </p:set>
                                    <p:animEffect transition="in" filter="blinds(horizontal)">
                                      <p:cBhvr>
                                        <p:cTn id="25" dur="500"/>
                                        <p:tgtEl>
                                          <p:spTgt spid="121858"/>
                                        </p:tgtEl>
                                      </p:cBhvr>
                                    </p:animEffect>
                                  </p:childTnLst>
                                </p:cTn>
                              </p:par>
                              <p:par>
                                <p:cTn id="26" presetID="3" presetClass="entr" presetSubtype="10" fill="hold" nodeType="withEffect">
                                  <p:stCondLst>
                                    <p:cond delay="0"/>
                                  </p:stCondLst>
                                  <p:childTnLst>
                                    <p:set>
                                      <p:cBhvr>
                                        <p:cTn id="27" dur="1" fill="hold">
                                          <p:stCondLst>
                                            <p:cond delay="0"/>
                                          </p:stCondLst>
                                        </p:cTn>
                                        <p:tgtEl>
                                          <p:spTgt spid="121859"/>
                                        </p:tgtEl>
                                        <p:attrNameLst>
                                          <p:attrName>style.visibility</p:attrName>
                                        </p:attrNameLst>
                                      </p:cBhvr>
                                      <p:to>
                                        <p:strVal val="visible"/>
                                      </p:to>
                                    </p:set>
                                    <p:animEffect transition="in" filter="blinds(horizontal)">
                                      <p:cBhvr>
                                        <p:cTn id="28" dur="500"/>
                                        <p:tgtEl>
                                          <p:spTgt spid="121859"/>
                                        </p:tgtEl>
                                      </p:cBhvr>
                                    </p:animEffect>
                                  </p:childTnLst>
                                </p:cTn>
                              </p:par>
                              <p:par>
                                <p:cTn id="29" presetID="3" presetClass="entr" presetSubtype="10" fill="hold" nodeType="withEffect">
                                  <p:stCondLst>
                                    <p:cond delay="0"/>
                                  </p:stCondLst>
                                  <p:childTnLst>
                                    <p:set>
                                      <p:cBhvr>
                                        <p:cTn id="30" dur="1" fill="hold">
                                          <p:stCondLst>
                                            <p:cond delay="0"/>
                                          </p:stCondLst>
                                        </p:cTn>
                                        <p:tgtEl>
                                          <p:spTgt spid="121860"/>
                                        </p:tgtEl>
                                        <p:attrNameLst>
                                          <p:attrName>style.visibility</p:attrName>
                                        </p:attrNameLst>
                                      </p:cBhvr>
                                      <p:to>
                                        <p:strVal val="visible"/>
                                      </p:to>
                                    </p:set>
                                    <p:animEffect transition="in" filter="blinds(horizontal)">
                                      <p:cBhvr>
                                        <p:cTn id="31" dur="500"/>
                                        <p:tgtEl>
                                          <p:spTgt spid="12186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9"/>
                                        </p:tgtEl>
                                        <p:attrNameLst>
                                          <p:attrName>style.visibility</p:attrName>
                                        </p:attrNameLst>
                                      </p:cBhvr>
                                      <p:to>
                                        <p:strVal val="visible"/>
                                      </p:to>
                                    </p:set>
                                    <p:animEffect transition="in" filter="blinds(horizontal)">
                                      <p:cBhvr>
                                        <p:cTn id="36" dur="500"/>
                                        <p:tgtEl>
                                          <p:spTgt spid="9"/>
                                        </p:tgtEl>
                                      </p:cBhvr>
                                    </p:animEffect>
                                  </p:childTnLst>
                                </p:cTn>
                              </p:par>
                              <p:par>
                                <p:cTn id="37" presetID="3" presetClass="entr" presetSubtype="10" fill="hold" nodeType="withEffect">
                                  <p:stCondLst>
                                    <p:cond delay="0"/>
                                  </p:stCondLst>
                                  <p:childTnLst>
                                    <p:set>
                                      <p:cBhvr>
                                        <p:cTn id="38" dur="1" fill="hold">
                                          <p:stCondLst>
                                            <p:cond delay="0"/>
                                          </p:stCondLst>
                                        </p:cTn>
                                        <p:tgtEl>
                                          <p:spTgt spid="121863"/>
                                        </p:tgtEl>
                                        <p:attrNameLst>
                                          <p:attrName>style.visibility</p:attrName>
                                        </p:attrNameLst>
                                      </p:cBhvr>
                                      <p:to>
                                        <p:strVal val="visible"/>
                                      </p:to>
                                    </p:set>
                                    <p:animEffect transition="in" filter="blinds(horizontal)">
                                      <p:cBhvr>
                                        <p:cTn id="39" dur="500"/>
                                        <p:tgtEl>
                                          <p:spTgt spid="121863"/>
                                        </p:tgtEl>
                                      </p:cBhvr>
                                    </p:animEffect>
                                  </p:childTnLst>
                                </p:cTn>
                              </p:par>
                            </p:childTnLst>
                          </p:cTn>
                        </p:par>
                      </p:childTnLst>
                    </p:cTn>
                  </p:par>
                  <p:par>
                    <p:cTn id="40" fill="hold">
                      <p:stCondLst>
                        <p:cond delay="indefinite"/>
                      </p:stCondLst>
                      <p:childTnLst>
                        <p:par>
                          <p:cTn id="41" fill="hold">
                            <p:stCondLst>
                              <p:cond delay="0"/>
                            </p:stCondLst>
                            <p:childTnLst>
                              <p:par>
                                <p:cTn id="42" presetID="2" presetClass="entr" presetSubtype="4" fill="hold" nodeType="clickEffect">
                                  <p:stCondLst>
                                    <p:cond delay="0"/>
                                  </p:stCondLst>
                                  <p:childTnLst>
                                    <p:set>
                                      <p:cBhvr>
                                        <p:cTn id="43" dur="1" fill="hold">
                                          <p:stCondLst>
                                            <p:cond delay="0"/>
                                          </p:stCondLst>
                                        </p:cTn>
                                        <p:tgtEl>
                                          <p:spTgt spid="121861"/>
                                        </p:tgtEl>
                                        <p:attrNameLst>
                                          <p:attrName>style.visibility</p:attrName>
                                        </p:attrNameLst>
                                      </p:cBhvr>
                                      <p:to>
                                        <p:strVal val="visible"/>
                                      </p:to>
                                    </p:set>
                                    <p:anim calcmode="lin" valueType="num">
                                      <p:cBhvr additive="base">
                                        <p:cTn id="44" dur="500" fill="hold"/>
                                        <p:tgtEl>
                                          <p:spTgt spid="121861"/>
                                        </p:tgtEl>
                                        <p:attrNameLst>
                                          <p:attrName>ppt_x</p:attrName>
                                        </p:attrNameLst>
                                      </p:cBhvr>
                                      <p:tavLst>
                                        <p:tav tm="0">
                                          <p:val>
                                            <p:strVal val="#ppt_x"/>
                                          </p:val>
                                        </p:tav>
                                        <p:tav tm="100000">
                                          <p:val>
                                            <p:strVal val="#ppt_x"/>
                                          </p:val>
                                        </p:tav>
                                      </p:tavLst>
                                    </p:anim>
                                    <p:anim calcmode="lin" valueType="num">
                                      <p:cBhvr additive="base">
                                        <p:cTn id="45" dur="500" fill="hold"/>
                                        <p:tgtEl>
                                          <p:spTgt spid="121861"/>
                                        </p:tgtEl>
                                        <p:attrNameLst>
                                          <p:attrName>ppt_y</p:attrName>
                                        </p:attrNameLst>
                                      </p:cBhvr>
                                      <p:tavLst>
                                        <p:tav tm="0">
                                          <p:val>
                                            <p:strVal val="1+#ppt_h/2"/>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blinds(horizontal)">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94228"/>
                                        </p:tgtEl>
                                        <p:attrNameLst>
                                          <p:attrName>style.visibility</p:attrName>
                                        </p:attrNameLst>
                                      </p:cBhvr>
                                      <p:to>
                                        <p:strVal val="visible"/>
                                      </p:to>
                                    </p:set>
                                    <p:anim calcmode="lin" valueType="num">
                                      <p:cBhvr additive="base">
                                        <p:cTn id="55" dur="500" fill="hold"/>
                                        <p:tgtEl>
                                          <p:spTgt spid="94228"/>
                                        </p:tgtEl>
                                        <p:attrNameLst>
                                          <p:attrName>ppt_x</p:attrName>
                                        </p:attrNameLst>
                                      </p:cBhvr>
                                      <p:tavLst>
                                        <p:tav tm="0">
                                          <p:val>
                                            <p:strVal val="#ppt_x"/>
                                          </p:val>
                                        </p:tav>
                                        <p:tav tm="100000">
                                          <p:val>
                                            <p:strVal val="#ppt_x"/>
                                          </p:val>
                                        </p:tav>
                                      </p:tavLst>
                                    </p:anim>
                                    <p:anim calcmode="lin" valueType="num">
                                      <p:cBhvr additive="base">
                                        <p:cTn id="56" dur="500" fill="hold"/>
                                        <p:tgtEl>
                                          <p:spTgt spid="94228"/>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94229"/>
                                        </p:tgtEl>
                                        <p:attrNameLst>
                                          <p:attrName>style.visibility</p:attrName>
                                        </p:attrNameLst>
                                      </p:cBhvr>
                                      <p:to>
                                        <p:strVal val="visible"/>
                                      </p:to>
                                    </p:set>
                                    <p:anim calcmode="lin" valueType="num">
                                      <p:cBhvr additive="base">
                                        <p:cTn id="61" dur="500" fill="hold"/>
                                        <p:tgtEl>
                                          <p:spTgt spid="94229"/>
                                        </p:tgtEl>
                                        <p:attrNameLst>
                                          <p:attrName>ppt_x</p:attrName>
                                        </p:attrNameLst>
                                      </p:cBhvr>
                                      <p:tavLst>
                                        <p:tav tm="0">
                                          <p:val>
                                            <p:strVal val="#ppt_x"/>
                                          </p:val>
                                        </p:tav>
                                        <p:tav tm="100000">
                                          <p:val>
                                            <p:strVal val="#ppt_x"/>
                                          </p:val>
                                        </p:tav>
                                      </p:tavLst>
                                    </p:anim>
                                    <p:anim calcmode="lin" valueType="num">
                                      <p:cBhvr additive="base">
                                        <p:cTn id="62" dur="500" fill="hold"/>
                                        <p:tgtEl>
                                          <p:spTgt spid="94229"/>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94230"/>
                                        </p:tgtEl>
                                        <p:attrNameLst>
                                          <p:attrName>style.visibility</p:attrName>
                                        </p:attrNameLst>
                                      </p:cBhvr>
                                      <p:to>
                                        <p:strVal val="visible"/>
                                      </p:to>
                                    </p:set>
                                    <p:anim calcmode="lin" valueType="num">
                                      <p:cBhvr additive="base">
                                        <p:cTn id="67" dur="500" fill="hold"/>
                                        <p:tgtEl>
                                          <p:spTgt spid="94230"/>
                                        </p:tgtEl>
                                        <p:attrNameLst>
                                          <p:attrName>ppt_x</p:attrName>
                                        </p:attrNameLst>
                                      </p:cBhvr>
                                      <p:tavLst>
                                        <p:tav tm="0">
                                          <p:val>
                                            <p:strVal val="#ppt_x"/>
                                          </p:val>
                                        </p:tav>
                                        <p:tav tm="100000">
                                          <p:val>
                                            <p:strVal val="#ppt_x"/>
                                          </p:val>
                                        </p:tav>
                                      </p:tavLst>
                                    </p:anim>
                                    <p:anim calcmode="lin" valueType="num">
                                      <p:cBhvr additive="base">
                                        <p:cTn id="68" dur="500" fill="hold"/>
                                        <p:tgtEl>
                                          <p:spTgt spid="942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5" grpId="0"/>
      <p:bldP spid="9" grpId="0"/>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50"/>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基本">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基本">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基本">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spDef>
      <a:spPr>
        <a:solidFill>
          <a:schemeClr val="bg1">
            <a:lumMod val="95000"/>
          </a:schemeClr>
        </a:solidFill>
        <a:ln w="12700" cap="flat" cmpd="sng" algn="ctr">
          <a:noFill/>
          <a:prstDash val="solid"/>
          <a:miter lim="800000"/>
        </a:ln>
        <a:effectLst/>
      </a:spPr>
      <a:bodyPr lIns="1116000" tIns="0" bIns="36000" anchor="ctr"/>
      <a:lstStyle>
        <a:defPPr algn="just" eaLnBrk="1" fontAlgn="auto" hangingPunct="1">
          <a:spcBef>
            <a:spcPts val="0"/>
          </a:spcBef>
          <a:spcAft>
            <a:spcPts val="0"/>
          </a:spcAft>
          <a:defRPr sz="3600" b="1" dirty="0">
            <a:solidFill>
              <a:srgbClr val="00A28B"/>
            </a:solidFill>
            <a:latin typeface="华文中宋" panose="02010600040101010101" pitchFamily="2" charset="-122"/>
            <a:ea typeface="华文中宋" panose="02010600040101010101" pitchFamily="2" charset="-122"/>
            <a:cs typeface="+mj-cs"/>
          </a:defRPr>
        </a:defPPr>
      </a:lstStyle>
    </a:sp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Essential</Template>
  <TotalTime>7889</TotalTime>
  <Words>3388</Words>
  <Application>Microsoft Office PowerPoint</Application>
  <PresentationFormat>全屏显示(16:9)</PresentationFormat>
  <Paragraphs>742</Paragraphs>
  <Slides>98</Slides>
  <Notes>3</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98</vt:i4>
      </vt:variant>
    </vt:vector>
  </HeadingPairs>
  <TitlesOfParts>
    <vt:vector size="100" baseType="lpstr">
      <vt:lpstr>基本</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dc:title>
  <dc:creator>www.tukuppt.com</dc:creator>
  <cp:keywords>tukuppt</cp:keywords>
  <cp:lastModifiedBy>微软用户</cp:lastModifiedBy>
  <cp:revision>213</cp:revision>
  <dcterms:created xsi:type="dcterms:W3CDTF">2014-05-08T14:30:45Z</dcterms:created>
  <dcterms:modified xsi:type="dcterms:W3CDTF">2020-09-05T03:35:57Z</dcterms:modified>
</cp:coreProperties>
</file>